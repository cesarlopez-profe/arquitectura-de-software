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82" r:id="rId2"/>
    <p:sldId id="256" r:id="rId3"/>
    <p:sldId id="268" r:id="rId4"/>
    <p:sldId id="257" r:id="rId5"/>
    <p:sldId id="258" r:id="rId6"/>
    <p:sldId id="266" r:id="rId7"/>
    <p:sldId id="259" r:id="rId8"/>
    <p:sldId id="281" r:id="rId9"/>
    <p:sldId id="265" r:id="rId10"/>
    <p:sldId id="270" r:id="rId11"/>
    <p:sldId id="267" r:id="rId12"/>
    <p:sldId id="260" r:id="rId13"/>
    <p:sldId id="261" r:id="rId14"/>
    <p:sldId id="262" r:id="rId15"/>
    <p:sldId id="269" r:id="rId16"/>
    <p:sldId id="279" r:id="rId17"/>
    <p:sldId id="263" r:id="rId18"/>
    <p:sldId id="280" r:id="rId19"/>
    <p:sldId id="264" r:id="rId20"/>
    <p:sldId id="271" r:id="rId21"/>
    <p:sldId id="272" r:id="rId22"/>
    <p:sldId id="273" r:id="rId23"/>
    <p:sldId id="274" r:id="rId24"/>
    <p:sldId id="277" r:id="rId25"/>
    <p:sldId id="278" r:id="rId26"/>
    <p:sldId id="275" r:id="rId27"/>
    <p:sldId id="276" r:id="rId28"/>
  </p:sldIdLst>
  <p:sldSz cx="12192000" cy="6858000"/>
  <p:notesSz cx="6858000" cy="9144000"/>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89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sar Augusto Lopez Gallego" userId="0dfa9112-9251-4882-b472-cf2dfcee09d1" providerId="ADAL" clId="{1ECFE89E-8405-48BA-9CBD-9EDF7BAEC1B4}"/>
    <pc:docChg chg="undo redo custSel addSld delSld modSld sldOrd">
      <pc:chgData name="Cesar Augusto Lopez Gallego" userId="0dfa9112-9251-4882-b472-cf2dfcee09d1" providerId="ADAL" clId="{1ECFE89E-8405-48BA-9CBD-9EDF7BAEC1B4}" dt="2026-03-17T11:59:31.040" v="2441" actId="14100"/>
      <pc:docMkLst>
        <pc:docMk/>
      </pc:docMkLst>
      <pc:sldChg chg="addSp delSp modSp new mod setBg">
        <pc:chgData name="Cesar Augusto Lopez Gallego" userId="0dfa9112-9251-4882-b472-cf2dfcee09d1" providerId="ADAL" clId="{1ECFE89E-8405-48BA-9CBD-9EDF7BAEC1B4}" dt="2026-03-17T11:50:55.080" v="2263"/>
        <pc:sldMkLst>
          <pc:docMk/>
          <pc:sldMk cId="3076731452" sldId="256"/>
        </pc:sldMkLst>
        <pc:spChg chg="del">
          <ac:chgData name="Cesar Augusto Lopez Gallego" userId="0dfa9112-9251-4882-b472-cf2dfcee09d1" providerId="ADAL" clId="{1ECFE89E-8405-48BA-9CBD-9EDF7BAEC1B4}" dt="2026-03-07T12:29:07.128" v="1" actId="478"/>
          <ac:spMkLst>
            <pc:docMk/>
            <pc:sldMk cId="3076731452" sldId="256"/>
            <ac:spMk id="2" creationId="{53094DCB-97E0-44FF-A70E-C6DF0F7525C2}"/>
          </ac:spMkLst>
        </pc:spChg>
        <pc:spChg chg="add mod">
          <ac:chgData name="Cesar Augusto Lopez Gallego" userId="0dfa9112-9251-4882-b472-cf2dfcee09d1" providerId="ADAL" clId="{1ECFE89E-8405-48BA-9CBD-9EDF7BAEC1B4}" dt="2026-03-16T00:08:49.897" v="1265" actId="20577"/>
          <ac:spMkLst>
            <pc:docMk/>
            <pc:sldMk cId="3076731452" sldId="256"/>
            <ac:spMk id="2" creationId="{ED37D75A-17A3-4AA0-B122-E07F34A59E83}"/>
          </ac:spMkLst>
        </pc:spChg>
        <pc:spChg chg="del">
          <ac:chgData name="Cesar Augusto Lopez Gallego" userId="0dfa9112-9251-4882-b472-cf2dfcee09d1" providerId="ADAL" clId="{1ECFE89E-8405-48BA-9CBD-9EDF7BAEC1B4}" dt="2026-03-07T12:29:07.128" v="1" actId="478"/>
          <ac:spMkLst>
            <pc:docMk/>
            <pc:sldMk cId="3076731452" sldId="256"/>
            <ac:spMk id="3" creationId="{69984043-A01B-4A56-9874-DC7639A3E72C}"/>
          </ac:spMkLst>
        </pc:spChg>
        <pc:spChg chg="add del">
          <ac:chgData name="Cesar Augusto Lopez Gallego" userId="0dfa9112-9251-4882-b472-cf2dfcee09d1" providerId="ADAL" clId="{1ECFE89E-8405-48BA-9CBD-9EDF7BAEC1B4}" dt="2026-03-07T12:29:12.006" v="3" actId="478"/>
          <ac:spMkLst>
            <pc:docMk/>
            <pc:sldMk cId="3076731452" sldId="256"/>
            <ac:spMk id="5" creationId="{F741462A-DEE4-438A-BF01-FD779EDB3A81}"/>
          </ac:spMkLst>
        </pc:spChg>
        <pc:spChg chg="add mod">
          <ac:chgData name="Cesar Augusto Lopez Gallego" userId="0dfa9112-9251-4882-b472-cf2dfcee09d1" providerId="ADAL" clId="{1ECFE89E-8405-48BA-9CBD-9EDF7BAEC1B4}" dt="2026-03-16T00:08:28.093" v="1257" actId="1076"/>
          <ac:spMkLst>
            <pc:docMk/>
            <pc:sldMk cId="3076731452" sldId="256"/>
            <ac:spMk id="8" creationId="{5B1C98F8-27FE-4CCE-A4E7-9DD5FE070F88}"/>
          </ac:spMkLst>
        </pc:spChg>
        <pc:graphicFrameChg chg="del">
          <ac:chgData name="Cesar Augusto Lopez Gallego" userId="0dfa9112-9251-4882-b472-cf2dfcee09d1" providerId="ADAL" clId="{1ECFE89E-8405-48BA-9CBD-9EDF7BAEC1B4}" dt="2026-03-07T12:30:21.617" v="4" actId="478"/>
          <ac:graphicFrameMkLst>
            <pc:docMk/>
            <pc:sldMk cId="3076731452" sldId="256"/>
            <ac:graphicFrameMk id="6" creationId="{211D20AB-E160-4F3E-A1B0-7BE4FB699677}"/>
          </ac:graphicFrameMkLst>
        </pc:graphicFrameChg>
        <pc:picChg chg="add mod">
          <ac:chgData name="Cesar Augusto Lopez Gallego" userId="0dfa9112-9251-4882-b472-cf2dfcee09d1" providerId="ADAL" clId="{1ECFE89E-8405-48BA-9CBD-9EDF7BAEC1B4}" dt="2026-03-16T13:03:10.117" v="2082" actId="1076"/>
          <ac:picMkLst>
            <pc:docMk/>
            <pc:sldMk cId="3076731452" sldId="256"/>
            <ac:picMk id="4" creationId="{929D9343-DA94-4B10-8417-9A62E6DE846D}"/>
          </ac:picMkLst>
        </pc:picChg>
      </pc:sldChg>
      <pc:sldChg chg="addSp delSp modSp new mod setBg">
        <pc:chgData name="Cesar Augusto Lopez Gallego" userId="0dfa9112-9251-4882-b472-cf2dfcee09d1" providerId="ADAL" clId="{1ECFE89E-8405-48BA-9CBD-9EDF7BAEC1B4}" dt="2026-03-17T11:50:57.949" v="2265"/>
        <pc:sldMkLst>
          <pc:docMk/>
          <pc:sldMk cId="4119683741" sldId="257"/>
        </pc:sldMkLst>
        <pc:spChg chg="del">
          <ac:chgData name="Cesar Augusto Lopez Gallego" userId="0dfa9112-9251-4882-b472-cf2dfcee09d1" providerId="ADAL" clId="{1ECFE89E-8405-48BA-9CBD-9EDF7BAEC1B4}" dt="2026-03-07T12:39:37.510" v="58" actId="478"/>
          <ac:spMkLst>
            <pc:docMk/>
            <pc:sldMk cId="4119683741" sldId="257"/>
            <ac:spMk id="2" creationId="{C4110323-BAF2-4F8E-9A4C-8EE71C87458F}"/>
          </ac:spMkLst>
        </pc:spChg>
        <pc:spChg chg="add mod">
          <ac:chgData name="Cesar Augusto Lopez Gallego" userId="0dfa9112-9251-4882-b472-cf2dfcee09d1" providerId="ADAL" clId="{1ECFE89E-8405-48BA-9CBD-9EDF7BAEC1B4}" dt="2026-03-16T00:12:34.204" v="1314" actId="1076"/>
          <ac:spMkLst>
            <pc:docMk/>
            <pc:sldMk cId="4119683741" sldId="257"/>
            <ac:spMk id="3" creationId="{6D89BA5B-05C3-48B9-93BF-49F5CEE35F04}"/>
          </ac:spMkLst>
        </pc:spChg>
        <pc:spChg chg="del">
          <ac:chgData name="Cesar Augusto Lopez Gallego" userId="0dfa9112-9251-4882-b472-cf2dfcee09d1" providerId="ADAL" clId="{1ECFE89E-8405-48BA-9CBD-9EDF7BAEC1B4}" dt="2026-03-07T12:39:40.368" v="59" actId="478"/>
          <ac:spMkLst>
            <pc:docMk/>
            <pc:sldMk cId="4119683741" sldId="257"/>
            <ac:spMk id="3" creationId="{DCCA6569-89A3-42F3-9B6B-DCD5463398FB}"/>
          </ac:spMkLst>
        </pc:spChg>
        <pc:spChg chg="add mod">
          <ac:chgData name="Cesar Augusto Lopez Gallego" userId="0dfa9112-9251-4882-b472-cf2dfcee09d1" providerId="ADAL" clId="{1ECFE89E-8405-48BA-9CBD-9EDF7BAEC1B4}" dt="2026-03-16T00:11:44.587" v="1285" actId="14100"/>
          <ac:spMkLst>
            <pc:docMk/>
            <pc:sldMk cId="4119683741" sldId="257"/>
            <ac:spMk id="5" creationId="{5305E51B-5F3F-4297-9242-9E0F36C686EB}"/>
          </ac:spMkLst>
        </pc:spChg>
        <pc:picChg chg="add mod">
          <ac:chgData name="Cesar Augusto Lopez Gallego" userId="0dfa9112-9251-4882-b472-cf2dfcee09d1" providerId="ADAL" clId="{1ECFE89E-8405-48BA-9CBD-9EDF7BAEC1B4}" dt="2026-03-16T13:04:42.804" v="2087" actId="14100"/>
          <ac:picMkLst>
            <pc:docMk/>
            <pc:sldMk cId="4119683741" sldId="257"/>
            <ac:picMk id="4" creationId="{C640EACD-040E-40D4-B6F6-DFF14D150C50}"/>
          </ac:picMkLst>
        </pc:picChg>
      </pc:sldChg>
      <pc:sldChg chg="addSp delSp modSp new mod setBg">
        <pc:chgData name="Cesar Augusto Lopez Gallego" userId="0dfa9112-9251-4882-b472-cf2dfcee09d1" providerId="ADAL" clId="{1ECFE89E-8405-48BA-9CBD-9EDF7BAEC1B4}" dt="2026-03-17T11:59:31.040" v="2441" actId="14100"/>
        <pc:sldMkLst>
          <pc:docMk/>
          <pc:sldMk cId="4243477837" sldId="258"/>
        </pc:sldMkLst>
        <pc:spChg chg="del">
          <ac:chgData name="Cesar Augusto Lopez Gallego" userId="0dfa9112-9251-4882-b472-cf2dfcee09d1" providerId="ADAL" clId="{1ECFE89E-8405-48BA-9CBD-9EDF7BAEC1B4}" dt="2026-03-07T12:41:08.837" v="66" actId="478"/>
          <ac:spMkLst>
            <pc:docMk/>
            <pc:sldMk cId="4243477837" sldId="258"/>
            <ac:spMk id="2" creationId="{9F5979DD-7A3B-4C92-9E87-F3970EC42ACA}"/>
          </ac:spMkLst>
        </pc:spChg>
        <pc:spChg chg="add mod">
          <ac:chgData name="Cesar Augusto Lopez Gallego" userId="0dfa9112-9251-4882-b472-cf2dfcee09d1" providerId="ADAL" clId="{1ECFE89E-8405-48BA-9CBD-9EDF7BAEC1B4}" dt="2026-03-16T00:15:50.396" v="1385" actId="14100"/>
          <ac:spMkLst>
            <pc:docMk/>
            <pc:sldMk cId="4243477837" sldId="258"/>
            <ac:spMk id="3" creationId="{06CD6560-5FA3-4743-B3BA-0244065AB4F4}"/>
          </ac:spMkLst>
        </pc:spChg>
        <pc:spChg chg="del">
          <ac:chgData name="Cesar Augusto Lopez Gallego" userId="0dfa9112-9251-4882-b472-cf2dfcee09d1" providerId="ADAL" clId="{1ECFE89E-8405-48BA-9CBD-9EDF7BAEC1B4}" dt="2026-03-07T12:41:08.837" v="66" actId="478"/>
          <ac:spMkLst>
            <pc:docMk/>
            <pc:sldMk cId="4243477837" sldId="258"/>
            <ac:spMk id="3" creationId="{A5E4AB5C-2BE4-425E-8C46-F260CE3ED2B5}"/>
          </ac:spMkLst>
        </pc:spChg>
        <pc:spChg chg="add mod">
          <ac:chgData name="Cesar Augusto Lopez Gallego" userId="0dfa9112-9251-4882-b472-cf2dfcee09d1" providerId="ADAL" clId="{1ECFE89E-8405-48BA-9CBD-9EDF7BAEC1B4}" dt="2026-03-17T11:59:31.040" v="2441" actId="14100"/>
          <ac:spMkLst>
            <pc:docMk/>
            <pc:sldMk cId="4243477837" sldId="258"/>
            <ac:spMk id="5" creationId="{E7CC65E1-71C9-42B3-9F79-0F5B3E6ECB22}"/>
          </ac:spMkLst>
        </pc:spChg>
        <pc:picChg chg="add mod">
          <ac:chgData name="Cesar Augusto Lopez Gallego" userId="0dfa9112-9251-4882-b472-cf2dfcee09d1" providerId="ADAL" clId="{1ECFE89E-8405-48BA-9CBD-9EDF7BAEC1B4}" dt="2026-03-16T13:10:00.145" v="2157" actId="1076"/>
          <ac:picMkLst>
            <pc:docMk/>
            <pc:sldMk cId="4243477837" sldId="258"/>
            <ac:picMk id="4" creationId="{7E0CFBB4-AEC7-4440-8E4A-D76B2D3E338C}"/>
          </ac:picMkLst>
        </pc:picChg>
      </pc:sldChg>
      <pc:sldChg chg="addSp delSp modSp new mod setBg">
        <pc:chgData name="Cesar Augusto Lopez Gallego" userId="0dfa9112-9251-4882-b472-cf2dfcee09d1" providerId="ADAL" clId="{1ECFE89E-8405-48BA-9CBD-9EDF7BAEC1B4}" dt="2026-03-17T11:51:06.423" v="2268"/>
        <pc:sldMkLst>
          <pc:docMk/>
          <pc:sldMk cId="3680088119" sldId="259"/>
        </pc:sldMkLst>
        <pc:spChg chg="del">
          <ac:chgData name="Cesar Augusto Lopez Gallego" userId="0dfa9112-9251-4882-b472-cf2dfcee09d1" providerId="ADAL" clId="{1ECFE89E-8405-48BA-9CBD-9EDF7BAEC1B4}" dt="2026-03-07T12:43:15.589" v="120" actId="478"/>
          <ac:spMkLst>
            <pc:docMk/>
            <pc:sldMk cId="3680088119" sldId="259"/>
            <ac:spMk id="2" creationId="{90FC1214-1012-4C3C-9C1B-22F74F87D3FD}"/>
          </ac:spMkLst>
        </pc:spChg>
        <pc:spChg chg="add mod">
          <ac:chgData name="Cesar Augusto Lopez Gallego" userId="0dfa9112-9251-4882-b472-cf2dfcee09d1" providerId="ADAL" clId="{1ECFE89E-8405-48BA-9CBD-9EDF7BAEC1B4}" dt="2026-03-16T00:29:48.174" v="1448" actId="20577"/>
          <ac:spMkLst>
            <pc:docMk/>
            <pc:sldMk cId="3680088119" sldId="259"/>
            <ac:spMk id="3" creationId="{1682D10F-77CF-4391-9693-D570A20192D7}"/>
          </ac:spMkLst>
        </pc:spChg>
        <pc:spChg chg="del">
          <ac:chgData name="Cesar Augusto Lopez Gallego" userId="0dfa9112-9251-4882-b472-cf2dfcee09d1" providerId="ADAL" clId="{1ECFE89E-8405-48BA-9CBD-9EDF7BAEC1B4}" dt="2026-03-07T12:43:15.589" v="120" actId="478"/>
          <ac:spMkLst>
            <pc:docMk/>
            <pc:sldMk cId="3680088119" sldId="259"/>
            <ac:spMk id="3" creationId="{9CD184CE-31FE-40CD-BBC7-7258ED1F7D25}"/>
          </ac:spMkLst>
        </pc:spChg>
        <pc:spChg chg="add mod">
          <ac:chgData name="Cesar Augusto Lopez Gallego" userId="0dfa9112-9251-4882-b472-cf2dfcee09d1" providerId="ADAL" clId="{1ECFE89E-8405-48BA-9CBD-9EDF7BAEC1B4}" dt="2026-03-16T13:10:50.756" v="2161" actId="14100"/>
          <ac:spMkLst>
            <pc:docMk/>
            <pc:sldMk cId="3680088119" sldId="259"/>
            <ac:spMk id="5" creationId="{3BC42EC2-5DB5-4370-9826-C2248528A145}"/>
          </ac:spMkLst>
        </pc:spChg>
        <pc:picChg chg="add mod">
          <ac:chgData name="Cesar Augusto Lopez Gallego" userId="0dfa9112-9251-4882-b472-cf2dfcee09d1" providerId="ADAL" clId="{1ECFE89E-8405-48BA-9CBD-9EDF7BAEC1B4}" dt="2026-03-16T13:10:53.732" v="2162" actId="14100"/>
          <ac:picMkLst>
            <pc:docMk/>
            <pc:sldMk cId="3680088119" sldId="259"/>
            <ac:picMk id="2050" creationId="{D4571035-A3EA-4722-9948-31D13485A6E8}"/>
          </ac:picMkLst>
        </pc:picChg>
      </pc:sldChg>
      <pc:sldChg chg="addSp delSp modSp new mod setBg">
        <pc:chgData name="Cesar Augusto Lopez Gallego" userId="0dfa9112-9251-4882-b472-cf2dfcee09d1" providerId="ADAL" clId="{1ECFE89E-8405-48BA-9CBD-9EDF7BAEC1B4}" dt="2026-03-17T11:51:16.801" v="2274"/>
        <pc:sldMkLst>
          <pc:docMk/>
          <pc:sldMk cId="756824219" sldId="260"/>
        </pc:sldMkLst>
        <pc:spChg chg="del">
          <ac:chgData name="Cesar Augusto Lopez Gallego" userId="0dfa9112-9251-4882-b472-cf2dfcee09d1" providerId="ADAL" clId="{1ECFE89E-8405-48BA-9CBD-9EDF7BAEC1B4}" dt="2026-03-07T12:49:28.391" v="219" actId="478"/>
          <ac:spMkLst>
            <pc:docMk/>
            <pc:sldMk cId="756824219" sldId="260"/>
            <ac:spMk id="2" creationId="{82F1907C-628D-4A37-9F24-4F86F46B1661}"/>
          </ac:spMkLst>
        </pc:spChg>
        <pc:spChg chg="del">
          <ac:chgData name="Cesar Augusto Lopez Gallego" userId="0dfa9112-9251-4882-b472-cf2dfcee09d1" providerId="ADAL" clId="{1ECFE89E-8405-48BA-9CBD-9EDF7BAEC1B4}" dt="2026-03-07T12:49:28.391" v="219" actId="478"/>
          <ac:spMkLst>
            <pc:docMk/>
            <pc:sldMk cId="756824219" sldId="260"/>
            <ac:spMk id="3" creationId="{15AB70B7-3D66-4A5F-A451-4E8C48CD13C1}"/>
          </ac:spMkLst>
        </pc:spChg>
        <pc:spChg chg="add mod">
          <ac:chgData name="Cesar Augusto Lopez Gallego" userId="0dfa9112-9251-4882-b472-cf2dfcee09d1" providerId="ADAL" clId="{1ECFE89E-8405-48BA-9CBD-9EDF7BAEC1B4}" dt="2026-03-16T00:50:49.348" v="1787" actId="20577"/>
          <ac:spMkLst>
            <pc:docMk/>
            <pc:sldMk cId="756824219" sldId="260"/>
            <ac:spMk id="3" creationId="{AE1A0DE7-A05A-4204-8591-E74354253E00}"/>
          </ac:spMkLst>
        </pc:spChg>
        <pc:spChg chg="add mod">
          <ac:chgData name="Cesar Augusto Lopez Gallego" userId="0dfa9112-9251-4882-b472-cf2dfcee09d1" providerId="ADAL" clId="{1ECFE89E-8405-48BA-9CBD-9EDF7BAEC1B4}" dt="2026-03-16T13:30:21.278" v="2204" actId="1076"/>
          <ac:spMkLst>
            <pc:docMk/>
            <pc:sldMk cId="756824219" sldId="260"/>
            <ac:spMk id="5" creationId="{9B893882-DC81-4576-871D-A8A5FA4E5B47}"/>
          </ac:spMkLst>
        </pc:spChg>
        <pc:picChg chg="add del mod">
          <ac:chgData name="Cesar Augusto Lopez Gallego" userId="0dfa9112-9251-4882-b472-cf2dfcee09d1" providerId="ADAL" clId="{1ECFE89E-8405-48BA-9CBD-9EDF7BAEC1B4}" dt="2026-03-16T13:30:30.166" v="2205" actId="478"/>
          <ac:picMkLst>
            <pc:docMk/>
            <pc:sldMk cId="756824219" sldId="260"/>
            <ac:picMk id="6146" creationId="{696E38AA-D983-441C-B36E-7C1004293366}"/>
          </ac:picMkLst>
        </pc:picChg>
        <pc:picChg chg="add mod">
          <ac:chgData name="Cesar Augusto Lopez Gallego" userId="0dfa9112-9251-4882-b472-cf2dfcee09d1" providerId="ADAL" clId="{1ECFE89E-8405-48BA-9CBD-9EDF7BAEC1B4}" dt="2026-03-16T13:34:33.342" v="2209" actId="1076"/>
          <ac:picMkLst>
            <pc:docMk/>
            <pc:sldMk cId="756824219" sldId="260"/>
            <ac:picMk id="6148" creationId="{0A1947DF-5096-4E52-9B5B-F65E9732963E}"/>
          </ac:picMkLst>
        </pc:picChg>
      </pc:sldChg>
      <pc:sldChg chg="addSp delSp modSp new mod setBg">
        <pc:chgData name="Cesar Augusto Lopez Gallego" userId="0dfa9112-9251-4882-b472-cf2dfcee09d1" providerId="ADAL" clId="{1ECFE89E-8405-48BA-9CBD-9EDF7BAEC1B4}" dt="2026-03-17T11:58:45.357" v="2433" actId="1076"/>
        <pc:sldMkLst>
          <pc:docMk/>
          <pc:sldMk cId="3830673958" sldId="261"/>
        </pc:sldMkLst>
        <pc:spChg chg="del">
          <ac:chgData name="Cesar Augusto Lopez Gallego" userId="0dfa9112-9251-4882-b472-cf2dfcee09d1" providerId="ADAL" clId="{1ECFE89E-8405-48BA-9CBD-9EDF7BAEC1B4}" dt="2026-03-07T12:56:55.922" v="293" actId="478"/>
          <ac:spMkLst>
            <pc:docMk/>
            <pc:sldMk cId="3830673958" sldId="261"/>
            <ac:spMk id="2" creationId="{519C9774-4B83-4421-BA1B-AE4A8BF36485}"/>
          </ac:spMkLst>
        </pc:spChg>
        <pc:spChg chg="del">
          <ac:chgData name="Cesar Augusto Lopez Gallego" userId="0dfa9112-9251-4882-b472-cf2dfcee09d1" providerId="ADAL" clId="{1ECFE89E-8405-48BA-9CBD-9EDF7BAEC1B4}" dt="2026-03-07T12:56:55.922" v="293" actId="478"/>
          <ac:spMkLst>
            <pc:docMk/>
            <pc:sldMk cId="3830673958" sldId="261"/>
            <ac:spMk id="3" creationId="{7F552B92-25F9-44DD-9964-96C5D7464B2A}"/>
          </ac:spMkLst>
        </pc:spChg>
        <pc:spChg chg="add del mod">
          <ac:chgData name="Cesar Augusto Lopez Gallego" userId="0dfa9112-9251-4882-b472-cf2dfcee09d1" providerId="ADAL" clId="{1ECFE89E-8405-48BA-9CBD-9EDF7BAEC1B4}" dt="2026-03-16T00:57:42.743" v="1823" actId="21"/>
          <ac:spMkLst>
            <pc:docMk/>
            <pc:sldMk cId="3830673958" sldId="261"/>
            <ac:spMk id="3" creationId="{89DFCF58-A16E-426B-9792-AEAC3DA34C5A}"/>
          </ac:spMkLst>
        </pc:spChg>
        <pc:spChg chg="add mod">
          <ac:chgData name="Cesar Augusto Lopez Gallego" userId="0dfa9112-9251-4882-b472-cf2dfcee09d1" providerId="ADAL" clId="{1ECFE89E-8405-48BA-9CBD-9EDF7BAEC1B4}" dt="2026-03-17T11:58:45.357" v="2433" actId="1076"/>
          <ac:spMkLst>
            <pc:docMk/>
            <pc:sldMk cId="3830673958" sldId="261"/>
            <ac:spMk id="5" creationId="{469D94B7-B710-4406-9A25-EC6C9592E7A1}"/>
          </ac:spMkLst>
        </pc:spChg>
        <pc:picChg chg="add mod">
          <ac:chgData name="Cesar Augusto Lopez Gallego" userId="0dfa9112-9251-4882-b472-cf2dfcee09d1" providerId="ADAL" clId="{1ECFE89E-8405-48BA-9CBD-9EDF7BAEC1B4}" dt="2026-03-16T13:35:44.240" v="2213" actId="1076"/>
          <ac:picMkLst>
            <pc:docMk/>
            <pc:sldMk cId="3830673958" sldId="261"/>
            <ac:picMk id="4" creationId="{847B9DC1-465A-4FD2-B860-AE27FA9D014A}"/>
          </ac:picMkLst>
        </pc:picChg>
      </pc:sldChg>
      <pc:sldChg chg="addSp delSp modSp new mod setBg">
        <pc:chgData name="Cesar Augusto Lopez Gallego" userId="0dfa9112-9251-4882-b472-cf2dfcee09d1" providerId="ADAL" clId="{1ECFE89E-8405-48BA-9CBD-9EDF7BAEC1B4}" dt="2026-03-17T11:51:22.938" v="2276"/>
        <pc:sldMkLst>
          <pc:docMk/>
          <pc:sldMk cId="3799839005" sldId="262"/>
        </pc:sldMkLst>
        <pc:spChg chg="del">
          <ac:chgData name="Cesar Augusto Lopez Gallego" userId="0dfa9112-9251-4882-b472-cf2dfcee09d1" providerId="ADAL" clId="{1ECFE89E-8405-48BA-9CBD-9EDF7BAEC1B4}" dt="2026-03-07T13:00:45.133" v="318" actId="478"/>
          <ac:spMkLst>
            <pc:docMk/>
            <pc:sldMk cId="3799839005" sldId="262"/>
            <ac:spMk id="2" creationId="{A2049C85-9725-4192-A91B-6A1060200E68}"/>
          </ac:spMkLst>
        </pc:spChg>
        <pc:spChg chg="add mod">
          <ac:chgData name="Cesar Augusto Lopez Gallego" userId="0dfa9112-9251-4882-b472-cf2dfcee09d1" providerId="ADAL" clId="{1ECFE89E-8405-48BA-9CBD-9EDF7BAEC1B4}" dt="2026-03-16T00:57:51.422" v="1825"/>
          <ac:spMkLst>
            <pc:docMk/>
            <pc:sldMk cId="3799839005" sldId="262"/>
            <ac:spMk id="3" creationId="{2469C887-2166-4243-9D9C-B64882F66366}"/>
          </ac:spMkLst>
        </pc:spChg>
        <pc:spChg chg="del">
          <ac:chgData name="Cesar Augusto Lopez Gallego" userId="0dfa9112-9251-4882-b472-cf2dfcee09d1" providerId="ADAL" clId="{1ECFE89E-8405-48BA-9CBD-9EDF7BAEC1B4}" dt="2026-03-07T13:00:45.133" v="318" actId="478"/>
          <ac:spMkLst>
            <pc:docMk/>
            <pc:sldMk cId="3799839005" sldId="262"/>
            <ac:spMk id="3" creationId="{FBAB8910-4318-4CA2-9E39-37D2A3DD52A1}"/>
          </ac:spMkLst>
        </pc:spChg>
        <pc:spChg chg="add mod">
          <ac:chgData name="Cesar Augusto Lopez Gallego" userId="0dfa9112-9251-4882-b472-cf2dfcee09d1" providerId="ADAL" clId="{1ECFE89E-8405-48BA-9CBD-9EDF7BAEC1B4}" dt="2026-03-16T13:37:09.341" v="2216" actId="207"/>
          <ac:spMkLst>
            <pc:docMk/>
            <pc:sldMk cId="3799839005" sldId="262"/>
            <ac:spMk id="5" creationId="{401B2660-6A20-4CA4-8E57-6A538AB0D69F}"/>
          </ac:spMkLst>
        </pc:spChg>
        <pc:picChg chg="add del">
          <ac:chgData name="Cesar Augusto Lopez Gallego" userId="0dfa9112-9251-4882-b472-cf2dfcee09d1" providerId="ADAL" clId="{1ECFE89E-8405-48BA-9CBD-9EDF7BAEC1B4}" dt="2026-03-07T16:52:08.420" v="819" actId="22"/>
          <ac:picMkLst>
            <pc:docMk/>
            <pc:sldMk cId="3799839005" sldId="262"/>
            <ac:picMk id="3" creationId="{BA79B233-59D3-4B0E-852D-964E6E09691A}"/>
          </ac:picMkLst>
        </pc:picChg>
        <pc:picChg chg="add mod">
          <ac:chgData name="Cesar Augusto Lopez Gallego" userId="0dfa9112-9251-4882-b472-cf2dfcee09d1" providerId="ADAL" clId="{1ECFE89E-8405-48BA-9CBD-9EDF7BAEC1B4}" dt="2026-03-16T13:37:03.908" v="2215" actId="1076"/>
          <ac:picMkLst>
            <pc:docMk/>
            <pc:sldMk cId="3799839005" sldId="262"/>
            <ac:picMk id="4" creationId="{F887CB52-A168-4C83-95C2-FC0381F2DFA8}"/>
          </ac:picMkLst>
        </pc:picChg>
      </pc:sldChg>
      <pc:sldChg chg="addSp delSp modSp new mod setBg">
        <pc:chgData name="Cesar Augusto Lopez Gallego" userId="0dfa9112-9251-4882-b472-cf2dfcee09d1" providerId="ADAL" clId="{1ECFE89E-8405-48BA-9CBD-9EDF7BAEC1B4}" dt="2026-03-17T11:57:24.110" v="2426" actId="14100"/>
        <pc:sldMkLst>
          <pc:docMk/>
          <pc:sldMk cId="2809158251" sldId="263"/>
        </pc:sldMkLst>
        <pc:spChg chg="del">
          <ac:chgData name="Cesar Augusto Lopez Gallego" userId="0dfa9112-9251-4882-b472-cf2dfcee09d1" providerId="ADAL" clId="{1ECFE89E-8405-48BA-9CBD-9EDF7BAEC1B4}" dt="2026-03-07T13:04:26.137" v="413" actId="478"/>
          <ac:spMkLst>
            <pc:docMk/>
            <pc:sldMk cId="2809158251" sldId="263"/>
            <ac:spMk id="2" creationId="{53AD2CEB-7E29-4D5A-852C-EF235A730616}"/>
          </ac:spMkLst>
        </pc:spChg>
        <pc:spChg chg="del">
          <ac:chgData name="Cesar Augusto Lopez Gallego" userId="0dfa9112-9251-4882-b472-cf2dfcee09d1" providerId="ADAL" clId="{1ECFE89E-8405-48BA-9CBD-9EDF7BAEC1B4}" dt="2026-03-07T13:04:26.137" v="413" actId="478"/>
          <ac:spMkLst>
            <pc:docMk/>
            <pc:sldMk cId="2809158251" sldId="263"/>
            <ac:spMk id="3" creationId="{69F022B7-2B61-4678-85EF-C4894B551D58}"/>
          </ac:spMkLst>
        </pc:spChg>
        <pc:spChg chg="add mod">
          <ac:chgData name="Cesar Augusto Lopez Gallego" userId="0dfa9112-9251-4882-b472-cf2dfcee09d1" providerId="ADAL" clId="{1ECFE89E-8405-48BA-9CBD-9EDF7BAEC1B4}" dt="2026-03-16T01:02:12.678" v="1891" actId="20577"/>
          <ac:spMkLst>
            <pc:docMk/>
            <pc:sldMk cId="2809158251" sldId="263"/>
            <ac:spMk id="3" creationId="{B4102657-EF05-4672-8890-CF1DB10509EC}"/>
          </ac:spMkLst>
        </pc:spChg>
        <pc:spChg chg="add del">
          <ac:chgData name="Cesar Augusto Lopez Gallego" userId="0dfa9112-9251-4882-b472-cf2dfcee09d1" providerId="ADAL" clId="{1ECFE89E-8405-48BA-9CBD-9EDF7BAEC1B4}" dt="2026-03-07T13:04:37.711" v="415" actId="22"/>
          <ac:spMkLst>
            <pc:docMk/>
            <pc:sldMk cId="2809158251" sldId="263"/>
            <ac:spMk id="5" creationId="{D238FD03-252B-4BA6-B158-BABDFFDF37D4}"/>
          </ac:spMkLst>
        </pc:spChg>
        <pc:spChg chg="add mod">
          <ac:chgData name="Cesar Augusto Lopez Gallego" userId="0dfa9112-9251-4882-b472-cf2dfcee09d1" providerId="ADAL" clId="{1ECFE89E-8405-48BA-9CBD-9EDF7BAEC1B4}" dt="2026-03-17T11:57:24.110" v="2426" actId="14100"/>
          <ac:spMkLst>
            <pc:docMk/>
            <pc:sldMk cId="2809158251" sldId="263"/>
            <ac:spMk id="7" creationId="{925D5533-9857-401B-B2C0-5E906E81660C}"/>
          </ac:spMkLst>
        </pc:spChg>
        <pc:picChg chg="add mod">
          <ac:chgData name="Cesar Augusto Lopez Gallego" userId="0dfa9112-9251-4882-b472-cf2dfcee09d1" providerId="ADAL" clId="{1ECFE89E-8405-48BA-9CBD-9EDF7BAEC1B4}" dt="2026-03-16T14:03:07.507" v="2236" actId="1076"/>
          <ac:picMkLst>
            <pc:docMk/>
            <pc:sldMk cId="2809158251" sldId="263"/>
            <ac:picMk id="7170" creationId="{046629E2-5C73-4914-B546-B47513442E41}"/>
          </ac:picMkLst>
        </pc:picChg>
      </pc:sldChg>
      <pc:sldChg chg="addSp delSp modSp new mod setBg">
        <pc:chgData name="Cesar Augusto Lopez Gallego" userId="0dfa9112-9251-4882-b472-cf2dfcee09d1" providerId="ADAL" clId="{1ECFE89E-8405-48BA-9CBD-9EDF7BAEC1B4}" dt="2026-03-17T11:51:59.154" v="2283"/>
        <pc:sldMkLst>
          <pc:docMk/>
          <pc:sldMk cId="2278040143" sldId="264"/>
        </pc:sldMkLst>
        <pc:spChg chg="del">
          <ac:chgData name="Cesar Augusto Lopez Gallego" userId="0dfa9112-9251-4882-b472-cf2dfcee09d1" providerId="ADAL" clId="{1ECFE89E-8405-48BA-9CBD-9EDF7BAEC1B4}" dt="2026-03-07T13:06:50.264" v="432" actId="478"/>
          <ac:spMkLst>
            <pc:docMk/>
            <pc:sldMk cId="2278040143" sldId="264"/>
            <ac:spMk id="2" creationId="{489FE6FC-BDFB-4365-B934-C724065E77CF}"/>
          </ac:spMkLst>
        </pc:spChg>
        <pc:spChg chg="add mod">
          <ac:chgData name="Cesar Augusto Lopez Gallego" userId="0dfa9112-9251-4882-b472-cf2dfcee09d1" providerId="ADAL" clId="{1ECFE89E-8405-48BA-9CBD-9EDF7BAEC1B4}" dt="2026-03-16T01:09:23.688" v="2025"/>
          <ac:spMkLst>
            <pc:docMk/>
            <pc:sldMk cId="2278040143" sldId="264"/>
            <ac:spMk id="3" creationId="{4324AA16-23AC-4674-B2B3-737F55EB393F}"/>
          </ac:spMkLst>
        </pc:spChg>
        <pc:spChg chg="del">
          <ac:chgData name="Cesar Augusto Lopez Gallego" userId="0dfa9112-9251-4882-b472-cf2dfcee09d1" providerId="ADAL" clId="{1ECFE89E-8405-48BA-9CBD-9EDF7BAEC1B4}" dt="2026-03-07T13:06:50.264" v="432" actId="478"/>
          <ac:spMkLst>
            <pc:docMk/>
            <pc:sldMk cId="2278040143" sldId="264"/>
            <ac:spMk id="3" creationId="{71CF2B55-856C-4189-881B-EDBC4B31F987}"/>
          </ac:spMkLst>
        </pc:spChg>
        <pc:spChg chg="add mod">
          <ac:chgData name="Cesar Augusto Lopez Gallego" userId="0dfa9112-9251-4882-b472-cf2dfcee09d1" providerId="ADAL" clId="{1ECFE89E-8405-48BA-9CBD-9EDF7BAEC1B4}" dt="2026-03-17T11:51:59.154" v="2283"/>
          <ac:spMkLst>
            <pc:docMk/>
            <pc:sldMk cId="2278040143" sldId="264"/>
            <ac:spMk id="5" creationId="{6186B788-934B-4F1E-A5C4-7259EE95380F}"/>
          </ac:spMkLst>
        </pc:spChg>
        <pc:spChg chg="add mod">
          <ac:chgData name="Cesar Augusto Lopez Gallego" userId="0dfa9112-9251-4882-b472-cf2dfcee09d1" providerId="ADAL" clId="{1ECFE89E-8405-48BA-9CBD-9EDF7BAEC1B4}" dt="2026-03-16T14:05:00.401" v="2260"/>
          <ac:spMkLst>
            <pc:docMk/>
            <pc:sldMk cId="2278040143" sldId="264"/>
            <ac:spMk id="6" creationId="{37151825-2B94-4EA2-ADFE-26DEE1AA8093}"/>
          </ac:spMkLst>
        </pc:spChg>
        <pc:picChg chg="add mod">
          <ac:chgData name="Cesar Augusto Lopez Gallego" userId="0dfa9112-9251-4882-b472-cf2dfcee09d1" providerId="ADAL" clId="{1ECFE89E-8405-48BA-9CBD-9EDF7BAEC1B4}" dt="2026-03-16T14:04:05.653" v="2246" actId="1076"/>
          <ac:picMkLst>
            <pc:docMk/>
            <pc:sldMk cId="2278040143" sldId="264"/>
            <ac:picMk id="10242" creationId="{68A18EFB-04FC-4EB3-84A1-12EC1847669D}"/>
          </ac:picMkLst>
        </pc:picChg>
      </pc:sldChg>
      <pc:sldChg chg="addSp delSp modSp new del mod">
        <pc:chgData name="Cesar Augusto Lopez Gallego" userId="0dfa9112-9251-4882-b472-cf2dfcee09d1" providerId="ADAL" clId="{1ECFE89E-8405-48BA-9CBD-9EDF7BAEC1B4}" dt="2026-03-07T13:11:45.846" v="525" actId="47"/>
        <pc:sldMkLst>
          <pc:docMk/>
          <pc:sldMk cId="660325551" sldId="265"/>
        </pc:sldMkLst>
        <pc:spChg chg="del">
          <ac:chgData name="Cesar Augusto Lopez Gallego" userId="0dfa9112-9251-4882-b472-cf2dfcee09d1" providerId="ADAL" clId="{1ECFE89E-8405-48BA-9CBD-9EDF7BAEC1B4}" dt="2026-03-07T13:09:06.736" v="508" actId="478"/>
          <ac:spMkLst>
            <pc:docMk/>
            <pc:sldMk cId="660325551" sldId="265"/>
            <ac:spMk id="2" creationId="{1BEB8D3A-C265-472F-9EFB-1BC106BDF437}"/>
          </ac:spMkLst>
        </pc:spChg>
        <pc:spChg chg="del">
          <ac:chgData name="Cesar Augusto Lopez Gallego" userId="0dfa9112-9251-4882-b472-cf2dfcee09d1" providerId="ADAL" clId="{1ECFE89E-8405-48BA-9CBD-9EDF7BAEC1B4}" dt="2026-03-07T13:09:06.736" v="508" actId="478"/>
          <ac:spMkLst>
            <pc:docMk/>
            <pc:sldMk cId="660325551" sldId="265"/>
            <ac:spMk id="3" creationId="{554E629C-25EC-4123-9ECB-EE226AE0583F}"/>
          </ac:spMkLst>
        </pc:spChg>
        <pc:spChg chg="add del">
          <ac:chgData name="Cesar Augusto Lopez Gallego" userId="0dfa9112-9251-4882-b472-cf2dfcee09d1" providerId="ADAL" clId="{1ECFE89E-8405-48BA-9CBD-9EDF7BAEC1B4}" dt="2026-03-07T13:09:13.377" v="511" actId="22"/>
          <ac:spMkLst>
            <pc:docMk/>
            <pc:sldMk cId="660325551" sldId="265"/>
            <ac:spMk id="5" creationId="{0C38CA33-B895-4C0A-9235-FA08620890B7}"/>
          </ac:spMkLst>
        </pc:spChg>
        <pc:spChg chg="add del">
          <ac:chgData name="Cesar Augusto Lopez Gallego" userId="0dfa9112-9251-4882-b472-cf2dfcee09d1" providerId="ADAL" clId="{1ECFE89E-8405-48BA-9CBD-9EDF7BAEC1B4}" dt="2026-03-07T13:09:32.614" v="514" actId="478"/>
          <ac:spMkLst>
            <pc:docMk/>
            <pc:sldMk cId="660325551" sldId="265"/>
            <ac:spMk id="7" creationId="{CA55A063-CB02-4AC0-9CC3-479EEB20BF47}"/>
          </ac:spMkLst>
        </pc:spChg>
        <pc:picChg chg="add mod">
          <ac:chgData name="Cesar Augusto Lopez Gallego" userId="0dfa9112-9251-4882-b472-cf2dfcee09d1" providerId="ADAL" clId="{1ECFE89E-8405-48BA-9CBD-9EDF7BAEC1B4}" dt="2026-03-07T13:10:27.307" v="517" actId="1076"/>
          <ac:picMkLst>
            <pc:docMk/>
            <pc:sldMk cId="660325551" sldId="265"/>
            <ac:picMk id="9" creationId="{9DA42305-D5C9-4B2F-8976-CA49531292EF}"/>
          </ac:picMkLst>
        </pc:picChg>
      </pc:sldChg>
      <pc:sldChg chg="addSp delSp modSp new mod setBg">
        <pc:chgData name="Cesar Augusto Lopez Gallego" userId="0dfa9112-9251-4882-b472-cf2dfcee09d1" providerId="ADAL" clId="{1ECFE89E-8405-48BA-9CBD-9EDF7BAEC1B4}" dt="2026-03-17T11:51:11.425" v="2270"/>
        <pc:sldMkLst>
          <pc:docMk/>
          <pc:sldMk cId="2798689400" sldId="265"/>
        </pc:sldMkLst>
        <pc:spChg chg="del">
          <ac:chgData name="Cesar Augusto Lopez Gallego" userId="0dfa9112-9251-4882-b472-cf2dfcee09d1" providerId="ADAL" clId="{1ECFE89E-8405-48BA-9CBD-9EDF7BAEC1B4}" dt="2026-03-07T14:53:56.163" v="699" actId="478"/>
          <ac:spMkLst>
            <pc:docMk/>
            <pc:sldMk cId="2798689400" sldId="265"/>
            <ac:spMk id="2" creationId="{F5CB548E-4F53-4D96-B09E-0E110C739CE2}"/>
          </ac:spMkLst>
        </pc:spChg>
        <pc:spChg chg="del">
          <ac:chgData name="Cesar Augusto Lopez Gallego" userId="0dfa9112-9251-4882-b472-cf2dfcee09d1" providerId="ADAL" clId="{1ECFE89E-8405-48BA-9CBD-9EDF7BAEC1B4}" dt="2026-03-07T14:53:56.163" v="699" actId="478"/>
          <ac:spMkLst>
            <pc:docMk/>
            <pc:sldMk cId="2798689400" sldId="265"/>
            <ac:spMk id="3" creationId="{2E8E20D0-9AFC-4CB3-BB71-1EA01286F9DD}"/>
          </ac:spMkLst>
        </pc:spChg>
        <pc:spChg chg="add del">
          <ac:chgData name="Cesar Augusto Lopez Gallego" userId="0dfa9112-9251-4882-b472-cf2dfcee09d1" providerId="ADAL" clId="{1ECFE89E-8405-48BA-9CBD-9EDF7BAEC1B4}" dt="2026-03-16T00:32:37.323" v="1461" actId="478"/>
          <ac:spMkLst>
            <pc:docMk/>
            <pc:sldMk cId="2798689400" sldId="265"/>
            <ac:spMk id="4" creationId="{757B217B-7DB0-427B-8326-DA1B69E2B08B}"/>
          </ac:spMkLst>
        </pc:spChg>
        <pc:spChg chg="add mod">
          <ac:chgData name="Cesar Augusto Lopez Gallego" userId="0dfa9112-9251-4882-b472-cf2dfcee09d1" providerId="ADAL" clId="{1ECFE89E-8405-48BA-9CBD-9EDF7BAEC1B4}" dt="2026-03-16T13:11:32.982" v="2172" actId="1076"/>
          <ac:spMkLst>
            <pc:docMk/>
            <pc:sldMk cId="2798689400" sldId="265"/>
            <ac:spMk id="5" creationId="{A8EF0681-8CF1-44B5-AD14-55C8447727A5}"/>
          </ac:spMkLst>
        </pc:spChg>
        <pc:spChg chg="add del mod">
          <ac:chgData name="Cesar Augusto Lopez Gallego" userId="0dfa9112-9251-4882-b472-cf2dfcee09d1" providerId="ADAL" clId="{1ECFE89E-8405-48BA-9CBD-9EDF7BAEC1B4}" dt="2026-03-16T00:34:58.009" v="1511" actId="478"/>
          <ac:spMkLst>
            <pc:docMk/>
            <pc:sldMk cId="2798689400" sldId="265"/>
            <ac:spMk id="6" creationId="{071DEEF6-EAF3-4B7A-B82D-A6D626863BDC}"/>
          </ac:spMkLst>
        </pc:spChg>
        <pc:spChg chg="add mod">
          <ac:chgData name="Cesar Augusto Lopez Gallego" userId="0dfa9112-9251-4882-b472-cf2dfcee09d1" providerId="ADAL" clId="{1ECFE89E-8405-48BA-9CBD-9EDF7BAEC1B4}" dt="2026-03-16T00:35:05.340" v="1513"/>
          <ac:spMkLst>
            <pc:docMk/>
            <pc:sldMk cId="2798689400" sldId="265"/>
            <ac:spMk id="7" creationId="{1750CD69-0992-467E-9542-4FC5819EB7C6}"/>
          </ac:spMkLst>
        </pc:spChg>
        <pc:picChg chg="add mod">
          <ac:chgData name="Cesar Augusto Lopez Gallego" userId="0dfa9112-9251-4882-b472-cf2dfcee09d1" providerId="ADAL" clId="{1ECFE89E-8405-48BA-9CBD-9EDF7BAEC1B4}" dt="2026-03-16T13:11:35.537" v="2173" actId="1076"/>
          <ac:picMkLst>
            <pc:docMk/>
            <pc:sldMk cId="2798689400" sldId="265"/>
            <ac:picMk id="5122" creationId="{BB4CBBFB-B825-4F4A-A85B-52F82FBB6023}"/>
          </ac:picMkLst>
        </pc:picChg>
      </pc:sldChg>
      <pc:sldChg chg="addSp delSp modSp new mod setBg">
        <pc:chgData name="Cesar Augusto Lopez Gallego" userId="0dfa9112-9251-4882-b472-cf2dfcee09d1" providerId="ADAL" clId="{1ECFE89E-8405-48BA-9CBD-9EDF7BAEC1B4}" dt="2026-03-17T11:51:04.648" v="2267"/>
        <pc:sldMkLst>
          <pc:docMk/>
          <pc:sldMk cId="2316279194" sldId="266"/>
        </pc:sldMkLst>
        <pc:spChg chg="del">
          <ac:chgData name="Cesar Augusto Lopez Gallego" userId="0dfa9112-9251-4882-b472-cf2dfcee09d1" providerId="ADAL" clId="{1ECFE89E-8405-48BA-9CBD-9EDF7BAEC1B4}" dt="2026-03-07T15:02:47.066" v="774" actId="478"/>
          <ac:spMkLst>
            <pc:docMk/>
            <pc:sldMk cId="2316279194" sldId="266"/>
            <ac:spMk id="2" creationId="{B9DC65D9-BC7D-4D5C-AA7F-D9F4219D9C6E}"/>
          </ac:spMkLst>
        </pc:spChg>
        <pc:spChg chg="del">
          <ac:chgData name="Cesar Augusto Lopez Gallego" userId="0dfa9112-9251-4882-b472-cf2dfcee09d1" providerId="ADAL" clId="{1ECFE89E-8405-48BA-9CBD-9EDF7BAEC1B4}" dt="2026-03-07T15:02:47.066" v="774" actId="478"/>
          <ac:spMkLst>
            <pc:docMk/>
            <pc:sldMk cId="2316279194" sldId="266"/>
            <ac:spMk id="3" creationId="{DE6BA387-6EDB-479D-8725-778314AAB059}"/>
          </ac:spMkLst>
        </pc:spChg>
        <pc:spChg chg="add mod">
          <ac:chgData name="Cesar Augusto Lopez Gallego" userId="0dfa9112-9251-4882-b472-cf2dfcee09d1" providerId="ADAL" clId="{1ECFE89E-8405-48BA-9CBD-9EDF7BAEC1B4}" dt="2026-03-16T00:15:57.463" v="1386"/>
          <ac:spMkLst>
            <pc:docMk/>
            <pc:sldMk cId="2316279194" sldId="266"/>
            <ac:spMk id="3" creationId="{F52A8D39-0DAA-498D-B876-0E316DCB82D0}"/>
          </ac:spMkLst>
        </pc:spChg>
        <pc:spChg chg="add mod">
          <ac:chgData name="Cesar Augusto Lopez Gallego" userId="0dfa9112-9251-4882-b472-cf2dfcee09d1" providerId="ADAL" clId="{1ECFE89E-8405-48BA-9CBD-9EDF7BAEC1B4}" dt="2026-03-16T13:09:07.654" v="2147" actId="1076"/>
          <ac:spMkLst>
            <pc:docMk/>
            <pc:sldMk cId="2316279194" sldId="266"/>
            <ac:spMk id="5" creationId="{BE81B0DD-CCFF-4C4F-9DB7-9A97C7960065}"/>
          </ac:spMkLst>
        </pc:spChg>
        <pc:picChg chg="add mod">
          <ac:chgData name="Cesar Augusto Lopez Gallego" userId="0dfa9112-9251-4882-b472-cf2dfcee09d1" providerId="ADAL" clId="{1ECFE89E-8405-48BA-9CBD-9EDF7BAEC1B4}" dt="2026-03-16T13:09:17.400" v="2149" actId="1076"/>
          <ac:picMkLst>
            <pc:docMk/>
            <pc:sldMk cId="2316279194" sldId="266"/>
            <ac:picMk id="1026" creationId="{1F9C25B9-ACBD-4F83-8D91-D2E2DFAAFCFC}"/>
          </ac:picMkLst>
        </pc:picChg>
      </pc:sldChg>
      <pc:sldChg chg="delSp new del mod">
        <pc:chgData name="Cesar Augusto Lopez Gallego" userId="0dfa9112-9251-4882-b472-cf2dfcee09d1" providerId="ADAL" clId="{1ECFE89E-8405-48BA-9CBD-9EDF7BAEC1B4}" dt="2026-03-07T15:02:27.428" v="763" actId="47"/>
        <pc:sldMkLst>
          <pc:docMk/>
          <pc:sldMk cId="3249684821" sldId="266"/>
        </pc:sldMkLst>
        <pc:spChg chg="del">
          <ac:chgData name="Cesar Augusto Lopez Gallego" userId="0dfa9112-9251-4882-b472-cf2dfcee09d1" providerId="ADAL" clId="{1ECFE89E-8405-48BA-9CBD-9EDF7BAEC1B4}" dt="2026-03-07T15:02:08.639" v="762" actId="478"/>
          <ac:spMkLst>
            <pc:docMk/>
            <pc:sldMk cId="3249684821" sldId="266"/>
            <ac:spMk id="2" creationId="{F8D36CB0-145C-4972-A973-59688DDFB5BD}"/>
          </ac:spMkLst>
        </pc:spChg>
        <pc:spChg chg="del">
          <ac:chgData name="Cesar Augusto Lopez Gallego" userId="0dfa9112-9251-4882-b472-cf2dfcee09d1" providerId="ADAL" clId="{1ECFE89E-8405-48BA-9CBD-9EDF7BAEC1B4}" dt="2026-03-07T15:02:08.639" v="762" actId="478"/>
          <ac:spMkLst>
            <pc:docMk/>
            <pc:sldMk cId="3249684821" sldId="266"/>
            <ac:spMk id="3" creationId="{B1CEFDDA-4BF7-4D54-A26E-FAD253FEB28B}"/>
          </ac:spMkLst>
        </pc:spChg>
      </pc:sldChg>
      <pc:sldChg chg="addSp delSp modSp new mod setBg">
        <pc:chgData name="Cesar Augusto Lopez Gallego" userId="0dfa9112-9251-4882-b472-cf2dfcee09d1" providerId="ADAL" clId="{1ECFE89E-8405-48BA-9CBD-9EDF7BAEC1B4}" dt="2026-03-17T11:51:14.953" v="2273"/>
        <pc:sldMkLst>
          <pc:docMk/>
          <pc:sldMk cId="972899891" sldId="267"/>
        </pc:sldMkLst>
        <pc:spChg chg="del">
          <ac:chgData name="Cesar Augusto Lopez Gallego" userId="0dfa9112-9251-4882-b472-cf2dfcee09d1" providerId="ADAL" clId="{1ECFE89E-8405-48BA-9CBD-9EDF7BAEC1B4}" dt="2026-03-07T16:47:13.503" v="797" actId="478"/>
          <ac:spMkLst>
            <pc:docMk/>
            <pc:sldMk cId="972899891" sldId="267"/>
            <ac:spMk id="2" creationId="{84938301-4535-4999-AB02-7AB7D450BE50}"/>
          </ac:spMkLst>
        </pc:spChg>
        <pc:spChg chg="del">
          <ac:chgData name="Cesar Augusto Lopez Gallego" userId="0dfa9112-9251-4882-b472-cf2dfcee09d1" providerId="ADAL" clId="{1ECFE89E-8405-48BA-9CBD-9EDF7BAEC1B4}" dt="2026-03-07T16:47:13.503" v="797" actId="478"/>
          <ac:spMkLst>
            <pc:docMk/>
            <pc:sldMk cId="972899891" sldId="267"/>
            <ac:spMk id="3" creationId="{77D83CBA-8281-450A-9729-425E69347A07}"/>
          </ac:spMkLst>
        </pc:spChg>
        <pc:spChg chg="add mod">
          <ac:chgData name="Cesar Augusto Lopez Gallego" userId="0dfa9112-9251-4882-b472-cf2dfcee09d1" providerId="ADAL" clId="{1ECFE89E-8405-48BA-9CBD-9EDF7BAEC1B4}" dt="2026-03-16T00:38:50.435" v="1631" actId="14100"/>
          <ac:spMkLst>
            <pc:docMk/>
            <pc:sldMk cId="972899891" sldId="267"/>
            <ac:spMk id="4" creationId="{A2CCDB8A-20F7-4E3A-B74D-3F0FCC907FEE}"/>
          </ac:spMkLst>
        </pc:spChg>
        <pc:spChg chg="add mod">
          <ac:chgData name="Cesar Augusto Lopez Gallego" userId="0dfa9112-9251-4882-b472-cf2dfcee09d1" providerId="ADAL" clId="{1ECFE89E-8405-48BA-9CBD-9EDF7BAEC1B4}" dt="2026-03-16T13:13:58.563" v="2194" actId="20577"/>
          <ac:spMkLst>
            <pc:docMk/>
            <pc:sldMk cId="972899891" sldId="267"/>
            <ac:spMk id="6" creationId="{92C70341-3148-4ECE-A0CB-9072BBC8C3B3}"/>
          </ac:spMkLst>
        </pc:spChg>
        <pc:spChg chg="add mod">
          <ac:chgData name="Cesar Augusto Lopez Gallego" userId="0dfa9112-9251-4882-b472-cf2dfcee09d1" providerId="ADAL" clId="{1ECFE89E-8405-48BA-9CBD-9EDF7BAEC1B4}" dt="2026-03-16T13:12:33.074" v="2183" actId="13926"/>
          <ac:spMkLst>
            <pc:docMk/>
            <pc:sldMk cId="972899891" sldId="267"/>
            <ac:spMk id="7" creationId="{2B5F23D2-63EC-472D-83DE-B7CEABB2DBD4}"/>
          </ac:spMkLst>
        </pc:spChg>
        <pc:picChg chg="add mod">
          <ac:chgData name="Cesar Augusto Lopez Gallego" userId="0dfa9112-9251-4882-b472-cf2dfcee09d1" providerId="ADAL" clId="{1ECFE89E-8405-48BA-9CBD-9EDF7BAEC1B4}" dt="2026-03-16T00:37:58.731" v="1547" actId="1076"/>
          <ac:picMkLst>
            <pc:docMk/>
            <pc:sldMk cId="972899891" sldId="267"/>
            <ac:picMk id="1026" creationId="{A2469740-432F-478F-A600-7FF9DF885082}"/>
          </ac:picMkLst>
        </pc:picChg>
      </pc:sldChg>
      <pc:sldChg chg="addSp delSp modSp new mod ord setBg">
        <pc:chgData name="Cesar Augusto Lopez Gallego" userId="0dfa9112-9251-4882-b472-cf2dfcee09d1" providerId="ADAL" clId="{1ECFE89E-8405-48BA-9CBD-9EDF7BAEC1B4}" dt="2026-03-17T11:50:56.503" v="2264"/>
        <pc:sldMkLst>
          <pc:docMk/>
          <pc:sldMk cId="3966250524" sldId="268"/>
        </pc:sldMkLst>
        <pc:spChg chg="del">
          <ac:chgData name="Cesar Augusto Lopez Gallego" userId="0dfa9112-9251-4882-b472-cf2dfcee09d1" providerId="ADAL" clId="{1ECFE89E-8405-48BA-9CBD-9EDF7BAEC1B4}" dt="2026-03-07T16:49:06.696" v="802" actId="478"/>
          <ac:spMkLst>
            <pc:docMk/>
            <pc:sldMk cId="3966250524" sldId="268"/>
            <ac:spMk id="2" creationId="{D10B41BC-55FD-4202-935D-8F540D56F04D}"/>
          </ac:spMkLst>
        </pc:spChg>
        <pc:spChg chg="del">
          <ac:chgData name="Cesar Augusto Lopez Gallego" userId="0dfa9112-9251-4882-b472-cf2dfcee09d1" providerId="ADAL" clId="{1ECFE89E-8405-48BA-9CBD-9EDF7BAEC1B4}" dt="2026-03-07T16:49:06.696" v="802" actId="478"/>
          <ac:spMkLst>
            <pc:docMk/>
            <pc:sldMk cId="3966250524" sldId="268"/>
            <ac:spMk id="3" creationId="{27FA56B3-1863-4DCB-8D93-5185D2058C93}"/>
          </ac:spMkLst>
        </pc:spChg>
        <pc:spChg chg="add mod">
          <ac:chgData name="Cesar Augusto Lopez Gallego" userId="0dfa9112-9251-4882-b472-cf2dfcee09d1" providerId="ADAL" clId="{1ECFE89E-8405-48BA-9CBD-9EDF7BAEC1B4}" dt="2026-03-16T00:11:20.957" v="1281" actId="20577"/>
          <ac:spMkLst>
            <pc:docMk/>
            <pc:sldMk cId="3966250524" sldId="268"/>
            <ac:spMk id="4" creationId="{86ABF3B5-8323-4421-8D9E-B03FDCDA58D9}"/>
          </ac:spMkLst>
        </pc:spChg>
        <pc:spChg chg="add mod">
          <ac:chgData name="Cesar Augusto Lopez Gallego" userId="0dfa9112-9251-4882-b472-cf2dfcee09d1" providerId="ADAL" clId="{1ECFE89E-8405-48BA-9CBD-9EDF7BAEC1B4}" dt="2026-03-16T13:04:52.232" v="2088" actId="404"/>
          <ac:spMkLst>
            <pc:docMk/>
            <pc:sldMk cId="3966250524" sldId="268"/>
            <ac:spMk id="6" creationId="{B74E32B8-D35B-4BB6-B41B-3EE417A21814}"/>
          </ac:spMkLst>
        </pc:spChg>
        <pc:picChg chg="add mod">
          <ac:chgData name="Cesar Augusto Lopez Gallego" userId="0dfa9112-9251-4882-b472-cf2dfcee09d1" providerId="ADAL" clId="{1ECFE89E-8405-48BA-9CBD-9EDF7BAEC1B4}" dt="2026-03-16T13:06:34.192" v="2089" actId="1076"/>
          <ac:picMkLst>
            <pc:docMk/>
            <pc:sldMk cId="3966250524" sldId="268"/>
            <ac:picMk id="2050" creationId="{A906BCBD-0AEA-4B92-93AB-AEF36566F98A}"/>
          </ac:picMkLst>
        </pc:picChg>
      </pc:sldChg>
      <pc:sldChg chg="addSp delSp modSp new mod setBg">
        <pc:chgData name="Cesar Augusto Lopez Gallego" userId="0dfa9112-9251-4882-b472-cf2dfcee09d1" providerId="ADAL" clId="{1ECFE89E-8405-48BA-9CBD-9EDF7BAEC1B4}" dt="2026-03-17T11:58:29.961" v="2432" actId="1076"/>
        <pc:sldMkLst>
          <pc:docMk/>
          <pc:sldMk cId="4231894782" sldId="269"/>
        </pc:sldMkLst>
        <pc:spChg chg="del">
          <ac:chgData name="Cesar Augusto Lopez Gallego" userId="0dfa9112-9251-4882-b472-cf2dfcee09d1" providerId="ADAL" clId="{1ECFE89E-8405-48BA-9CBD-9EDF7BAEC1B4}" dt="2026-03-07T16:52:13.413" v="821" actId="478"/>
          <ac:spMkLst>
            <pc:docMk/>
            <pc:sldMk cId="4231894782" sldId="269"/>
            <ac:spMk id="2" creationId="{06A915F7-7C1D-43E6-A686-01410B55C056}"/>
          </ac:spMkLst>
        </pc:spChg>
        <pc:spChg chg="del">
          <ac:chgData name="Cesar Augusto Lopez Gallego" userId="0dfa9112-9251-4882-b472-cf2dfcee09d1" providerId="ADAL" clId="{1ECFE89E-8405-48BA-9CBD-9EDF7BAEC1B4}" dt="2026-03-07T16:52:13.413" v="821" actId="478"/>
          <ac:spMkLst>
            <pc:docMk/>
            <pc:sldMk cId="4231894782" sldId="269"/>
            <ac:spMk id="3" creationId="{16696ADB-BAE3-4130-8465-6FD0186EE0D3}"/>
          </ac:spMkLst>
        </pc:spChg>
        <pc:spChg chg="add mod">
          <ac:chgData name="Cesar Augusto Lopez Gallego" userId="0dfa9112-9251-4882-b472-cf2dfcee09d1" providerId="ADAL" clId="{1ECFE89E-8405-48BA-9CBD-9EDF7BAEC1B4}" dt="2026-03-17T11:58:01.287" v="2429" actId="1076"/>
          <ac:spMkLst>
            <pc:docMk/>
            <pc:sldMk cId="4231894782" sldId="269"/>
            <ac:spMk id="4" creationId="{4C80132A-52C5-4D9A-9872-1CA4EC82F0A4}"/>
          </ac:spMkLst>
        </pc:spChg>
        <pc:spChg chg="add mod">
          <ac:chgData name="Cesar Augusto Lopez Gallego" userId="0dfa9112-9251-4882-b472-cf2dfcee09d1" providerId="ADAL" clId="{1ECFE89E-8405-48BA-9CBD-9EDF7BAEC1B4}" dt="2026-03-17T11:58:29.961" v="2432" actId="1076"/>
          <ac:spMkLst>
            <pc:docMk/>
            <pc:sldMk cId="4231894782" sldId="269"/>
            <ac:spMk id="6" creationId="{B4355219-420D-4C49-A6B9-BE8FBF18576E}"/>
          </ac:spMkLst>
        </pc:spChg>
        <pc:picChg chg="add mod">
          <ac:chgData name="Cesar Augusto Lopez Gallego" userId="0dfa9112-9251-4882-b472-cf2dfcee09d1" providerId="ADAL" clId="{1ECFE89E-8405-48BA-9CBD-9EDF7BAEC1B4}" dt="2026-03-17T11:58:25.347" v="2431" actId="1076"/>
          <ac:picMkLst>
            <pc:docMk/>
            <pc:sldMk cId="4231894782" sldId="269"/>
            <ac:picMk id="5" creationId="{0770D028-4006-4BBC-A055-88AB50B69B10}"/>
          </ac:picMkLst>
        </pc:picChg>
      </pc:sldChg>
      <pc:sldChg chg="addSp modSp add mod setBg">
        <pc:chgData name="Cesar Augusto Lopez Gallego" userId="0dfa9112-9251-4882-b472-cf2dfcee09d1" providerId="ADAL" clId="{1ECFE89E-8405-48BA-9CBD-9EDF7BAEC1B4}" dt="2026-03-17T11:59:15.330" v="2440" actId="1076"/>
        <pc:sldMkLst>
          <pc:docMk/>
          <pc:sldMk cId="834687371" sldId="270"/>
        </pc:sldMkLst>
        <pc:spChg chg="add mod">
          <ac:chgData name="Cesar Augusto Lopez Gallego" userId="0dfa9112-9251-4882-b472-cf2dfcee09d1" providerId="ADAL" clId="{1ECFE89E-8405-48BA-9CBD-9EDF7BAEC1B4}" dt="2026-03-17T11:59:15.330" v="2440" actId="1076"/>
          <ac:spMkLst>
            <pc:docMk/>
            <pc:sldMk cId="834687371" sldId="270"/>
            <ac:spMk id="6" creationId="{585347B7-37E0-4DAE-B445-A5B4E68E6137}"/>
          </ac:spMkLst>
        </pc:spChg>
        <pc:spChg chg="mod">
          <ac:chgData name="Cesar Augusto Lopez Gallego" userId="0dfa9112-9251-4882-b472-cf2dfcee09d1" providerId="ADAL" clId="{1ECFE89E-8405-48BA-9CBD-9EDF7BAEC1B4}" dt="2026-03-17T11:59:06.987" v="2438" actId="1076"/>
          <ac:spMkLst>
            <pc:docMk/>
            <pc:sldMk cId="834687371" sldId="270"/>
            <ac:spMk id="7" creationId="{7F1D1EB2-0AEE-4B87-8965-DB512B1A5ECA}"/>
          </ac:spMkLst>
        </pc:spChg>
        <pc:spChg chg="mod">
          <ac:chgData name="Cesar Augusto Lopez Gallego" userId="0dfa9112-9251-4882-b472-cf2dfcee09d1" providerId="ADAL" clId="{1ECFE89E-8405-48BA-9CBD-9EDF7BAEC1B4}" dt="2026-03-17T11:59:15.330" v="2440" actId="1076"/>
          <ac:spMkLst>
            <pc:docMk/>
            <pc:sldMk cId="834687371" sldId="270"/>
            <ac:spMk id="9" creationId="{7F12CEE5-571D-4708-8536-DC44C19D6387}"/>
          </ac:spMkLst>
        </pc:spChg>
        <pc:picChg chg="mod">
          <ac:chgData name="Cesar Augusto Lopez Gallego" userId="0dfa9112-9251-4882-b472-cf2dfcee09d1" providerId="ADAL" clId="{1ECFE89E-8405-48BA-9CBD-9EDF7BAEC1B4}" dt="2026-03-17T11:59:02.068" v="2437" actId="1076"/>
          <ac:picMkLst>
            <pc:docMk/>
            <pc:sldMk cId="834687371" sldId="270"/>
            <ac:picMk id="5" creationId="{FD7BCDEC-30F1-4601-A2DB-C9B0D0B0CC85}"/>
          </ac:picMkLst>
        </pc:picChg>
      </pc:sldChg>
      <pc:sldChg chg="addSp delSp modSp new del mod">
        <pc:chgData name="Cesar Augusto Lopez Gallego" userId="0dfa9112-9251-4882-b472-cf2dfcee09d1" providerId="ADAL" clId="{1ECFE89E-8405-48BA-9CBD-9EDF7BAEC1B4}" dt="2026-03-07T17:03:26.536" v="893" actId="2696"/>
        <pc:sldMkLst>
          <pc:docMk/>
          <pc:sldMk cId="3974309064" sldId="270"/>
        </pc:sldMkLst>
        <pc:spChg chg="del">
          <ac:chgData name="Cesar Augusto Lopez Gallego" userId="0dfa9112-9251-4882-b472-cf2dfcee09d1" providerId="ADAL" clId="{1ECFE89E-8405-48BA-9CBD-9EDF7BAEC1B4}" dt="2026-03-07T17:00:35.694" v="859" actId="478"/>
          <ac:spMkLst>
            <pc:docMk/>
            <pc:sldMk cId="3974309064" sldId="270"/>
            <ac:spMk id="2" creationId="{9C9992F6-A56C-4229-BCFF-0342CB687D4B}"/>
          </ac:spMkLst>
        </pc:spChg>
        <pc:spChg chg="del">
          <ac:chgData name="Cesar Augusto Lopez Gallego" userId="0dfa9112-9251-4882-b472-cf2dfcee09d1" providerId="ADAL" clId="{1ECFE89E-8405-48BA-9CBD-9EDF7BAEC1B4}" dt="2026-03-07T17:00:35.694" v="859" actId="478"/>
          <ac:spMkLst>
            <pc:docMk/>
            <pc:sldMk cId="3974309064" sldId="270"/>
            <ac:spMk id="3" creationId="{C3A4CB92-5E1B-45D8-BAA4-C74307C0C5CF}"/>
          </ac:spMkLst>
        </pc:spChg>
        <pc:spChg chg="add mod">
          <ac:chgData name="Cesar Augusto Lopez Gallego" userId="0dfa9112-9251-4882-b472-cf2dfcee09d1" providerId="ADAL" clId="{1ECFE89E-8405-48BA-9CBD-9EDF7BAEC1B4}" dt="2026-03-07T17:01:27.300" v="882" actId="1076"/>
          <ac:spMkLst>
            <pc:docMk/>
            <pc:sldMk cId="3974309064" sldId="270"/>
            <ac:spMk id="7" creationId="{7F1D1EB2-0AEE-4B87-8965-DB512B1A5ECA}"/>
          </ac:spMkLst>
        </pc:spChg>
        <pc:spChg chg="add mod">
          <ac:chgData name="Cesar Augusto Lopez Gallego" userId="0dfa9112-9251-4882-b472-cf2dfcee09d1" providerId="ADAL" clId="{1ECFE89E-8405-48BA-9CBD-9EDF7BAEC1B4}" dt="2026-03-07T17:02:58.915" v="892" actId="1076"/>
          <ac:spMkLst>
            <pc:docMk/>
            <pc:sldMk cId="3974309064" sldId="270"/>
            <ac:spMk id="9" creationId="{7F12CEE5-571D-4708-8536-DC44C19D6387}"/>
          </ac:spMkLst>
        </pc:spChg>
        <pc:picChg chg="add mod">
          <ac:chgData name="Cesar Augusto Lopez Gallego" userId="0dfa9112-9251-4882-b472-cf2dfcee09d1" providerId="ADAL" clId="{1ECFE89E-8405-48BA-9CBD-9EDF7BAEC1B4}" dt="2026-03-07T17:02:40.699" v="883" actId="1076"/>
          <ac:picMkLst>
            <pc:docMk/>
            <pc:sldMk cId="3974309064" sldId="270"/>
            <ac:picMk id="5" creationId="{FD7BCDEC-30F1-4601-A2DB-C9B0D0B0CC85}"/>
          </ac:picMkLst>
        </pc:picChg>
      </pc:sldChg>
      <pc:sldChg chg="addSp delSp modSp new mod setBg">
        <pc:chgData name="Cesar Augusto Lopez Gallego" userId="0dfa9112-9251-4882-b472-cf2dfcee09d1" providerId="ADAL" clId="{1ECFE89E-8405-48BA-9CBD-9EDF7BAEC1B4}" dt="2026-03-17T11:57:04.458" v="2425" actId="1076"/>
        <pc:sldMkLst>
          <pc:docMk/>
          <pc:sldMk cId="2928897599" sldId="271"/>
        </pc:sldMkLst>
        <pc:spChg chg="del">
          <ac:chgData name="Cesar Augusto Lopez Gallego" userId="0dfa9112-9251-4882-b472-cf2dfcee09d1" providerId="ADAL" clId="{1ECFE89E-8405-48BA-9CBD-9EDF7BAEC1B4}" dt="2026-03-07T17:08:03.013" v="897" actId="478"/>
          <ac:spMkLst>
            <pc:docMk/>
            <pc:sldMk cId="2928897599" sldId="271"/>
            <ac:spMk id="2" creationId="{3431D81C-5B75-4A84-82F4-303EBA3130A2}"/>
          </ac:spMkLst>
        </pc:spChg>
        <pc:spChg chg="del">
          <ac:chgData name="Cesar Augusto Lopez Gallego" userId="0dfa9112-9251-4882-b472-cf2dfcee09d1" providerId="ADAL" clId="{1ECFE89E-8405-48BA-9CBD-9EDF7BAEC1B4}" dt="2026-03-07T17:08:03.013" v="897" actId="478"/>
          <ac:spMkLst>
            <pc:docMk/>
            <pc:sldMk cId="2928897599" sldId="271"/>
            <ac:spMk id="3" creationId="{C5680E53-7847-4D0D-A1F5-0601A357099C}"/>
          </ac:spMkLst>
        </pc:spChg>
        <pc:spChg chg="add mod">
          <ac:chgData name="Cesar Augusto Lopez Gallego" userId="0dfa9112-9251-4882-b472-cf2dfcee09d1" providerId="ADAL" clId="{1ECFE89E-8405-48BA-9CBD-9EDF7BAEC1B4}" dt="2026-03-17T11:57:04.458" v="2425" actId="1076"/>
          <ac:spMkLst>
            <pc:docMk/>
            <pc:sldMk cId="2928897599" sldId="271"/>
            <ac:spMk id="5" creationId="{ABF9E978-62D1-4F5E-B614-DD286BC336B3}"/>
          </ac:spMkLst>
        </pc:spChg>
        <pc:spChg chg="add mod">
          <ac:chgData name="Cesar Augusto Lopez Gallego" userId="0dfa9112-9251-4882-b472-cf2dfcee09d1" providerId="ADAL" clId="{1ECFE89E-8405-48BA-9CBD-9EDF7BAEC1B4}" dt="2026-03-17T11:56:59.488" v="2424" actId="14100"/>
          <ac:spMkLst>
            <pc:docMk/>
            <pc:sldMk cId="2928897599" sldId="271"/>
            <ac:spMk id="8" creationId="{2A42259B-C283-4E29-B403-16358FBC059D}"/>
          </ac:spMkLst>
        </pc:spChg>
        <pc:picChg chg="add mod">
          <ac:chgData name="Cesar Augusto Lopez Gallego" userId="0dfa9112-9251-4882-b472-cf2dfcee09d1" providerId="ADAL" clId="{1ECFE89E-8405-48BA-9CBD-9EDF7BAEC1B4}" dt="2026-03-17T11:56:53.021" v="2422" actId="1076"/>
          <ac:picMkLst>
            <pc:docMk/>
            <pc:sldMk cId="2928897599" sldId="271"/>
            <ac:picMk id="3074" creationId="{B98CC49E-62A0-413D-985D-4396C8260CF1}"/>
          </ac:picMkLst>
        </pc:picChg>
      </pc:sldChg>
      <pc:sldChg chg="addSp delSp new del mod ord">
        <pc:chgData name="Cesar Augusto Lopez Gallego" userId="0dfa9112-9251-4882-b472-cf2dfcee09d1" providerId="ADAL" clId="{1ECFE89E-8405-48BA-9CBD-9EDF7BAEC1B4}" dt="2026-03-07T17:10:01.955" v="915" actId="680"/>
        <pc:sldMkLst>
          <pc:docMk/>
          <pc:sldMk cId="2571642778" sldId="272"/>
        </pc:sldMkLst>
        <pc:spChg chg="add del">
          <ac:chgData name="Cesar Augusto Lopez Gallego" userId="0dfa9112-9251-4882-b472-cf2dfcee09d1" providerId="ADAL" clId="{1ECFE89E-8405-48BA-9CBD-9EDF7BAEC1B4}" dt="2026-03-07T17:09:59.952" v="913" actId="478"/>
          <ac:spMkLst>
            <pc:docMk/>
            <pc:sldMk cId="2571642778" sldId="272"/>
            <ac:spMk id="2" creationId="{DD519731-262F-4CBF-8A19-D0D640FAFB58}"/>
          </ac:spMkLst>
        </pc:spChg>
        <pc:spChg chg="add del">
          <ac:chgData name="Cesar Augusto Lopez Gallego" userId="0dfa9112-9251-4882-b472-cf2dfcee09d1" providerId="ADAL" clId="{1ECFE89E-8405-48BA-9CBD-9EDF7BAEC1B4}" dt="2026-03-07T17:09:59.952" v="913" actId="478"/>
          <ac:spMkLst>
            <pc:docMk/>
            <pc:sldMk cId="2571642778" sldId="272"/>
            <ac:spMk id="3" creationId="{CD293F0F-804F-4EA6-914A-6453F78FE6F2}"/>
          </ac:spMkLst>
        </pc:spChg>
      </pc:sldChg>
      <pc:sldChg chg="addSp delSp modSp new mod setBg">
        <pc:chgData name="Cesar Augusto Lopez Gallego" userId="0dfa9112-9251-4882-b472-cf2dfcee09d1" providerId="ADAL" clId="{1ECFE89E-8405-48BA-9CBD-9EDF7BAEC1B4}" dt="2026-03-17T11:56:36.713" v="2418" actId="20577"/>
        <pc:sldMkLst>
          <pc:docMk/>
          <pc:sldMk cId="3608204255" sldId="272"/>
        </pc:sldMkLst>
        <pc:spChg chg="del">
          <ac:chgData name="Cesar Augusto Lopez Gallego" userId="0dfa9112-9251-4882-b472-cf2dfcee09d1" providerId="ADAL" clId="{1ECFE89E-8405-48BA-9CBD-9EDF7BAEC1B4}" dt="2026-03-07T17:10:11.870" v="919" actId="478"/>
          <ac:spMkLst>
            <pc:docMk/>
            <pc:sldMk cId="3608204255" sldId="272"/>
            <ac:spMk id="2" creationId="{9CAE48C5-A07C-4AD9-9A9B-20C23E3F717A}"/>
          </ac:spMkLst>
        </pc:spChg>
        <pc:spChg chg="del">
          <ac:chgData name="Cesar Augusto Lopez Gallego" userId="0dfa9112-9251-4882-b472-cf2dfcee09d1" providerId="ADAL" clId="{1ECFE89E-8405-48BA-9CBD-9EDF7BAEC1B4}" dt="2026-03-07T17:10:11.870" v="919" actId="478"/>
          <ac:spMkLst>
            <pc:docMk/>
            <pc:sldMk cId="3608204255" sldId="272"/>
            <ac:spMk id="3" creationId="{236D3726-2DDD-45C0-8AAD-F6E82D94EC63}"/>
          </ac:spMkLst>
        </pc:spChg>
        <pc:spChg chg="add mod">
          <ac:chgData name="Cesar Augusto Lopez Gallego" userId="0dfa9112-9251-4882-b472-cf2dfcee09d1" providerId="ADAL" clId="{1ECFE89E-8405-48BA-9CBD-9EDF7BAEC1B4}" dt="2026-03-17T11:56:36.713" v="2418" actId="20577"/>
          <ac:spMkLst>
            <pc:docMk/>
            <pc:sldMk cId="3608204255" sldId="272"/>
            <ac:spMk id="5" creationId="{41E4D488-88EC-4FE9-891F-AACC61880991}"/>
          </ac:spMkLst>
        </pc:spChg>
        <pc:picChg chg="add mod">
          <ac:chgData name="Cesar Augusto Lopez Gallego" userId="0dfa9112-9251-4882-b472-cf2dfcee09d1" providerId="ADAL" clId="{1ECFE89E-8405-48BA-9CBD-9EDF7BAEC1B4}" dt="2026-03-07T21:00:27.631" v="1178" actId="1076"/>
          <ac:picMkLst>
            <pc:docMk/>
            <pc:sldMk cId="3608204255" sldId="272"/>
            <ac:picMk id="7" creationId="{543E3952-3519-430F-9162-35C488B7354C}"/>
          </ac:picMkLst>
        </pc:picChg>
      </pc:sldChg>
      <pc:sldChg chg="addSp delSp modSp new mod setBg">
        <pc:chgData name="Cesar Augusto Lopez Gallego" userId="0dfa9112-9251-4882-b472-cf2dfcee09d1" providerId="ADAL" clId="{1ECFE89E-8405-48BA-9CBD-9EDF7BAEC1B4}" dt="2026-03-17T11:55:23.078" v="2378" actId="113"/>
        <pc:sldMkLst>
          <pc:docMk/>
          <pc:sldMk cId="3779473297" sldId="273"/>
        </pc:sldMkLst>
        <pc:spChg chg="del">
          <ac:chgData name="Cesar Augusto Lopez Gallego" userId="0dfa9112-9251-4882-b472-cf2dfcee09d1" providerId="ADAL" clId="{1ECFE89E-8405-48BA-9CBD-9EDF7BAEC1B4}" dt="2026-03-07T17:10:27.149" v="923" actId="478"/>
          <ac:spMkLst>
            <pc:docMk/>
            <pc:sldMk cId="3779473297" sldId="273"/>
            <ac:spMk id="2" creationId="{8BF397A5-B28E-4BAD-97A7-691F82D3BF15}"/>
          </ac:spMkLst>
        </pc:spChg>
        <pc:spChg chg="del">
          <ac:chgData name="Cesar Augusto Lopez Gallego" userId="0dfa9112-9251-4882-b472-cf2dfcee09d1" providerId="ADAL" clId="{1ECFE89E-8405-48BA-9CBD-9EDF7BAEC1B4}" dt="2026-03-07T17:10:27.149" v="923" actId="478"/>
          <ac:spMkLst>
            <pc:docMk/>
            <pc:sldMk cId="3779473297" sldId="273"/>
            <ac:spMk id="3" creationId="{9A536ED5-9D0F-4086-B890-571A4978223C}"/>
          </ac:spMkLst>
        </pc:spChg>
        <pc:spChg chg="add mod">
          <ac:chgData name="Cesar Augusto Lopez Gallego" userId="0dfa9112-9251-4882-b472-cf2dfcee09d1" providerId="ADAL" clId="{1ECFE89E-8405-48BA-9CBD-9EDF7BAEC1B4}" dt="2026-03-17T11:55:23.078" v="2378" actId="113"/>
          <ac:spMkLst>
            <pc:docMk/>
            <pc:sldMk cId="3779473297" sldId="273"/>
            <ac:spMk id="5" creationId="{28092B0E-F039-469F-83EC-F3E306C39200}"/>
          </ac:spMkLst>
        </pc:spChg>
        <pc:picChg chg="add mod">
          <ac:chgData name="Cesar Augusto Lopez Gallego" userId="0dfa9112-9251-4882-b472-cf2dfcee09d1" providerId="ADAL" clId="{1ECFE89E-8405-48BA-9CBD-9EDF7BAEC1B4}" dt="2026-03-16T12:46:10.193" v="2073" actId="1076"/>
          <ac:picMkLst>
            <pc:docMk/>
            <pc:sldMk cId="3779473297" sldId="273"/>
            <ac:picMk id="7" creationId="{6465AFE1-E92B-4CCE-8AD0-9059F80EC409}"/>
          </ac:picMkLst>
        </pc:picChg>
      </pc:sldChg>
      <pc:sldChg chg="addSp delSp modSp new mod setBg">
        <pc:chgData name="Cesar Augusto Lopez Gallego" userId="0dfa9112-9251-4882-b472-cf2dfcee09d1" providerId="ADAL" clId="{1ECFE89E-8405-48BA-9CBD-9EDF7BAEC1B4}" dt="2026-03-17T11:55:29.558" v="2379" actId="113"/>
        <pc:sldMkLst>
          <pc:docMk/>
          <pc:sldMk cId="3206973564" sldId="274"/>
        </pc:sldMkLst>
        <pc:spChg chg="del">
          <ac:chgData name="Cesar Augusto Lopez Gallego" userId="0dfa9112-9251-4882-b472-cf2dfcee09d1" providerId="ADAL" clId="{1ECFE89E-8405-48BA-9CBD-9EDF7BAEC1B4}" dt="2026-03-07T17:10:39.715" v="927" actId="478"/>
          <ac:spMkLst>
            <pc:docMk/>
            <pc:sldMk cId="3206973564" sldId="274"/>
            <ac:spMk id="2" creationId="{1F9473B0-E706-4E21-9335-F1FCE5031E93}"/>
          </ac:spMkLst>
        </pc:spChg>
        <pc:spChg chg="del">
          <ac:chgData name="Cesar Augusto Lopez Gallego" userId="0dfa9112-9251-4882-b472-cf2dfcee09d1" providerId="ADAL" clId="{1ECFE89E-8405-48BA-9CBD-9EDF7BAEC1B4}" dt="2026-03-07T17:10:39.715" v="927" actId="478"/>
          <ac:spMkLst>
            <pc:docMk/>
            <pc:sldMk cId="3206973564" sldId="274"/>
            <ac:spMk id="3" creationId="{2C7BFA18-6861-457C-8949-D7EBC8FFAFA3}"/>
          </ac:spMkLst>
        </pc:spChg>
        <pc:spChg chg="add mod">
          <ac:chgData name="Cesar Augusto Lopez Gallego" userId="0dfa9112-9251-4882-b472-cf2dfcee09d1" providerId="ADAL" clId="{1ECFE89E-8405-48BA-9CBD-9EDF7BAEC1B4}" dt="2026-03-17T11:55:29.558" v="2379" actId="113"/>
          <ac:spMkLst>
            <pc:docMk/>
            <pc:sldMk cId="3206973564" sldId="274"/>
            <ac:spMk id="5" creationId="{AE06FFE7-0082-4645-8BC8-20EDE4D33265}"/>
          </ac:spMkLst>
        </pc:spChg>
        <pc:picChg chg="add mod">
          <ac:chgData name="Cesar Augusto Lopez Gallego" userId="0dfa9112-9251-4882-b472-cf2dfcee09d1" providerId="ADAL" clId="{1ECFE89E-8405-48BA-9CBD-9EDF7BAEC1B4}" dt="2026-03-07T17:29:01.754" v="1040" actId="14100"/>
          <ac:picMkLst>
            <pc:docMk/>
            <pc:sldMk cId="3206973564" sldId="274"/>
            <ac:picMk id="7" creationId="{11ADE57E-5C76-4D76-B2BE-D88E45303961}"/>
          </ac:picMkLst>
        </pc:picChg>
      </pc:sldChg>
      <pc:sldChg chg="addSp delSp modSp new mod setBg">
        <pc:chgData name="Cesar Augusto Lopez Gallego" userId="0dfa9112-9251-4882-b472-cf2dfcee09d1" providerId="ADAL" clId="{1ECFE89E-8405-48BA-9CBD-9EDF7BAEC1B4}" dt="2026-03-17T11:55:40.378" v="2381" actId="113"/>
        <pc:sldMkLst>
          <pc:docMk/>
          <pc:sldMk cId="1802729359" sldId="275"/>
        </pc:sldMkLst>
        <pc:spChg chg="del">
          <ac:chgData name="Cesar Augusto Lopez Gallego" userId="0dfa9112-9251-4882-b472-cf2dfcee09d1" providerId="ADAL" clId="{1ECFE89E-8405-48BA-9CBD-9EDF7BAEC1B4}" dt="2026-03-07T17:14:48.477" v="944" actId="478"/>
          <ac:spMkLst>
            <pc:docMk/>
            <pc:sldMk cId="1802729359" sldId="275"/>
            <ac:spMk id="2" creationId="{BB53AB9E-4E43-4E37-9F4A-F210AE3CE499}"/>
          </ac:spMkLst>
        </pc:spChg>
        <pc:spChg chg="del">
          <ac:chgData name="Cesar Augusto Lopez Gallego" userId="0dfa9112-9251-4882-b472-cf2dfcee09d1" providerId="ADAL" clId="{1ECFE89E-8405-48BA-9CBD-9EDF7BAEC1B4}" dt="2026-03-07T17:14:48.477" v="944" actId="478"/>
          <ac:spMkLst>
            <pc:docMk/>
            <pc:sldMk cId="1802729359" sldId="275"/>
            <ac:spMk id="3" creationId="{D4511317-077C-445A-9C99-5B73AC72A0D1}"/>
          </ac:spMkLst>
        </pc:spChg>
        <pc:spChg chg="add mod">
          <ac:chgData name="Cesar Augusto Lopez Gallego" userId="0dfa9112-9251-4882-b472-cf2dfcee09d1" providerId="ADAL" clId="{1ECFE89E-8405-48BA-9CBD-9EDF7BAEC1B4}" dt="2026-03-17T11:55:40.378" v="2381" actId="113"/>
          <ac:spMkLst>
            <pc:docMk/>
            <pc:sldMk cId="1802729359" sldId="275"/>
            <ac:spMk id="5" creationId="{B01689F5-A566-4EF2-A7BE-859700BF9DBA}"/>
          </ac:spMkLst>
        </pc:spChg>
        <pc:picChg chg="add mod">
          <ac:chgData name="Cesar Augusto Lopez Gallego" userId="0dfa9112-9251-4882-b472-cf2dfcee09d1" providerId="ADAL" clId="{1ECFE89E-8405-48BA-9CBD-9EDF7BAEC1B4}" dt="2026-03-17T11:53:00.533" v="2297" actId="1076"/>
          <ac:picMkLst>
            <pc:docMk/>
            <pc:sldMk cId="1802729359" sldId="275"/>
            <ac:picMk id="7" creationId="{E261D8C0-5E42-4E64-AA22-C9F0093AC8CB}"/>
          </ac:picMkLst>
        </pc:picChg>
      </pc:sldChg>
      <pc:sldChg chg="addSp delSp modSp new mod setBg">
        <pc:chgData name="Cesar Augusto Lopez Gallego" userId="0dfa9112-9251-4882-b472-cf2dfcee09d1" providerId="ADAL" clId="{1ECFE89E-8405-48BA-9CBD-9EDF7BAEC1B4}" dt="2026-03-17T11:55:50.403" v="2382" actId="113"/>
        <pc:sldMkLst>
          <pc:docMk/>
          <pc:sldMk cId="3359033876" sldId="276"/>
        </pc:sldMkLst>
        <pc:spChg chg="del">
          <ac:chgData name="Cesar Augusto Lopez Gallego" userId="0dfa9112-9251-4882-b472-cf2dfcee09d1" providerId="ADAL" clId="{1ECFE89E-8405-48BA-9CBD-9EDF7BAEC1B4}" dt="2026-03-07T17:15:23.181" v="955" actId="478"/>
          <ac:spMkLst>
            <pc:docMk/>
            <pc:sldMk cId="3359033876" sldId="276"/>
            <ac:spMk id="2" creationId="{E1FBD15C-91BD-489D-B211-17CA6CEAD0C6}"/>
          </ac:spMkLst>
        </pc:spChg>
        <pc:spChg chg="del">
          <ac:chgData name="Cesar Augusto Lopez Gallego" userId="0dfa9112-9251-4882-b472-cf2dfcee09d1" providerId="ADAL" clId="{1ECFE89E-8405-48BA-9CBD-9EDF7BAEC1B4}" dt="2026-03-07T17:15:23.181" v="955" actId="478"/>
          <ac:spMkLst>
            <pc:docMk/>
            <pc:sldMk cId="3359033876" sldId="276"/>
            <ac:spMk id="3" creationId="{09E92907-40CA-42AA-9761-EB5B448C351F}"/>
          </ac:spMkLst>
        </pc:spChg>
        <pc:spChg chg="add mod">
          <ac:chgData name="Cesar Augusto Lopez Gallego" userId="0dfa9112-9251-4882-b472-cf2dfcee09d1" providerId="ADAL" clId="{1ECFE89E-8405-48BA-9CBD-9EDF7BAEC1B4}" dt="2026-03-17T11:55:50.403" v="2382" actId="113"/>
          <ac:spMkLst>
            <pc:docMk/>
            <pc:sldMk cId="3359033876" sldId="276"/>
            <ac:spMk id="5" creationId="{7F7C43C9-3A08-4360-897E-98E516C5C697}"/>
          </ac:spMkLst>
        </pc:spChg>
        <pc:picChg chg="add mod">
          <ac:chgData name="Cesar Augusto Lopez Gallego" userId="0dfa9112-9251-4882-b472-cf2dfcee09d1" providerId="ADAL" clId="{1ECFE89E-8405-48BA-9CBD-9EDF7BAEC1B4}" dt="2026-03-17T11:52:41.070" v="2292" actId="1076"/>
          <ac:picMkLst>
            <pc:docMk/>
            <pc:sldMk cId="3359033876" sldId="276"/>
            <ac:picMk id="7" creationId="{9247CA75-298D-4F49-8356-505168DC146D}"/>
          </ac:picMkLst>
        </pc:picChg>
      </pc:sldChg>
      <pc:sldChg chg="new del">
        <pc:chgData name="Cesar Augusto Lopez Gallego" userId="0dfa9112-9251-4882-b472-cf2dfcee09d1" providerId="ADAL" clId="{1ECFE89E-8405-48BA-9CBD-9EDF7BAEC1B4}" dt="2026-03-07T17:27:45.377" v="1033" actId="47"/>
        <pc:sldMkLst>
          <pc:docMk/>
          <pc:sldMk cId="1000498230" sldId="277"/>
        </pc:sldMkLst>
      </pc:sldChg>
      <pc:sldChg chg="addSp delSp modSp new mod setBg">
        <pc:chgData name="Cesar Augusto Lopez Gallego" userId="0dfa9112-9251-4882-b472-cf2dfcee09d1" providerId="ADAL" clId="{1ECFE89E-8405-48BA-9CBD-9EDF7BAEC1B4}" dt="2026-03-17T11:55:34.022" v="2380" actId="113"/>
        <pc:sldMkLst>
          <pc:docMk/>
          <pc:sldMk cId="2829251239" sldId="277"/>
        </pc:sldMkLst>
        <pc:spChg chg="del">
          <ac:chgData name="Cesar Augusto Lopez Gallego" userId="0dfa9112-9251-4882-b472-cf2dfcee09d1" providerId="ADAL" clId="{1ECFE89E-8405-48BA-9CBD-9EDF7BAEC1B4}" dt="2026-03-07T17:30:23.355" v="1047" actId="478"/>
          <ac:spMkLst>
            <pc:docMk/>
            <pc:sldMk cId="2829251239" sldId="277"/>
            <ac:spMk id="2" creationId="{48378598-DF19-43C3-B439-3488237943B0}"/>
          </ac:spMkLst>
        </pc:spChg>
        <pc:spChg chg="del">
          <ac:chgData name="Cesar Augusto Lopez Gallego" userId="0dfa9112-9251-4882-b472-cf2dfcee09d1" providerId="ADAL" clId="{1ECFE89E-8405-48BA-9CBD-9EDF7BAEC1B4}" dt="2026-03-07T17:30:23.355" v="1047" actId="478"/>
          <ac:spMkLst>
            <pc:docMk/>
            <pc:sldMk cId="2829251239" sldId="277"/>
            <ac:spMk id="3" creationId="{3FAF7927-4282-4791-8FE7-CF4B43C38DF8}"/>
          </ac:spMkLst>
        </pc:spChg>
        <pc:spChg chg="add mod">
          <ac:chgData name="Cesar Augusto Lopez Gallego" userId="0dfa9112-9251-4882-b472-cf2dfcee09d1" providerId="ADAL" clId="{1ECFE89E-8405-48BA-9CBD-9EDF7BAEC1B4}" dt="2026-03-17T11:55:34.022" v="2380" actId="113"/>
          <ac:spMkLst>
            <pc:docMk/>
            <pc:sldMk cId="2829251239" sldId="277"/>
            <ac:spMk id="5" creationId="{D5AD5E9B-E8C3-4BD2-A9AE-5474686A4773}"/>
          </ac:spMkLst>
        </pc:spChg>
        <pc:spChg chg="add del">
          <ac:chgData name="Cesar Augusto Lopez Gallego" userId="0dfa9112-9251-4882-b472-cf2dfcee09d1" providerId="ADAL" clId="{1ECFE89E-8405-48BA-9CBD-9EDF7BAEC1B4}" dt="2026-03-07T20:58:33.332" v="1077" actId="22"/>
          <ac:spMkLst>
            <pc:docMk/>
            <pc:sldMk cId="2829251239" sldId="277"/>
            <ac:spMk id="11" creationId="{2596FFA0-8ED5-4798-BF07-37DB381A5A3A}"/>
          </ac:spMkLst>
        </pc:spChg>
        <pc:picChg chg="add del mod">
          <ac:chgData name="Cesar Augusto Lopez Gallego" userId="0dfa9112-9251-4882-b472-cf2dfcee09d1" providerId="ADAL" clId="{1ECFE89E-8405-48BA-9CBD-9EDF7BAEC1B4}" dt="2026-03-07T17:38:53.205" v="1059" actId="478"/>
          <ac:picMkLst>
            <pc:docMk/>
            <pc:sldMk cId="2829251239" sldId="277"/>
            <ac:picMk id="7" creationId="{0AD5B595-8A51-4C3B-BE9E-DF284C18488A}"/>
          </ac:picMkLst>
        </pc:picChg>
        <pc:picChg chg="add mod">
          <ac:chgData name="Cesar Augusto Lopez Gallego" userId="0dfa9112-9251-4882-b472-cf2dfcee09d1" providerId="ADAL" clId="{1ECFE89E-8405-48BA-9CBD-9EDF7BAEC1B4}" dt="2026-03-17T11:53:37.921" v="2303" actId="1076"/>
          <ac:picMkLst>
            <pc:docMk/>
            <pc:sldMk cId="2829251239" sldId="277"/>
            <ac:picMk id="9" creationId="{F4F1E073-77E1-4F32-AC6D-B2BDC36E7C6F}"/>
          </ac:picMkLst>
        </pc:picChg>
      </pc:sldChg>
      <pc:sldChg chg="addSp delSp modSp new mod setBg">
        <pc:chgData name="Cesar Augusto Lopez Gallego" userId="0dfa9112-9251-4882-b472-cf2dfcee09d1" providerId="ADAL" clId="{1ECFE89E-8405-48BA-9CBD-9EDF7BAEC1B4}" dt="2026-03-17T11:53:21.308" v="2300" actId="1076"/>
        <pc:sldMkLst>
          <pc:docMk/>
          <pc:sldMk cId="905455488" sldId="278"/>
        </pc:sldMkLst>
        <pc:spChg chg="del">
          <ac:chgData name="Cesar Augusto Lopez Gallego" userId="0dfa9112-9251-4882-b472-cf2dfcee09d1" providerId="ADAL" clId="{1ECFE89E-8405-48BA-9CBD-9EDF7BAEC1B4}" dt="2026-03-07T20:58:39.582" v="1079" actId="478"/>
          <ac:spMkLst>
            <pc:docMk/>
            <pc:sldMk cId="905455488" sldId="278"/>
            <ac:spMk id="2" creationId="{C653DD3F-7B91-4A02-9152-AAE45F2C0DF2}"/>
          </ac:spMkLst>
        </pc:spChg>
        <pc:spChg chg="del">
          <ac:chgData name="Cesar Augusto Lopez Gallego" userId="0dfa9112-9251-4882-b472-cf2dfcee09d1" providerId="ADAL" clId="{1ECFE89E-8405-48BA-9CBD-9EDF7BAEC1B4}" dt="2026-03-07T20:58:39.582" v="1079" actId="478"/>
          <ac:spMkLst>
            <pc:docMk/>
            <pc:sldMk cId="905455488" sldId="278"/>
            <ac:spMk id="3" creationId="{47D04EB5-7B8B-494C-B8DD-B09E462B22B4}"/>
          </ac:spMkLst>
        </pc:spChg>
        <pc:spChg chg="add mod">
          <ac:chgData name="Cesar Augusto Lopez Gallego" userId="0dfa9112-9251-4882-b472-cf2dfcee09d1" providerId="ADAL" clId="{1ECFE89E-8405-48BA-9CBD-9EDF7BAEC1B4}" dt="2026-03-07T22:16:04.949" v="1187" actId="14100"/>
          <ac:spMkLst>
            <pc:docMk/>
            <pc:sldMk cId="905455488" sldId="278"/>
            <ac:spMk id="5" creationId="{B725FF04-C8FF-4424-9D41-050AE125EF8D}"/>
          </ac:spMkLst>
        </pc:spChg>
        <pc:picChg chg="add mod">
          <ac:chgData name="Cesar Augusto Lopez Gallego" userId="0dfa9112-9251-4882-b472-cf2dfcee09d1" providerId="ADAL" clId="{1ECFE89E-8405-48BA-9CBD-9EDF7BAEC1B4}" dt="2026-03-17T11:53:21.308" v="2300" actId="1076"/>
          <ac:picMkLst>
            <pc:docMk/>
            <pc:sldMk cId="905455488" sldId="278"/>
            <ac:picMk id="7" creationId="{438D231A-21E0-4E0E-9BE6-4FCEBD07A212}"/>
          </ac:picMkLst>
        </pc:picChg>
      </pc:sldChg>
      <pc:sldChg chg="addSp delSp modSp add mod ord setBg">
        <pc:chgData name="Cesar Augusto Lopez Gallego" userId="0dfa9112-9251-4882-b472-cf2dfcee09d1" providerId="ADAL" clId="{1ECFE89E-8405-48BA-9CBD-9EDF7BAEC1B4}" dt="2026-03-17T11:57:32.668" v="2427" actId="1076"/>
        <pc:sldMkLst>
          <pc:docMk/>
          <pc:sldMk cId="3223334708" sldId="279"/>
        </pc:sldMkLst>
        <pc:spChg chg="add mod">
          <ac:chgData name="Cesar Augusto Lopez Gallego" userId="0dfa9112-9251-4882-b472-cf2dfcee09d1" providerId="ADAL" clId="{1ECFE89E-8405-48BA-9CBD-9EDF7BAEC1B4}" dt="2026-03-16T01:07:17.919" v="2007" actId="1076"/>
          <ac:spMkLst>
            <pc:docMk/>
            <pc:sldMk cId="3223334708" sldId="279"/>
            <ac:spMk id="3" creationId="{42D110BF-881B-48DD-82FA-F9CEC2B862CA}"/>
          </ac:spMkLst>
        </pc:spChg>
        <pc:spChg chg="mod">
          <ac:chgData name="Cesar Augusto Lopez Gallego" userId="0dfa9112-9251-4882-b472-cf2dfcee09d1" providerId="ADAL" clId="{1ECFE89E-8405-48BA-9CBD-9EDF7BAEC1B4}" dt="2026-03-17T11:57:32.668" v="2427" actId="1076"/>
          <ac:spMkLst>
            <pc:docMk/>
            <pc:sldMk cId="3223334708" sldId="279"/>
            <ac:spMk id="5" creationId="{AD0029B0-1439-438E-A6BE-4D74DBBD2085}"/>
          </ac:spMkLst>
        </pc:spChg>
        <pc:picChg chg="add del mod">
          <ac:chgData name="Cesar Augusto Lopez Gallego" userId="0dfa9112-9251-4882-b472-cf2dfcee09d1" providerId="ADAL" clId="{1ECFE89E-8405-48BA-9CBD-9EDF7BAEC1B4}" dt="2026-03-16T13:38:10.511" v="2223" actId="478"/>
          <ac:picMkLst>
            <pc:docMk/>
            <pc:sldMk cId="3223334708" sldId="279"/>
            <ac:picMk id="4" creationId="{F1C8A195-155B-488E-A888-727CD75E4C18}"/>
          </ac:picMkLst>
        </pc:picChg>
        <pc:picChg chg="add mod">
          <ac:chgData name="Cesar Augusto Lopez Gallego" userId="0dfa9112-9251-4882-b472-cf2dfcee09d1" providerId="ADAL" clId="{1ECFE89E-8405-48BA-9CBD-9EDF7BAEC1B4}" dt="2026-03-16T13:39:26.468" v="2226" actId="1076"/>
          <ac:picMkLst>
            <pc:docMk/>
            <pc:sldMk cId="3223334708" sldId="279"/>
            <ac:picMk id="7" creationId="{796447FA-D8EE-44EB-AF1D-592FD8608541}"/>
          </ac:picMkLst>
        </pc:picChg>
      </pc:sldChg>
      <pc:sldChg chg="new del">
        <pc:chgData name="Cesar Augusto Lopez Gallego" userId="0dfa9112-9251-4882-b472-cf2dfcee09d1" providerId="ADAL" clId="{1ECFE89E-8405-48BA-9CBD-9EDF7BAEC1B4}" dt="2026-03-11T21:42:17.930" v="1189" actId="47"/>
        <pc:sldMkLst>
          <pc:docMk/>
          <pc:sldMk cId="3900830460" sldId="279"/>
        </pc:sldMkLst>
      </pc:sldChg>
      <pc:sldChg chg="addSp modSp add mod ord setBg">
        <pc:chgData name="Cesar Augusto Lopez Gallego" userId="0dfa9112-9251-4882-b472-cf2dfcee09d1" providerId="ADAL" clId="{1ECFE89E-8405-48BA-9CBD-9EDF7BAEC1B4}" dt="2026-03-17T11:51:39.468" v="2280"/>
        <pc:sldMkLst>
          <pc:docMk/>
          <pc:sldMk cId="3224843097" sldId="280"/>
        </pc:sldMkLst>
        <pc:spChg chg="add mod">
          <ac:chgData name="Cesar Augusto Lopez Gallego" userId="0dfa9112-9251-4882-b472-cf2dfcee09d1" providerId="ADAL" clId="{1ECFE89E-8405-48BA-9CBD-9EDF7BAEC1B4}" dt="2026-03-16T01:05:28.790" v="1917"/>
          <ac:spMkLst>
            <pc:docMk/>
            <pc:sldMk cId="3224843097" sldId="280"/>
            <ac:spMk id="3" creationId="{38657C13-F1C6-4B5C-9042-95943D713DFB}"/>
          </ac:spMkLst>
        </pc:spChg>
        <pc:spChg chg="mod">
          <ac:chgData name="Cesar Augusto Lopez Gallego" userId="0dfa9112-9251-4882-b472-cf2dfcee09d1" providerId="ADAL" clId="{1ECFE89E-8405-48BA-9CBD-9EDF7BAEC1B4}" dt="2026-03-16T13:42:25.247" v="2229" actId="1076"/>
          <ac:spMkLst>
            <pc:docMk/>
            <pc:sldMk cId="3224843097" sldId="280"/>
            <ac:spMk id="5" creationId="{A4F26078-CAFC-4242-913A-5C232B3E31F2}"/>
          </ac:spMkLst>
        </pc:spChg>
        <pc:picChg chg="add mod">
          <ac:chgData name="Cesar Augusto Lopez Gallego" userId="0dfa9112-9251-4882-b472-cf2dfcee09d1" providerId="ADAL" clId="{1ECFE89E-8405-48BA-9CBD-9EDF7BAEC1B4}" dt="2026-03-16T14:03:17.002" v="2238" actId="1076"/>
          <ac:picMkLst>
            <pc:docMk/>
            <pc:sldMk cId="3224843097" sldId="280"/>
            <ac:picMk id="4" creationId="{D775E708-220F-4B37-ADE4-51A0C3BF37E9}"/>
          </ac:picMkLst>
        </pc:picChg>
      </pc:sldChg>
      <pc:sldChg chg="addSp delSp modSp new mod setBg">
        <pc:chgData name="Cesar Augusto Lopez Gallego" userId="0dfa9112-9251-4882-b472-cf2dfcee09d1" providerId="ADAL" clId="{1ECFE89E-8405-48BA-9CBD-9EDF7BAEC1B4}" dt="2026-03-17T11:51:07.548" v="2269"/>
        <pc:sldMkLst>
          <pc:docMk/>
          <pc:sldMk cId="3201823324" sldId="281"/>
        </pc:sldMkLst>
        <pc:spChg chg="del">
          <ac:chgData name="Cesar Augusto Lopez Gallego" userId="0dfa9112-9251-4882-b472-cf2dfcee09d1" providerId="ADAL" clId="{1ECFE89E-8405-48BA-9CBD-9EDF7BAEC1B4}" dt="2026-03-16T00:30:32.117" v="1456" actId="478"/>
          <ac:spMkLst>
            <pc:docMk/>
            <pc:sldMk cId="3201823324" sldId="281"/>
            <ac:spMk id="2" creationId="{87BE1D2D-40CE-41E8-93E9-1431CFF88952}"/>
          </ac:spMkLst>
        </pc:spChg>
        <pc:spChg chg="del">
          <ac:chgData name="Cesar Augusto Lopez Gallego" userId="0dfa9112-9251-4882-b472-cf2dfcee09d1" providerId="ADAL" clId="{1ECFE89E-8405-48BA-9CBD-9EDF7BAEC1B4}" dt="2026-03-16T00:30:32.117" v="1456" actId="478"/>
          <ac:spMkLst>
            <pc:docMk/>
            <pc:sldMk cId="3201823324" sldId="281"/>
            <ac:spMk id="3" creationId="{C8A51842-782D-491D-851F-90CCE2E87828}"/>
          </ac:spMkLst>
        </pc:spChg>
        <pc:spChg chg="add mod">
          <ac:chgData name="Cesar Augusto Lopez Gallego" userId="0dfa9112-9251-4882-b472-cf2dfcee09d1" providerId="ADAL" clId="{1ECFE89E-8405-48BA-9CBD-9EDF7BAEC1B4}" dt="2026-03-16T13:11:17.632" v="2168" actId="1076"/>
          <ac:spMkLst>
            <pc:docMk/>
            <pc:sldMk cId="3201823324" sldId="281"/>
            <ac:spMk id="5" creationId="{3DE83ACF-EA62-49DD-B364-D02BF87B9349}"/>
          </ac:spMkLst>
        </pc:spChg>
        <pc:spChg chg="add mod">
          <ac:chgData name="Cesar Augusto Lopez Gallego" userId="0dfa9112-9251-4882-b472-cf2dfcee09d1" providerId="ADAL" clId="{1ECFE89E-8405-48BA-9CBD-9EDF7BAEC1B4}" dt="2026-03-16T00:35:01.435" v="1512" actId="1076"/>
          <ac:spMkLst>
            <pc:docMk/>
            <pc:sldMk cId="3201823324" sldId="281"/>
            <ac:spMk id="6" creationId="{69B2A770-1250-4853-B7FB-4D4D64979F40}"/>
          </ac:spMkLst>
        </pc:spChg>
        <pc:picChg chg="add mod">
          <ac:chgData name="Cesar Augusto Lopez Gallego" userId="0dfa9112-9251-4882-b472-cf2dfcee09d1" providerId="ADAL" clId="{1ECFE89E-8405-48BA-9CBD-9EDF7BAEC1B4}" dt="2026-03-16T13:11:07.663" v="2166" actId="14100"/>
          <ac:picMkLst>
            <pc:docMk/>
            <pc:sldMk cId="3201823324" sldId="281"/>
            <ac:picMk id="4098" creationId="{832CDA0E-F26B-4272-9D5B-7F25940DFD68}"/>
          </ac:picMkLst>
        </pc:picChg>
      </pc:sldChg>
      <pc:sldChg chg="addSp delSp modSp new mod ord setBg">
        <pc:chgData name="Cesar Augusto Lopez Gallego" userId="0dfa9112-9251-4882-b472-cf2dfcee09d1" providerId="ADAL" clId="{1ECFE89E-8405-48BA-9CBD-9EDF7BAEC1B4}" dt="2026-03-17T11:50:46.890" v="2261"/>
        <pc:sldMkLst>
          <pc:docMk/>
          <pc:sldMk cId="898797638" sldId="282"/>
        </pc:sldMkLst>
        <pc:spChg chg="mod">
          <ac:chgData name="Cesar Augusto Lopez Gallego" userId="0dfa9112-9251-4882-b472-cf2dfcee09d1" providerId="ADAL" clId="{1ECFE89E-8405-48BA-9CBD-9EDF7BAEC1B4}" dt="2026-03-16T13:08:05.043" v="2138" actId="14100"/>
          <ac:spMkLst>
            <pc:docMk/>
            <pc:sldMk cId="898797638" sldId="282"/>
            <ac:spMk id="2" creationId="{B8DB5F6C-84A5-44C0-8050-8FAF5E3CE5F8}"/>
          </ac:spMkLst>
        </pc:spChg>
        <pc:spChg chg="mod">
          <ac:chgData name="Cesar Augusto Lopez Gallego" userId="0dfa9112-9251-4882-b472-cf2dfcee09d1" providerId="ADAL" clId="{1ECFE89E-8405-48BA-9CBD-9EDF7BAEC1B4}" dt="2026-03-17T11:50:46.890" v="2261"/>
          <ac:spMkLst>
            <pc:docMk/>
            <pc:sldMk cId="898797638" sldId="282"/>
            <ac:spMk id="3" creationId="{43B22B02-45BB-4542-A77A-0E34AB71E061}"/>
          </ac:spMkLst>
        </pc:spChg>
        <pc:spChg chg="add del">
          <ac:chgData name="Cesar Augusto Lopez Gallego" userId="0dfa9112-9251-4882-b472-cf2dfcee09d1" providerId="ADAL" clId="{1ECFE89E-8405-48BA-9CBD-9EDF7BAEC1B4}" dt="2026-03-16T13:08:08.726" v="2140" actId="22"/>
          <ac:spMkLst>
            <pc:docMk/>
            <pc:sldMk cId="898797638" sldId="282"/>
            <ac:spMk id="5" creationId="{CDE14157-00D9-4AAB-BC32-4A007FCBEED0}"/>
          </ac:spMkLst>
        </pc:spChg>
        <pc:picChg chg="add mod">
          <ac:chgData name="Cesar Augusto Lopez Gallego" userId="0dfa9112-9251-4882-b472-cf2dfcee09d1" providerId="ADAL" clId="{1ECFE89E-8405-48BA-9CBD-9EDF7BAEC1B4}" dt="2026-03-16T13:08:27.647" v="2142" actId="1076"/>
          <ac:picMkLst>
            <pc:docMk/>
            <pc:sldMk cId="898797638" sldId="282"/>
            <ac:picMk id="6" creationId="{3E717EF8-527A-4FC8-939F-F0DFDC9A46E2}"/>
          </ac:picMkLst>
        </pc:picChg>
      </pc:sldChg>
      <pc:sldChg chg="del">
        <pc:chgData name="Cesar Augusto Lopez Gallego" userId="0dfa9112-9251-4882-b472-cf2dfcee09d1" providerId="ADAL" clId="{1ECFE89E-8405-48BA-9CBD-9EDF7BAEC1B4}" dt="2026-03-17T11:50:50.257" v="2262" actId="47"/>
        <pc:sldMkLst>
          <pc:docMk/>
          <pc:sldMk cId="1669369887" sldId="283"/>
        </pc:sldMkLst>
      </pc:sldChg>
      <pc:sldMasterChg chg="addSldLayout">
        <pc:chgData name="Cesar Augusto Lopez Gallego" userId="0dfa9112-9251-4882-b472-cf2dfcee09d1" providerId="ADAL" clId="{1ECFE89E-8405-48BA-9CBD-9EDF7BAEC1B4}" dt="2026-03-07T12:29:00.130" v="0" actId="680"/>
        <pc:sldMasterMkLst>
          <pc:docMk/>
          <pc:sldMasterMk cId="177276856" sldId="2147483648"/>
        </pc:sldMasterMkLst>
        <pc:sldLayoutChg chg="add">
          <pc:chgData name="Cesar Augusto Lopez Gallego" userId="0dfa9112-9251-4882-b472-cf2dfcee09d1" providerId="ADAL" clId="{1ECFE89E-8405-48BA-9CBD-9EDF7BAEC1B4}" dt="2026-03-07T12:29:00.130" v="0" actId="680"/>
          <pc:sldLayoutMkLst>
            <pc:docMk/>
            <pc:sldMasterMk cId="177276856" sldId="2147483648"/>
            <pc:sldLayoutMk cId="2636959555" sldId="2147483649"/>
          </pc:sldLayoutMkLst>
        </pc:sldLayoutChg>
      </pc:sldMasterChg>
      <pc:sldMasterChg chg="delSldLayout">
        <pc:chgData name="Cesar Augusto Lopez Gallego" userId="0dfa9112-9251-4882-b472-cf2dfcee09d1" providerId="ADAL" clId="{1ECFE89E-8405-48BA-9CBD-9EDF7BAEC1B4}" dt="2026-03-17T11:50:50.257" v="2262" actId="47"/>
        <pc:sldMasterMkLst>
          <pc:docMk/>
          <pc:sldMasterMk cId="2328013189" sldId="2147483650"/>
        </pc:sldMasterMkLst>
        <pc:sldLayoutChg chg="del">
          <pc:chgData name="Cesar Augusto Lopez Gallego" userId="0dfa9112-9251-4882-b472-cf2dfcee09d1" providerId="ADAL" clId="{1ECFE89E-8405-48BA-9CBD-9EDF7BAEC1B4}" dt="2026-03-17T11:50:50.257" v="2262" actId="47"/>
          <pc:sldLayoutMkLst>
            <pc:docMk/>
            <pc:sldMasterMk cId="2328013189" sldId="2147483650"/>
            <pc:sldLayoutMk cId="2719159919" sldId="2147483674"/>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a de título Medellín">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2596E66B-05E0-5444-8A9C-D3EB1F16D416}"/>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7" name="Marcador de texto 6">
            <a:extLst>
              <a:ext uri="{FF2B5EF4-FFF2-40B4-BE49-F238E27FC236}">
                <a16:creationId xmlns:a16="http://schemas.microsoft.com/office/drawing/2014/main" id="{72EAC24B-8E5A-8243-AE31-3EF52762FFE5}"/>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Medellín</a:t>
            </a:r>
            <a:endParaRPr lang="es-CO" dirty="0"/>
          </a:p>
        </p:txBody>
      </p:sp>
    </p:spTree>
    <p:extLst>
      <p:ext uri="{BB962C8B-B14F-4D97-AF65-F5344CB8AC3E}">
        <p14:creationId xmlns:p14="http://schemas.microsoft.com/office/powerpoint/2010/main" val="1697175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apositiva de título Bucaramanga">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64902D8C-5974-7645-9CED-F972FEE3FDAA}"/>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5" name="Marcador de texto 6">
            <a:extLst>
              <a:ext uri="{FF2B5EF4-FFF2-40B4-BE49-F238E27FC236}">
                <a16:creationId xmlns:a16="http://schemas.microsoft.com/office/drawing/2014/main" id="{8716CF4F-DD12-CE44-9367-00355C6C1C07}"/>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Bucaramanga</a:t>
            </a:r>
            <a:endParaRPr lang="es-CO" dirty="0"/>
          </a:p>
        </p:txBody>
      </p:sp>
    </p:spTree>
    <p:extLst>
      <p:ext uri="{BB962C8B-B14F-4D97-AF65-F5344CB8AC3E}">
        <p14:creationId xmlns:p14="http://schemas.microsoft.com/office/powerpoint/2010/main" val="8692933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a de Título Montería">
    <p:spTree>
      <p:nvGrpSpPr>
        <p:cNvPr id="1" name=""/>
        <p:cNvGrpSpPr/>
        <p:nvPr/>
      </p:nvGrpSpPr>
      <p:grpSpPr>
        <a:xfrm>
          <a:off x="0" y="0"/>
          <a:ext cx="0" cy="0"/>
          <a:chOff x="0" y="0"/>
          <a:chExt cx="0" cy="0"/>
        </a:xfrm>
      </p:grpSpPr>
      <p:sp>
        <p:nvSpPr>
          <p:cNvPr id="3" name="Marcador de texto 3">
            <a:extLst>
              <a:ext uri="{FF2B5EF4-FFF2-40B4-BE49-F238E27FC236}">
                <a16:creationId xmlns:a16="http://schemas.microsoft.com/office/drawing/2014/main" id="{E415E9DB-A2B7-C448-82DB-70C3AF6F1A55}"/>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4" name="Marcador de texto 6">
            <a:extLst>
              <a:ext uri="{FF2B5EF4-FFF2-40B4-BE49-F238E27FC236}">
                <a16:creationId xmlns:a16="http://schemas.microsoft.com/office/drawing/2014/main" id="{4673C5EA-B31B-AF44-864D-09A9EB6DC439}"/>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Montería</a:t>
            </a:r>
            <a:endParaRPr lang="es-CO" dirty="0"/>
          </a:p>
        </p:txBody>
      </p:sp>
    </p:spTree>
    <p:extLst>
      <p:ext uri="{BB962C8B-B14F-4D97-AF65-F5344CB8AC3E}">
        <p14:creationId xmlns:p14="http://schemas.microsoft.com/office/powerpoint/2010/main" val="2058176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positiva de Título Palmira">
    <p:spTree>
      <p:nvGrpSpPr>
        <p:cNvPr id="1" name=""/>
        <p:cNvGrpSpPr/>
        <p:nvPr/>
      </p:nvGrpSpPr>
      <p:grpSpPr>
        <a:xfrm>
          <a:off x="0" y="0"/>
          <a:ext cx="0" cy="0"/>
          <a:chOff x="0" y="0"/>
          <a:chExt cx="0" cy="0"/>
        </a:xfrm>
      </p:grpSpPr>
      <p:sp>
        <p:nvSpPr>
          <p:cNvPr id="3" name="Marcador de texto 3">
            <a:extLst>
              <a:ext uri="{FF2B5EF4-FFF2-40B4-BE49-F238E27FC236}">
                <a16:creationId xmlns:a16="http://schemas.microsoft.com/office/drawing/2014/main" id="{ACD3065D-D187-F24F-802B-82D917750B68}"/>
              </a:ext>
            </a:extLst>
          </p:cNvPr>
          <p:cNvSpPr>
            <a:spLocks noGrp="1"/>
          </p:cNvSpPr>
          <p:nvPr>
            <p:ph type="body" sz="quarter" idx="10" hasCustomPrompt="1"/>
          </p:nvPr>
        </p:nvSpPr>
        <p:spPr>
          <a:xfrm>
            <a:off x="623328" y="4620899"/>
            <a:ext cx="4913779" cy="1087990"/>
          </a:xfrm>
        </p:spPr>
        <p:txBody>
          <a:bodyPr>
            <a:noAutofit/>
          </a:bodyPr>
          <a:lstStyle>
            <a:lvl1pPr marL="0" indent="0">
              <a:buNone/>
              <a:defRPr sz="3530" b="1" i="0" spc="0">
                <a:solidFill>
                  <a:schemeClr val="bg1"/>
                </a:solidFill>
                <a:latin typeface="Arial Narrow" panose="020B0604020202020204" pitchFamily="34" charset="0"/>
                <a:cs typeface="Arial Narrow" panose="020B0604020202020204" pitchFamily="34" charset="0"/>
              </a:defRPr>
            </a:lvl1pPr>
          </a:lstStyle>
          <a:p>
            <a:pPr lvl="0"/>
            <a:r>
              <a:rPr lang="es-ES" dirty="0"/>
              <a:t>TÍTULO UNIVERSIDAD PONTIFICIA BOLIVARIANA</a:t>
            </a:r>
          </a:p>
        </p:txBody>
      </p:sp>
      <p:sp>
        <p:nvSpPr>
          <p:cNvPr id="4" name="Marcador de texto 6">
            <a:extLst>
              <a:ext uri="{FF2B5EF4-FFF2-40B4-BE49-F238E27FC236}">
                <a16:creationId xmlns:a16="http://schemas.microsoft.com/office/drawing/2014/main" id="{A2D5DE44-AD08-DB48-B4DE-6FC84952E471}"/>
              </a:ext>
            </a:extLst>
          </p:cNvPr>
          <p:cNvSpPr>
            <a:spLocks noGrp="1"/>
          </p:cNvSpPr>
          <p:nvPr>
            <p:ph type="body" sz="quarter" idx="11" hasCustomPrompt="1"/>
          </p:nvPr>
        </p:nvSpPr>
        <p:spPr>
          <a:xfrm>
            <a:off x="623328" y="5806304"/>
            <a:ext cx="4913779" cy="623327"/>
          </a:xfrm>
        </p:spPr>
        <p:txBody>
          <a:bodyPr/>
          <a:lstStyle>
            <a:lvl1pPr marL="0" indent="0">
              <a:buNone/>
              <a:defRPr b="0" i="0">
                <a:solidFill>
                  <a:schemeClr val="bg1"/>
                </a:solidFill>
                <a:latin typeface="Arial Narrow" panose="020B0604020202020204" pitchFamily="34" charset="0"/>
                <a:cs typeface="Arial Narrow" panose="020B0604020202020204" pitchFamily="34" charset="0"/>
              </a:defRPr>
            </a:lvl1pPr>
          </a:lstStyle>
          <a:p>
            <a:pPr lvl="0"/>
            <a:r>
              <a:rPr lang="es-ES" dirty="0"/>
              <a:t>Subtítulo Palmira</a:t>
            </a:r>
            <a:endParaRPr lang="es-CO" dirty="0"/>
          </a:p>
        </p:txBody>
      </p:sp>
    </p:spTree>
    <p:extLst>
      <p:ext uri="{BB962C8B-B14F-4D97-AF65-F5344CB8AC3E}">
        <p14:creationId xmlns:p14="http://schemas.microsoft.com/office/powerpoint/2010/main" val="3036080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ítulo y texto">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1F73B532-45B4-2C46-A8D5-63C800784919}"/>
              </a:ext>
            </a:extLst>
          </p:cNvPr>
          <p:cNvSpPr>
            <a:spLocks noGrp="1"/>
          </p:cNvSpPr>
          <p:nvPr>
            <p:ph type="title"/>
          </p:nvPr>
        </p:nvSpPr>
        <p:spPr>
          <a:xfrm>
            <a:off x="599005" y="1203891"/>
            <a:ext cx="9559128"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8" name="Marcador de texto 7">
            <a:extLst>
              <a:ext uri="{FF2B5EF4-FFF2-40B4-BE49-F238E27FC236}">
                <a16:creationId xmlns:a16="http://schemas.microsoft.com/office/drawing/2014/main" id="{3CB2CCC8-6A51-0448-B720-4D06071CFDCF}"/>
              </a:ext>
            </a:extLst>
          </p:cNvPr>
          <p:cNvSpPr>
            <a:spLocks noGrp="1"/>
          </p:cNvSpPr>
          <p:nvPr>
            <p:ph type="body" sz="quarter" idx="11"/>
          </p:nvPr>
        </p:nvSpPr>
        <p:spPr>
          <a:xfrm>
            <a:off x="599005" y="2896721"/>
            <a:ext cx="9559127" cy="2384051"/>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2842560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ítulo-texto-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73F491-1BDC-0443-9398-BE5406EACA58}"/>
              </a:ext>
            </a:extLst>
          </p:cNvPr>
          <p:cNvSpPr>
            <a:spLocks noGrp="1"/>
          </p:cNvSpPr>
          <p:nvPr>
            <p:ph type="title"/>
          </p:nvPr>
        </p:nvSpPr>
        <p:spPr>
          <a:xfrm>
            <a:off x="448855" y="1203891"/>
            <a:ext cx="11262311"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texto 4">
            <a:extLst>
              <a:ext uri="{FF2B5EF4-FFF2-40B4-BE49-F238E27FC236}">
                <a16:creationId xmlns:a16="http://schemas.microsoft.com/office/drawing/2014/main" id="{07058790-96AD-CA4D-A66F-9786E6AA400D}"/>
              </a:ext>
            </a:extLst>
          </p:cNvPr>
          <p:cNvSpPr>
            <a:spLocks noGrp="1"/>
          </p:cNvSpPr>
          <p:nvPr>
            <p:ph type="body" sz="quarter" idx="10"/>
          </p:nvPr>
        </p:nvSpPr>
        <p:spPr>
          <a:xfrm>
            <a:off x="448236" y="2909328"/>
            <a:ext cx="6042772" cy="32034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posición de imagen 6">
            <a:extLst>
              <a:ext uri="{FF2B5EF4-FFF2-40B4-BE49-F238E27FC236}">
                <a16:creationId xmlns:a16="http://schemas.microsoft.com/office/drawing/2014/main" id="{4DDFD31F-1FED-CC47-939B-20E7A96EEEDD}"/>
              </a:ext>
            </a:extLst>
          </p:cNvPr>
          <p:cNvSpPr>
            <a:spLocks noGrp="1"/>
          </p:cNvSpPr>
          <p:nvPr>
            <p:ph type="pic" sz="quarter" idx="11"/>
          </p:nvPr>
        </p:nvSpPr>
        <p:spPr>
          <a:xfrm>
            <a:off x="6674504" y="2860302"/>
            <a:ext cx="5035643" cy="3252507"/>
          </a:xfrm>
        </p:spPr>
        <p:txBody>
          <a:bodyPr/>
          <a:lstStyle/>
          <a:p>
            <a:endParaRPr lang="es-CO"/>
          </a:p>
        </p:txBody>
      </p:sp>
    </p:spTree>
    <p:extLst>
      <p:ext uri="{BB962C8B-B14F-4D97-AF65-F5344CB8AC3E}">
        <p14:creationId xmlns:p14="http://schemas.microsoft.com/office/powerpoint/2010/main" val="1331367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ítulo y multimedia">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63E924A9-CAF5-9B4B-98E0-85F673CB30AC}"/>
              </a:ext>
            </a:extLst>
          </p:cNvPr>
          <p:cNvSpPr>
            <a:spLocks noGrp="1"/>
          </p:cNvSpPr>
          <p:nvPr>
            <p:ph type="title"/>
          </p:nvPr>
        </p:nvSpPr>
        <p:spPr>
          <a:xfrm>
            <a:off x="623454" y="531538"/>
            <a:ext cx="9559128" cy="1106559"/>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medios 4">
            <a:extLst>
              <a:ext uri="{FF2B5EF4-FFF2-40B4-BE49-F238E27FC236}">
                <a16:creationId xmlns:a16="http://schemas.microsoft.com/office/drawing/2014/main" id="{BEF3CE8C-793C-1145-84DD-7B818CE544BC}"/>
              </a:ext>
            </a:extLst>
          </p:cNvPr>
          <p:cNvSpPr>
            <a:spLocks noGrp="1"/>
          </p:cNvSpPr>
          <p:nvPr>
            <p:ph type="media" sz="quarter" idx="10"/>
          </p:nvPr>
        </p:nvSpPr>
        <p:spPr>
          <a:xfrm>
            <a:off x="623327" y="1857101"/>
            <a:ext cx="9558618" cy="4096024"/>
          </a:xfrm>
        </p:spPr>
        <p:txBody>
          <a:bodyPr/>
          <a:lstStyle/>
          <a:p>
            <a:endParaRPr lang="es-CO"/>
          </a:p>
        </p:txBody>
      </p:sp>
    </p:spTree>
    <p:extLst>
      <p:ext uri="{BB962C8B-B14F-4D97-AF65-F5344CB8AC3E}">
        <p14:creationId xmlns:p14="http://schemas.microsoft.com/office/powerpoint/2010/main" val="15581817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abla-gráfico-texto">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9F673202-8B18-514D-9685-8D97863D7A53}"/>
              </a:ext>
            </a:extLst>
          </p:cNvPr>
          <p:cNvSpPr>
            <a:spLocks noGrp="1"/>
          </p:cNvSpPr>
          <p:nvPr>
            <p:ph type="title"/>
          </p:nvPr>
        </p:nvSpPr>
        <p:spPr>
          <a:xfrm>
            <a:off x="448856" y="1338366"/>
            <a:ext cx="10443263"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tabla 4">
            <a:extLst>
              <a:ext uri="{FF2B5EF4-FFF2-40B4-BE49-F238E27FC236}">
                <a16:creationId xmlns:a16="http://schemas.microsoft.com/office/drawing/2014/main" id="{6450A7A0-43E0-1440-B983-790CAD8F434B}"/>
              </a:ext>
            </a:extLst>
          </p:cNvPr>
          <p:cNvSpPr>
            <a:spLocks noGrp="1"/>
          </p:cNvSpPr>
          <p:nvPr>
            <p:ph type="tbl" sz="quarter" idx="10"/>
          </p:nvPr>
        </p:nvSpPr>
        <p:spPr>
          <a:xfrm>
            <a:off x="448855" y="2994776"/>
            <a:ext cx="3781365" cy="2970960"/>
          </a:xfrm>
        </p:spPr>
        <p:txBody>
          <a:bodyPr/>
          <a:lstStyle/>
          <a:p>
            <a:endParaRPr lang="es-CO"/>
          </a:p>
        </p:txBody>
      </p:sp>
      <p:sp>
        <p:nvSpPr>
          <p:cNvPr id="7" name="Marcador de gráfico 6">
            <a:extLst>
              <a:ext uri="{FF2B5EF4-FFF2-40B4-BE49-F238E27FC236}">
                <a16:creationId xmlns:a16="http://schemas.microsoft.com/office/drawing/2014/main" id="{BD301C88-2BAD-5147-A445-06CFDF36B11C}"/>
              </a:ext>
            </a:extLst>
          </p:cNvPr>
          <p:cNvSpPr>
            <a:spLocks noGrp="1"/>
          </p:cNvSpPr>
          <p:nvPr>
            <p:ph type="chart" sz="quarter" idx="11"/>
          </p:nvPr>
        </p:nvSpPr>
        <p:spPr>
          <a:xfrm>
            <a:off x="4450137" y="3007001"/>
            <a:ext cx="3263713" cy="2970960"/>
          </a:xfrm>
        </p:spPr>
        <p:txBody>
          <a:bodyPr/>
          <a:lstStyle/>
          <a:p>
            <a:endParaRPr lang="es-CO"/>
          </a:p>
        </p:txBody>
      </p:sp>
      <p:sp>
        <p:nvSpPr>
          <p:cNvPr id="9" name="Marcador de texto 8">
            <a:extLst>
              <a:ext uri="{FF2B5EF4-FFF2-40B4-BE49-F238E27FC236}">
                <a16:creationId xmlns:a16="http://schemas.microsoft.com/office/drawing/2014/main" id="{EE5037AD-8243-C146-BBB8-4B269A3DE6F8}"/>
              </a:ext>
            </a:extLst>
          </p:cNvPr>
          <p:cNvSpPr>
            <a:spLocks noGrp="1"/>
          </p:cNvSpPr>
          <p:nvPr>
            <p:ph type="body" sz="quarter" idx="12"/>
          </p:nvPr>
        </p:nvSpPr>
        <p:spPr>
          <a:xfrm>
            <a:off x="7909953" y="3007001"/>
            <a:ext cx="2982165" cy="29709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2642999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legio Marinilla">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8660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legio Medellín">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8296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legio-texto e image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C6558C-9957-AE48-B09C-A4407EA0C8AC}"/>
              </a:ext>
            </a:extLst>
          </p:cNvPr>
          <p:cNvSpPr>
            <a:spLocks noGrp="1"/>
          </p:cNvSpPr>
          <p:nvPr>
            <p:ph type="title"/>
          </p:nvPr>
        </p:nvSpPr>
        <p:spPr>
          <a:xfrm>
            <a:off x="448856" y="1203891"/>
            <a:ext cx="5370054"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5" name="Marcador de texto 4">
            <a:extLst>
              <a:ext uri="{FF2B5EF4-FFF2-40B4-BE49-F238E27FC236}">
                <a16:creationId xmlns:a16="http://schemas.microsoft.com/office/drawing/2014/main" id="{00D30D66-9919-7345-8589-FCCA19022206}"/>
              </a:ext>
            </a:extLst>
          </p:cNvPr>
          <p:cNvSpPr>
            <a:spLocks noGrp="1"/>
          </p:cNvSpPr>
          <p:nvPr>
            <p:ph type="body" sz="quarter" idx="10"/>
          </p:nvPr>
        </p:nvSpPr>
        <p:spPr>
          <a:xfrm>
            <a:off x="448236" y="2800070"/>
            <a:ext cx="5370419" cy="3227294"/>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9749536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Personas Medellín">
    <p:spTree>
      <p:nvGrpSpPr>
        <p:cNvPr id="1" name=""/>
        <p:cNvGrpSpPr/>
        <p:nvPr/>
      </p:nvGrpSpPr>
      <p:grpSpPr>
        <a:xfrm>
          <a:off x="0" y="0"/>
          <a:ext cx="0" cy="0"/>
          <a:chOff x="0" y="0"/>
          <a:chExt cx="0" cy="0"/>
        </a:xfrm>
      </p:grpSpPr>
    </p:spTree>
    <p:extLst>
      <p:ext uri="{BB962C8B-B14F-4D97-AF65-F5344CB8AC3E}">
        <p14:creationId xmlns:p14="http://schemas.microsoft.com/office/powerpoint/2010/main" val="549089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magen Medellín">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33390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ostgrad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4C6B46-AE0A-2242-9732-D30BEEE455A8}"/>
              </a:ext>
            </a:extLst>
          </p:cNvPr>
          <p:cNvSpPr>
            <a:spLocks noGrp="1"/>
          </p:cNvSpPr>
          <p:nvPr>
            <p:ph type="title"/>
          </p:nvPr>
        </p:nvSpPr>
        <p:spPr>
          <a:xfrm>
            <a:off x="448856" y="1203891"/>
            <a:ext cx="5370054"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3" name="Marcador de texto 4">
            <a:extLst>
              <a:ext uri="{FF2B5EF4-FFF2-40B4-BE49-F238E27FC236}">
                <a16:creationId xmlns:a16="http://schemas.microsoft.com/office/drawing/2014/main" id="{95848E47-E960-F840-BCAE-22AFDD09C7E0}"/>
              </a:ext>
            </a:extLst>
          </p:cNvPr>
          <p:cNvSpPr>
            <a:spLocks noGrp="1"/>
          </p:cNvSpPr>
          <p:nvPr>
            <p:ph type="body" sz="quarter" idx="10"/>
          </p:nvPr>
        </p:nvSpPr>
        <p:spPr>
          <a:xfrm>
            <a:off x="448236" y="2800070"/>
            <a:ext cx="5370419" cy="3227294"/>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14568188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Imagen Bucaramanga">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1025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Personas Bucaramanga">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9222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Personas Montería">
    <p:spTree>
      <p:nvGrpSpPr>
        <p:cNvPr id="1" name=""/>
        <p:cNvGrpSpPr/>
        <p:nvPr/>
      </p:nvGrpSpPr>
      <p:grpSpPr>
        <a:xfrm>
          <a:off x="0" y="0"/>
          <a:ext cx="0" cy="0"/>
          <a:chOff x="0" y="0"/>
          <a:chExt cx="0" cy="0"/>
        </a:xfrm>
      </p:grpSpPr>
    </p:spTree>
    <p:extLst>
      <p:ext uri="{BB962C8B-B14F-4D97-AF65-F5344CB8AC3E}">
        <p14:creationId xmlns:p14="http://schemas.microsoft.com/office/powerpoint/2010/main" val="9350771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Imagen Montería">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4D7DA507-BAB2-9D4E-9E47-F7A0ED598DF1}"/>
              </a:ext>
            </a:extLst>
          </p:cNvPr>
          <p:cNvSpPr>
            <a:spLocks noGrp="1"/>
          </p:cNvSpPr>
          <p:nvPr>
            <p:ph type="title"/>
          </p:nvPr>
        </p:nvSpPr>
        <p:spPr>
          <a:xfrm>
            <a:off x="448856" y="1203891"/>
            <a:ext cx="5370054" cy="1325563"/>
          </a:xfrm>
        </p:spPr>
        <p:txBody>
          <a:bodyPr>
            <a:normAutofit/>
          </a:bodyPr>
          <a:lstStyle>
            <a:lvl1pPr>
              <a:defRPr sz="3530" b="1" i="0">
                <a:latin typeface="Arial Narrow" panose="020B0604020202020204" pitchFamily="34" charset="0"/>
                <a:cs typeface="Arial Narrow" panose="020B0604020202020204" pitchFamily="34" charset="0"/>
              </a:defRPr>
            </a:lvl1pPr>
          </a:lstStyle>
          <a:p>
            <a:r>
              <a:rPr lang="es-ES" dirty="0"/>
              <a:t>Haga clic para modificar el estilo de título del patrón</a:t>
            </a:r>
            <a:endParaRPr lang="es-CO" dirty="0"/>
          </a:p>
        </p:txBody>
      </p:sp>
      <p:sp>
        <p:nvSpPr>
          <p:cNvPr id="4" name="Marcador de texto 4">
            <a:extLst>
              <a:ext uri="{FF2B5EF4-FFF2-40B4-BE49-F238E27FC236}">
                <a16:creationId xmlns:a16="http://schemas.microsoft.com/office/drawing/2014/main" id="{F1105376-6298-1040-BAAE-3D749FDA6643}"/>
              </a:ext>
            </a:extLst>
          </p:cNvPr>
          <p:cNvSpPr>
            <a:spLocks noGrp="1"/>
          </p:cNvSpPr>
          <p:nvPr>
            <p:ph type="body" sz="quarter" idx="10"/>
          </p:nvPr>
        </p:nvSpPr>
        <p:spPr>
          <a:xfrm>
            <a:off x="448236" y="2800070"/>
            <a:ext cx="5370419" cy="3227294"/>
          </a:xfrm>
        </p:spPr>
        <p:txBody>
          <a:bodyPr>
            <a:normAutofit/>
          </a:bodyPr>
          <a:lstStyle>
            <a:lvl1pPr>
              <a:defRPr sz="2118" b="0" i="0">
                <a:latin typeface="Arial" panose="020B0604020202020204" pitchFamily="34" charset="0"/>
                <a:cs typeface="Arial" panose="020B0604020202020204" pitchFamily="34" charset="0"/>
              </a:defRPr>
            </a:lvl1pPr>
            <a:lvl2pPr>
              <a:defRPr sz="1765" b="0" i="0">
                <a:latin typeface="Arial" panose="020B0604020202020204" pitchFamily="34" charset="0"/>
                <a:cs typeface="Arial" panose="020B0604020202020204" pitchFamily="34" charset="0"/>
              </a:defRPr>
            </a:lvl2pPr>
            <a:lvl3pPr>
              <a:defRPr sz="1588" b="0" i="0">
                <a:latin typeface="Arial" panose="020B0604020202020204" pitchFamily="34" charset="0"/>
                <a:cs typeface="Arial" panose="020B0604020202020204" pitchFamily="34" charset="0"/>
              </a:defRPr>
            </a:lvl3pPr>
            <a:lvl4pPr>
              <a:defRPr sz="1588" b="0" i="0">
                <a:latin typeface="Arial" panose="020B0604020202020204" pitchFamily="34" charset="0"/>
                <a:cs typeface="Arial" panose="020B0604020202020204" pitchFamily="34" charset="0"/>
              </a:defRPr>
            </a:lvl4pPr>
            <a:lvl5pPr>
              <a:defRPr sz="1588" b="0" i="0">
                <a:latin typeface="Arial" panose="020B0604020202020204" pitchFamily="34" charset="0"/>
                <a:cs typeface="Arial" panose="020B0604020202020204" pitchFamily="34" charset="0"/>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30171284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ersonas Palmira">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67030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parador Me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99864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eparador Buc">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22360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eparador Mont">
    <p:spTree>
      <p:nvGrpSpPr>
        <p:cNvPr id="1" name=""/>
        <p:cNvGrpSpPr/>
        <p:nvPr/>
      </p:nvGrpSpPr>
      <p:grpSpPr>
        <a:xfrm>
          <a:off x="0" y="0"/>
          <a:ext cx="0" cy="0"/>
          <a:chOff x="0" y="0"/>
          <a:chExt cx="0" cy="0"/>
        </a:xfrm>
      </p:grpSpPr>
    </p:spTree>
    <p:extLst>
      <p:ext uri="{BB962C8B-B14F-4D97-AF65-F5344CB8AC3E}">
        <p14:creationId xmlns:p14="http://schemas.microsoft.com/office/powerpoint/2010/main" val="5164912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parador Pal">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83725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40"/>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222" indent="0">
              <a:buNone/>
              <a:defRPr sz="2000">
                <a:solidFill>
                  <a:schemeClr val="tx1">
                    <a:tint val="75000"/>
                  </a:schemeClr>
                </a:solidFill>
              </a:defRPr>
            </a:lvl2pPr>
            <a:lvl3pPr marL="914443" indent="0">
              <a:buNone/>
              <a:defRPr sz="1800">
                <a:solidFill>
                  <a:schemeClr val="tx1">
                    <a:tint val="75000"/>
                  </a:schemeClr>
                </a:solidFill>
              </a:defRPr>
            </a:lvl3pPr>
            <a:lvl4pPr marL="1371666" indent="0">
              <a:buNone/>
              <a:defRPr sz="1600">
                <a:solidFill>
                  <a:schemeClr val="tx1">
                    <a:tint val="75000"/>
                  </a:schemeClr>
                </a:solidFill>
              </a:defRPr>
            </a:lvl4pPr>
            <a:lvl5pPr marL="1828888" indent="0">
              <a:buNone/>
              <a:defRPr sz="1600">
                <a:solidFill>
                  <a:schemeClr val="tx1">
                    <a:tint val="75000"/>
                  </a:schemeClr>
                </a:solidFill>
              </a:defRPr>
            </a:lvl5pPr>
            <a:lvl6pPr marL="2286110" indent="0">
              <a:buNone/>
              <a:defRPr sz="1600">
                <a:solidFill>
                  <a:schemeClr val="tx1">
                    <a:tint val="75000"/>
                  </a:schemeClr>
                </a:solidFill>
              </a:defRPr>
            </a:lvl6pPr>
            <a:lvl7pPr marL="2743331" indent="0">
              <a:buNone/>
              <a:defRPr sz="1600">
                <a:solidFill>
                  <a:schemeClr val="tx1">
                    <a:tint val="75000"/>
                  </a:schemeClr>
                </a:solidFill>
              </a:defRPr>
            </a:lvl7pPr>
            <a:lvl8pPr marL="3200552" indent="0">
              <a:buNone/>
              <a:defRPr sz="1600">
                <a:solidFill>
                  <a:schemeClr val="tx1">
                    <a:tint val="75000"/>
                  </a:schemeClr>
                </a:solidFill>
              </a:defRPr>
            </a:lvl8pPr>
            <a:lvl9pPr marL="3657775" indent="0">
              <a:buNone/>
              <a:defRPr sz="16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6B86245D-015E-46AE-96CC-32E8A5E9A1DF}" type="datetimeFigureOut">
              <a:rPr lang="es-CO" smtClean="0"/>
              <a:t>17/03/2026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188423206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t>17/03/2026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603929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B86245D-015E-46AE-96CC-32E8A5E9A1DF}" type="datetimeFigureOut">
              <a:rPr lang="es-CO" smtClean="0"/>
              <a:t>17/03/2026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33542068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11" indent="0" algn="ctr">
              <a:buNone/>
              <a:defRPr sz="2000"/>
            </a:lvl2pPr>
            <a:lvl3pPr marL="914422" indent="0" algn="ctr">
              <a:buNone/>
              <a:defRPr sz="1800"/>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6B86245D-015E-46AE-96CC-32E8A5E9A1DF}" type="datetimeFigureOut">
              <a:rPr lang="es-CO" smtClean="0"/>
              <a:t>17/03/2026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31C52531-C0F7-4A3B-9293-860134404F61}" type="slidenum">
              <a:rPr lang="es-CO" smtClean="0"/>
              <a:t>‹Nº›</a:t>
            </a:fld>
            <a:endParaRPr lang="es-CO"/>
          </a:p>
        </p:txBody>
      </p:sp>
    </p:spTree>
    <p:extLst>
      <p:ext uri="{BB962C8B-B14F-4D97-AF65-F5344CB8AC3E}">
        <p14:creationId xmlns:p14="http://schemas.microsoft.com/office/powerpoint/2010/main" val="3715817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3562" y="287047"/>
            <a:ext cx="11294289"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13563" y="1747546"/>
            <a:ext cx="11294289" cy="4169160"/>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32801318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5" r:id="rId24"/>
    <p:sldLayoutId id="2147483676" r:id="rId25"/>
    <p:sldLayoutId id="2147483677" r:id="rId26"/>
    <p:sldLayoutId id="2147483678" r:id="rId27"/>
  </p:sldLayoutIdLst>
  <p:txStyles>
    <p:titleStyle>
      <a:lvl1pPr algn="l" defTabSz="914422" rtl="0" eaLnBrk="1" latinLnBrk="0" hangingPunct="1">
        <a:lnSpc>
          <a:spcPct val="90000"/>
        </a:lnSpc>
        <a:spcBef>
          <a:spcPct val="0"/>
        </a:spcBef>
        <a:buNone/>
        <a:defRPr sz="4401" kern="1200">
          <a:solidFill>
            <a:schemeClr val="tx1">
              <a:lumMod val="75000"/>
              <a:lumOff val="25000"/>
            </a:schemeClr>
          </a:solidFill>
          <a:latin typeface="Flama Condensed Light" panose="02000000000000000000" pitchFamily="50" charset="0"/>
          <a:ea typeface="+mj-ea"/>
          <a:cs typeface="+mj-cs"/>
        </a:defRPr>
      </a:lvl1pPr>
    </p:titleStyle>
    <p:bodyStyle>
      <a:lvl1pPr marL="228605" indent="-228605" algn="l" defTabSz="914422"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Flama Condensed Light" panose="02000000000000000000" pitchFamily="50" charset="0"/>
          <a:ea typeface="+mn-ea"/>
          <a:cs typeface="+mn-cs"/>
        </a:defRPr>
      </a:lvl1pPr>
      <a:lvl2pPr marL="685816" indent="-228605" algn="l" defTabSz="914422"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Flama Condensed Light" panose="02000000000000000000" pitchFamily="50" charset="0"/>
          <a:ea typeface="+mn-ea"/>
          <a:cs typeface="+mn-cs"/>
        </a:defRPr>
      </a:lvl2pPr>
      <a:lvl3pPr marL="1143027" indent="-228605" algn="l" defTabSz="914422"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Flama Condensed Light" panose="02000000000000000000" pitchFamily="50" charset="0"/>
          <a:ea typeface="+mn-ea"/>
          <a:cs typeface="+mn-cs"/>
        </a:defRPr>
      </a:lvl3pPr>
      <a:lvl4pPr marL="1600239" indent="-228605" algn="l" defTabSz="914422"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Flama Condensed Light" panose="02000000000000000000" pitchFamily="50" charset="0"/>
          <a:ea typeface="+mn-ea"/>
          <a:cs typeface="+mn-cs"/>
        </a:defRPr>
      </a:lvl4pPr>
      <a:lvl5pPr marL="2057449" indent="-228605" algn="l" defTabSz="914422"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Flama Condensed Light" panose="02000000000000000000" pitchFamily="50" charset="0"/>
          <a:ea typeface="+mn-ea"/>
          <a:cs typeface="+mn-cs"/>
        </a:defRPr>
      </a:lvl5pPr>
      <a:lvl6pPr marL="2514660"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71"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82"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93" indent="-228605" algn="l" defTabSz="91442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22" rtl="0" eaLnBrk="1" latinLnBrk="0" hangingPunct="1">
        <a:defRPr sz="1800" kern="1200">
          <a:solidFill>
            <a:schemeClr val="tx1"/>
          </a:solidFill>
          <a:latin typeface="+mn-lt"/>
          <a:ea typeface="+mn-ea"/>
          <a:cs typeface="+mn-cs"/>
        </a:defRPr>
      </a:lvl1pPr>
      <a:lvl2pPr marL="457211" algn="l" defTabSz="914422" rtl="0" eaLnBrk="1" latinLnBrk="0" hangingPunct="1">
        <a:defRPr sz="1800" kern="1200">
          <a:solidFill>
            <a:schemeClr val="tx1"/>
          </a:solidFill>
          <a:latin typeface="+mn-lt"/>
          <a:ea typeface="+mn-ea"/>
          <a:cs typeface="+mn-cs"/>
        </a:defRPr>
      </a:lvl2pPr>
      <a:lvl3pPr marL="914422" algn="l" defTabSz="914422" rtl="0" eaLnBrk="1" latinLnBrk="0" hangingPunct="1">
        <a:defRPr sz="1800" kern="1200">
          <a:solidFill>
            <a:schemeClr val="tx1"/>
          </a:solidFill>
          <a:latin typeface="+mn-lt"/>
          <a:ea typeface="+mn-ea"/>
          <a:cs typeface="+mn-cs"/>
        </a:defRPr>
      </a:lvl3pPr>
      <a:lvl4pPr marL="1371633" algn="l" defTabSz="914422" rtl="0" eaLnBrk="1" latinLnBrk="0" hangingPunct="1">
        <a:defRPr sz="1800" kern="1200">
          <a:solidFill>
            <a:schemeClr val="tx1"/>
          </a:solidFill>
          <a:latin typeface="+mn-lt"/>
          <a:ea typeface="+mn-ea"/>
          <a:cs typeface="+mn-cs"/>
        </a:defRPr>
      </a:lvl4pPr>
      <a:lvl5pPr marL="1828844" algn="l" defTabSz="914422" rtl="0" eaLnBrk="1" latinLnBrk="0" hangingPunct="1">
        <a:defRPr sz="1800" kern="1200">
          <a:solidFill>
            <a:schemeClr val="tx1"/>
          </a:solidFill>
          <a:latin typeface="+mn-lt"/>
          <a:ea typeface="+mn-ea"/>
          <a:cs typeface="+mn-cs"/>
        </a:defRPr>
      </a:lvl5pPr>
      <a:lvl6pPr marL="2286055" algn="l" defTabSz="914422" rtl="0" eaLnBrk="1" latinLnBrk="0" hangingPunct="1">
        <a:defRPr sz="1800" kern="1200">
          <a:solidFill>
            <a:schemeClr val="tx1"/>
          </a:solidFill>
          <a:latin typeface="+mn-lt"/>
          <a:ea typeface="+mn-ea"/>
          <a:cs typeface="+mn-cs"/>
        </a:defRPr>
      </a:lvl6pPr>
      <a:lvl7pPr marL="2743266" algn="l" defTabSz="914422" rtl="0" eaLnBrk="1" latinLnBrk="0" hangingPunct="1">
        <a:defRPr sz="1800" kern="1200">
          <a:solidFill>
            <a:schemeClr val="tx1"/>
          </a:solidFill>
          <a:latin typeface="+mn-lt"/>
          <a:ea typeface="+mn-ea"/>
          <a:cs typeface="+mn-cs"/>
        </a:defRPr>
      </a:lvl7pPr>
      <a:lvl8pPr marL="3200476" algn="l" defTabSz="914422" rtl="0" eaLnBrk="1" latinLnBrk="0" hangingPunct="1">
        <a:defRPr sz="1800" kern="1200">
          <a:solidFill>
            <a:schemeClr val="tx1"/>
          </a:solidFill>
          <a:latin typeface="+mn-lt"/>
          <a:ea typeface="+mn-ea"/>
          <a:cs typeface="+mn-cs"/>
        </a:defRPr>
      </a:lvl8pPr>
      <a:lvl9pPr marL="3657687" algn="l" defTabSz="91442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4.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5.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6.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7.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8.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9.xml"/><Relationship Id="rId4"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0.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2.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3.xm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4.xml"/><Relationship Id="rId4" Type="http://schemas.openxmlformats.org/officeDocument/2006/relationships/image" Target="../media/image10.jpe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5.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6.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7.xml"/><Relationship Id="rId4" Type="http://schemas.openxmlformats.org/officeDocument/2006/relationships/image" Target="../media/image13.jpe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8.xml"/><Relationship Id="rId4" Type="http://schemas.openxmlformats.org/officeDocument/2006/relationships/image" Target="../media/image13.jpe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19.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0.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1.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3.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4.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5.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6.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7.xml"/><Relationship Id="rId1" Type="http://schemas.openxmlformats.org/officeDocument/2006/relationships/themeOverride" Target="../theme/themeOverride27.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DB5F6C-84A5-44C0-8050-8FAF5E3CE5F8}"/>
              </a:ext>
            </a:extLst>
          </p:cNvPr>
          <p:cNvSpPr>
            <a:spLocks noGrp="1"/>
          </p:cNvSpPr>
          <p:nvPr>
            <p:ph type="ctrTitle"/>
          </p:nvPr>
        </p:nvSpPr>
        <p:spPr>
          <a:xfrm>
            <a:off x="1524000" y="2500829"/>
            <a:ext cx="9144000" cy="1009134"/>
          </a:xfrm>
        </p:spPr>
        <p:txBody>
          <a:bodyPr/>
          <a:lstStyle/>
          <a:p>
            <a:r>
              <a:rPr lang="es-ES" dirty="0"/>
              <a:t>SOA</a:t>
            </a:r>
            <a:endParaRPr lang="es-419" dirty="0"/>
          </a:p>
        </p:txBody>
      </p:sp>
      <p:sp>
        <p:nvSpPr>
          <p:cNvPr id="3" name="Subtítulo 2">
            <a:extLst>
              <a:ext uri="{FF2B5EF4-FFF2-40B4-BE49-F238E27FC236}">
                <a16:creationId xmlns:a16="http://schemas.microsoft.com/office/drawing/2014/main" id="{43B22B02-45BB-4542-A77A-0E34AB71E061}"/>
              </a:ext>
            </a:extLst>
          </p:cNvPr>
          <p:cNvSpPr>
            <a:spLocks noGrp="1"/>
          </p:cNvSpPr>
          <p:nvPr>
            <p:ph type="subTitle" idx="1"/>
          </p:nvPr>
        </p:nvSpPr>
        <p:spPr/>
        <p:txBody>
          <a:bodyPr/>
          <a:lstStyle/>
          <a:p>
            <a:r>
              <a:rPr lang="es-ES" dirty="0"/>
              <a:t>Arquitectura Orientada a Servicios</a:t>
            </a:r>
            <a:endParaRPr lang="es-419" dirty="0"/>
          </a:p>
        </p:txBody>
      </p:sp>
      <p:pic>
        <p:nvPicPr>
          <p:cNvPr id="6" name="Imagen 5">
            <a:extLst>
              <a:ext uri="{FF2B5EF4-FFF2-40B4-BE49-F238E27FC236}">
                <a16:creationId xmlns:a16="http://schemas.microsoft.com/office/drawing/2014/main" id="{3E717EF8-527A-4FC8-939F-F0DFDC9A46E2}"/>
              </a:ext>
            </a:extLst>
          </p:cNvPr>
          <p:cNvPicPr>
            <a:picLocks noChangeAspect="1"/>
          </p:cNvPicPr>
          <p:nvPr/>
        </p:nvPicPr>
        <p:blipFill>
          <a:blip r:embed="rId4"/>
          <a:stretch>
            <a:fillRect/>
          </a:stretch>
        </p:blipFill>
        <p:spPr>
          <a:xfrm>
            <a:off x="1735616" y="1661270"/>
            <a:ext cx="3124200" cy="1457325"/>
          </a:xfrm>
          <a:prstGeom prst="rect">
            <a:avLst/>
          </a:prstGeom>
        </p:spPr>
      </p:pic>
    </p:spTree>
    <p:extLst>
      <p:ext uri="{BB962C8B-B14F-4D97-AF65-F5344CB8AC3E}">
        <p14:creationId xmlns:p14="http://schemas.microsoft.com/office/powerpoint/2010/main" val="898797638"/>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5B1C98F8-27FE-4CCE-A4E7-9DD5FE070F88}"/>
              </a:ext>
            </a:extLst>
          </p:cNvPr>
          <p:cNvSpPr txBox="1"/>
          <p:nvPr/>
        </p:nvSpPr>
        <p:spPr>
          <a:xfrm>
            <a:off x="4594034" y="1813296"/>
            <a:ext cx="6830458" cy="3970318"/>
          </a:xfrm>
          <a:prstGeom prst="rect">
            <a:avLst/>
          </a:prstGeom>
          <a:noFill/>
        </p:spPr>
        <p:txBody>
          <a:bodyPr wrap="square">
            <a:spAutoFit/>
          </a:bodyPr>
          <a:lstStyle/>
          <a:p>
            <a:r>
              <a:rPr lang="es-ES" dirty="0"/>
              <a:t>Estilo arquitectónico en el que </a:t>
            </a:r>
            <a:r>
              <a:rPr lang="es-ES" b="1" dirty="0">
                <a:solidFill>
                  <a:srgbClr val="00B050"/>
                </a:solidFill>
              </a:rPr>
              <a:t>el software se organiza como un conjunto de servicios</a:t>
            </a:r>
            <a:r>
              <a:rPr lang="es-ES" dirty="0"/>
              <a:t> que son unidades de partición para dar respuesta a los requerimientos del negocio dentro de una organización.</a:t>
            </a:r>
          </a:p>
          <a:p>
            <a:endParaRPr lang="es-ES" dirty="0"/>
          </a:p>
          <a:p>
            <a:r>
              <a:rPr lang="es-ES" sz="1800" b="0" i="0" u="none" strike="noStrike" baseline="0" dirty="0">
                <a:solidFill>
                  <a:srgbClr val="323232"/>
                </a:solidFill>
                <a:latin typeface="Amazon Ember"/>
              </a:rPr>
              <a:t>Cada uno de estos </a:t>
            </a:r>
            <a:r>
              <a:rPr lang="es-ES" sz="1800" b="1" i="0" u="none" strike="noStrike" baseline="0" dirty="0">
                <a:solidFill>
                  <a:schemeClr val="accent1"/>
                </a:solidFill>
                <a:latin typeface="Amazon Ember"/>
              </a:rPr>
              <a:t>servicios</a:t>
            </a:r>
            <a:r>
              <a:rPr lang="es-ES" sz="1800" b="0" i="0" u="none" strike="noStrike" baseline="0" dirty="0">
                <a:solidFill>
                  <a:srgbClr val="323232"/>
                </a:solidFill>
                <a:latin typeface="Amazon Ember"/>
              </a:rPr>
              <a:t> brinda una </a:t>
            </a:r>
            <a:r>
              <a:rPr lang="es-ES" sz="1800" b="1" i="0" u="none" strike="noStrike" baseline="0" dirty="0">
                <a:solidFill>
                  <a:schemeClr val="accent1"/>
                </a:solidFill>
                <a:latin typeface="Amazon Ember"/>
              </a:rPr>
              <a:t>capacidad empresarial</a:t>
            </a:r>
            <a:r>
              <a:rPr lang="es-ES" sz="1800" b="0" i="0" u="none" strike="noStrike" baseline="0" dirty="0">
                <a:solidFill>
                  <a:srgbClr val="323232"/>
                </a:solidFill>
                <a:latin typeface="Amazon Ember"/>
              </a:rPr>
              <a:t> y, además, pueden comunicarse también con el resto de servicios mediante diferentes plataformas y lenguajes. </a:t>
            </a:r>
          </a:p>
          <a:p>
            <a:endParaRPr lang="es-ES" dirty="0">
              <a:solidFill>
                <a:srgbClr val="323232"/>
              </a:solidFill>
              <a:latin typeface="Amazon Ember"/>
            </a:endParaRPr>
          </a:p>
          <a:p>
            <a:r>
              <a:rPr lang="es-ES" sz="1800" b="0" i="0" u="none" strike="noStrike" baseline="0" dirty="0">
                <a:solidFill>
                  <a:srgbClr val="323232"/>
                </a:solidFill>
                <a:latin typeface="Amazon Ember"/>
              </a:rPr>
              <a:t>Los servicios son expuestos mediante </a:t>
            </a:r>
            <a:r>
              <a:rPr lang="es-ES" sz="1800" b="1" i="0" u="none" strike="noStrike" baseline="0" dirty="0">
                <a:solidFill>
                  <a:srgbClr val="FF0000"/>
                </a:solidFill>
                <a:latin typeface="Amazon Ember"/>
              </a:rPr>
              <a:t>interfaces estandarizadas</a:t>
            </a:r>
            <a:r>
              <a:rPr lang="es-ES" sz="1800" b="0" i="0" u="none" strike="noStrike" baseline="0" dirty="0">
                <a:solidFill>
                  <a:srgbClr val="323232"/>
                </a:solidFill>
                <a:latin typeface="Amazon Ember"/>
              </a:rPr>
              <a:t> y diseñados para la reutilización y la interoperabilidad entre aplicaciones.</a:t>
            </a:r>
            <a:endParaRPr lang="es-ES" dirty="0"/>
          </a:p>
          <a:p>
            <a:endParaRPr lang="es-ES" dirty="0"/>
          </a:p>
          <a:p>
            <a:pPr algn="l"/>
            <a:r>
              <a:rPr lang="es-ES" sz="1800" b="0" i="0" u="sng" strike="noStrike" baseline="0" dirty="0">
                <a:solidFill>
                  <a:srgbClr val="000000"/>
                </a:solidFill>
                <a:latin typeface="Amazon Ember"/>
              </a:rPr>
              <a:t>SOA ayuda a los equipos a desacoplar las funciones empresariales para que los sistemas puedan cambiar de forma más independiente</a:t>
            </a:r>
          </a:p>
          <a:p>
            <a:pPr algn="l"/>
            <a:endParaRPr lang="es-ES" dirty="0">
              <a:solidFill>
                <a:srgbClr val="000000"/>
              </a:solidFill>
              <a:latin typeface="Amazon Ember"/>
            </a:endParaRPr>
          </a:p>
        </p:txBody>
      </p:sp>
      <p:sp>
        <p:nvSpPr>
          <p:cNvPr id="2" name="CuadroTexto 1">
            <a:extLst>
              <a:ext uri="{FF2B5EF4-FFF2-40B4-BE49-F238E27FC236}">
                <a16:creationId xmlns:a16="http://schemas.microsoft.com/office/drawing/2014/main" id="{ED37D75A-17A3-4AA0-B122-E07F34A59E83}"/>
              </a:ext>
            </a:extLst>
          </p:cNvPr>
          <p:cNvSpPr txBox="1"/>
          <p:nvPr/>
        </p:nvSpPr>
        <p:spPr>
          <a:xfrm flipH="1">
            <a:off x="938085" y="484741"/>
            <a:ext cx="7842358" cy="646331"/>
          </a:xfrm>
          <a:prstGeom prst="rect">
            <a:avLst/>
          </a:prstGeom>
          <a:noFill/>
        </p:spPr>
        <p:txBody>
          <a:bodyPr wrap="square" rtlCol="0">
            <a:spAutoFit/>
          </a:bodyPr>
          <a:lstStyle/>
          <a:p>
            <a:r>
              <a:rPr lang="es-CO" sz="3600" dirty="0"/>
              <a:t>ARQUITECTURA ORIENTADA A SERVICIOS</a:t>
            </a:r>
            <a:endParaRPr lang="es-419" sz="3600" dirty="0"/>
          </a:p>
        </p:txBody>
      </p:sp>
      <p:pic>
        <p:nvPicPr>
          <p:cNvPr id="4" name="Imagen 3">
            <a:extLst>
              <a:ext uri="{FF2B5EF4-FFF2-40B4-BE49-F238E27FC236}">
                <a16:creationId xmlns:a16="http://schemas.microsoft.com/office/drawing/2014/main" id="{929D9343-DA94-4B10-8417-9A62E6DE846D}"/>
              </a:ext>
            </a:extLst>
          </p:cNvPr>
          <p:cNvPicPr>
            <a:picLocks noChangeAspect="1"/>
          </p:cNvPicPr>
          <p:nvPr/>
        </p:nvPicPr>
        <p:blipFill>
          <a:blip r:embed="rId4"/>
          <a:stretch>
            <a:fillRect/>
          </a:stretch>
        </p:blipFill>
        <p:spPr>
          <a:xfrm>
            <a:off x="539826" y="2567253"/>
            <a:ext cx="3855560" cy="1989966"/>
          </a:xfrm>
          <a:prstGeom prst="rect">
            <a:avLst/>
          </a:prstGeom>
        </p:spPr>
      </p:pic>
    </p:spTree>
    <p:extLst>
      <p:ext uri="{BB962C8B-B14F-4D97-AF65-F5344CB8AC3E}">
        <p14:creationId xmlns:p14="http://schemas.microsoft.com/office/powerpoint/2010/main" val="3076731452"/>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050" name="Picture 2" descr="Elements of SOA">
            <a:extLst>
              <a:ext uri="{FF2B5EF4-FFF2-40B4-BE49-F238E27FC236}">
                <a16:creationId xmlns:a16="http://schemas.microsoft.com/office/drawing/2014/main" id="{A906BCBD-0AEA-4B92-93AB-AEF36566F9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8541" y="1358230"/>
            <a:ext cx="6657975" cy="4295775"/>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B74E32B8-D35B-4BB6-B41B-3EE417A21814}"/>
              </a:ext>
            </a:extLst>
          </p:cNvPr>
          <p:cNvSpPr txBox="1"/>
          <p:nvPr/>
        </p:nvSpPr>
        <p:spPr>
          <a:xfrm>
            <a:off x="7841256" y="6177573"/>
            <a:ext cx="3660354" cy="338554"/>
          </a:xfrm>
          <a:prstGeom prst="rect">
            <a:avLst/>
          </a:prstGeom>
          <a:noFill/>
        </p:spPr>
        <p:txBody>
          <a:bodyPr wrap="square">
            <a:spAutoFit/>
          </a:bodyPr>
          <a:lstStyle/>
          <a:p>
            <a:r>
              <a:rPr lang="es-419" sz="1600" dirty="0"/>
              <a:t>https://www.visual-paradigm.com/</a:t>
            </a:r>
          </a:p>
        </p:txBody>
      </p:sp>
      <p:sp>
        <p:nvSpPr>
          <p:cNvPr id="4" name="CuadroTexto 3">
            <a:extLst>
              <a:ext uri="{FF2B5EF4-FFF2-40B4-BE49-F238E27FC236}">
                <a16:creationId xmlns:a16="http://schemas.microsoft.com/office/drawing/2014/main" id="{86ABF3B5-8323-4421-8D9E-B03FDCDA58D9}"/>
              </a:ext>
            </a:extLst>
          </p:cNvPr>
          <p:cNvSpPr txBox="1"/>
          <p:nvPr/>
        </p:nvSpPr>
        <p:spPr>
          <a:xfrm flipH="1">
            <a:off x="938085" y="484741"/>
            <a:ext cx="7842358" cy="646331"/>
          </a:xfrm>
          <a:prstGeom prst="rect">
            <a:avLst/>
          </a:prstGeom>
          <a:noFill/>
        </p:spPr>
        <p:txBody>
          <a:bodyPr wrap="square" rtlCol="0">
            <a:spAutoFit/>
          </a:bodyPr>
          <a:lstStyle/>
          <a:p>
            <a:r>
              <a:rPr lang="es-CO" sz="3600" dirty="0"/>
              <a:t>ESTRUCTURA SOA</a:t>
            </a:r>
            <a:endParaRPr lang="es-419" sz="3600" dirty="0"/>
          </a:p>
        </p:txBody>
      </p:sp>
    </p:spTree>
    <p:extLst>
      <p:ext uri="{BB962C8B-B14F-4D97-AF65-F5344CB8AC3E}">
        <p14:creationId xmlns:p14="http://schemas.microsoft.com/office/powerpoint/2010/main" val="3966250524"/>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5305E51B-5F3F-4297-9242-9E0F36C686EB}"/>
              </a:ext>
            </a:extLst>
          </p:cNvPr>
          <p:cNvSpPr txBox="1"/>
          <p:nvPr/>
        </p:nvSpPr>
        <p:spPr>
          <a:xfrm>
            <a:off x="4549965" y="1872868"/>
            <a:ext cx="6632155" cy="3416320"/>
          </a:xfrm>
          <a:prstGeom prst="rect">
            <a:avLst/>
          </a:prstGeom>
          <a:noFill/>
        </p:spPr>
        <p:txBody>
          <a:bodyPr wrap="square">
            <a:spAutoFit/>
          </a:bodyPr>
          <a:lstStyle/>
          <a:p>
            <a:r>
              <a:rPr lang="es-ES" dirty="0"/>
              <a:t>Tecnológicamente, estos servicios tienen la particularidad de ser:</a:t>
            </a:r>
          </a:p>
          <a:p>
            <a:pPr marL="285750" indent="-285750">
              <a:buFont typeface="Arial" panose="020B0604020202020204" pitchFamily="34" charset="0"/>
              <a:buChar char="•"/>
            </a:pPr>
            <a:r>
              <a:rPr lang="es-ES" dirty="0"/>
              <a:t>Encapsulados</a:t>
            </a:r>
          </a:p>
          <a:p>
            <a:pPr marL="285750" indent="-285750">
              <a:buFont typeface="Arial" panose="020B0604020202020204" pitchFamily="34" charset="0"/>
              <a:buChar char="•"/>
            </a:pPr>
            <a:r>
              <a:rPr lang="es-ES" dirty="0"/>
              <a:t>De bajo acoplamiento</a:t>
            </a:r>
          </a:p>
          <a:p>
            <a:pPr marL="285750" indent="-285750">
              <a:buFont typeface="Arial" panose="020B0604020202020204" pitchFamily="34" charset="0"/>
              <a:buChar char="•"/>
            </a:pPr>
            <a:r>
              <a:rPr lang="es-ES" dirty="0"/>
              <a:t>Reutilizables</a:t>
            </a:r>
          </a:p>
          <a:p>
            <a:pPr marL="285750" indent="-285750">
              <a:buFont typeface="Arial" panose="020B0604020202020204" pitchFamily="34" charset="0"/>
              <a:buChar char="•"/>
            </a:pPr>
            <a:r>
              <a:rPr lang="es-ES" dirty="0"/>
              <a:t>Sin información de estado (</a:t>
            </a:r>
            <a:r>
              <a:rPr lang="es-ES" dirty="0" err="1"/>
              <a:t>stateless</a:t>
            </a:r>
            <a:r>
              <a:rPr lang="es-ES" dirty="0"/>
              <a:t>)</a:t>
            </a:r>
          </a:p>
          <a:p>
            <a:pPr marL="285750" indent="-285750">
              <a:buFont typeface="Arial" panose="020B0604020202020204" pitchFamily="34" charset="0"/>
              <a:buChar char="•"/>
            </a:pPr>
            <a:r>
              <a:rPr lang="es-ES" dirty="0"/>
              <a:t>Localizables</a:t>
            </a:r>
          </a:p>
          <a:p>
            <a:pPr marL="285750" indent="-285750">
              <a:buFont typeface="Arial" panose="020B0604020202020204" pitchFamily="34" charset="0"/>
              <a:buChar char="•"/>
            </a:pPr>
            <a:r>
              <a:rPr lang="es-ES" dirty="0"/>
              <a:t>Independientes de una plataforma o lenguaje</a:t>
            </a:r>
          </a:p>
          <a:p>
            <a:pPr marL="285750" indent="-285750">
              <a:buFont typeface="Arial" panose="020B0604020202020204" pitchFamily="34" charset="0"/>
              <a:buChar char="•"/>
            </a:pPr>
            <a:endParaRPr lang="es-ES" dirty="0"/>
          </a:p>
          <a:p>
            <a:pPr algn="l"/>
            <a:endParaRPr lang="es-419" sz="1800" b="0" i="0" u="none" strike="noStrike" baseline="0" dirty="0">
              <a:solidFill>
                <a:srgbClr val="000000"/>
              </a:solidFill>
              <a:latin typeface="Amazon Ember"/>
            </a:endParaRPr>
          </a:p>
          <a:p>
            <a:r>
              <a:rPr lang="es-ES" sz="1800" b="0" i="0" u="none" strike="noStrike" baseline="0" dirty="0">
                <a:solidFill>
                  <a:srgbClr val="323232"/>
                </a:solidFill>
                <a:latin typeface="Amazon Ember"/>
              </a:rPr>
              <a:t>Los desarrolladores usan SOA para reutilizar servicios en diferentes sistemas o combinar varios servicios independientes para realizar tareas complejas. </a:t>
            </a:r>
            <a:endParaRPr lang="es-ES" dirty="0"/>
          </a:p>
        </p:txBody>
      </p:sp>
      <p:sp>
        <p:nvSpPr>
          <p:cNvPr id="3" name="CuadroTexto 2">
            <a:extLst>
              <a:ext uri="{FF2B5EF4-FFF2-40B4-BE49-F238E27FC236}">
                <a16:creationId xmlns:a16="http://schemas.microsoft.com/office/drawing/2014/main" id="{6D89BA5B-05C3-48B9-93BF-49F5CEE35F04}"/>
              </a:ext>
            </a:extLst>
          </p:cNvPr>
          <p:cNvSpPr txBox="1"/>
          <p:nvPr/>
        </p:nvSpPr>
        <p:spPr>
          <a:xfrm flipH="1">
            <a:off x="938085" y="429657"/>
            <a:ext cx="7842358" cy="646331"/>
          </a:xfrm>
          <a:prstGeom prst="rect">
            <a:avLst/>
          </a:prstGeom>
          <a:noFill/>
        </p:spPr>
        <p:txBody>
          <a:bodyPr wrap="square" rtlCol="0">
            <a:spAutoFit/>
          </a:bodyPr>
          <a:lstStyle/>
          <a:p>
            <a:r>
              <a:rPr lang="es-CO" sz="3600" dirty="0"/>
              <a:t>CARACTERÍSTICAS SERVICIOS SOA</a:t>
            </a:r>
            <a:endParaRPr lang="es-419" sz="3600" dirty="0"/>
          </a:p>
        </p:txBody>
      </p:sp>
      <p:pic>
        <p:nvPicPr>
          <p:cNvPr id="4" name="Imagen 3">
            <a:extLst>
              <a:ext uri="{FF2B5EF4-FFF2-40B4-BE49-F238E27FC236}">
                <a16:creationId xmlns:a16="http://schemas.microsoft.com/office/drawing/2014/main" id="{C640EACD-040E-40D4-B6F6-DFF14D150C50}"/>
              </a:ext>
            </a:extLst>
          </p:cNvPr>
          <p:cNvPicPr>
            <a:picLocks noChangeAspect="1"/>
          </p:cNvPicPr>
          <p:nvPr/>
        </p:nvPicPr>
        <p:blipFill>
          <a:blip r:embed="rId4"/>
          <a:stretch>
            <a:fillRect/>
          </a:stretch>
        </p:blipFill>
        <p:spPr>
          <a:xfrm>
            <a:off x="984487" y="2399843"/>
            <a:ext cx="2790419" cy="2403511"/>
          </a:xfrm>
          <a:prstGeom prst="rect">
            <a:avLst/>
          </a:prstGeom>
        </p:spPr>
      </p:pic>
    </p:spTree>
    <p:extLst>
      <p:ext uri="{BB962C8B-B14F-4D97-AF65-F5344CB8AC3E}">
        <p14:creationId xmlns:p14="http://schemas.microsoft.com/office/powerpoint/2010/main" val="4119683741"/>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7CC65E1-71C9-42B3-9F79-0F5B3E6ECB22}"/>
              </a:ext>
            </a:extLst>
          </p:cNvPr>
          <p:cNvSpPr txBox="1"/>
          <p:nvPr/>
        </p:nvSpPr>
        <p:spPr>
          <a:xfrm>
            <a:off x="547065" y="1225689"/>
            <a:ext cx="7748636" cy="5078313"/>
          </a:xfrm>
          <a:prstGeom prst="rect">
            <a:avLst/>
          </a:prstGeom>
          <a:noFill/>
        </p:spPr>
        <p:txBody>
          <a:bodyPr wrap="square">
            <a:spAutoFit/>
          </a:bodyPr>
          <a:lstStyle/>
          <a:p>
            <a:r>
              <a:rPr lang="es-ES" b="1" dirty="0"/>
              <a:t>SOA alinea el software con las capacidades del negocio</a:t>
            </a:r>
            <a:r>
              <a:rPr lang="es-ES" dirty="0"/>
              <a:t>. Cuando el negocio cambia, se ajustan los servicios y las orquestaciones relevantes sin tener que reescribir sistemas completos. </a:t>
            </a:r>
          </a:p>
          <a:p>
            <a:endParaRPr lang="es-ES" dirty="0"/>
          </a:p>
          <a:p>
            <a:r>
              <a:rPr lang="es-ES" b="1" dirty="0"/>
              <a:t>Reducción del plazo de comercialización (</a:t>
            </a:r>
            <a:r>
              <a:rPr lang="es-ES" b="1" dirty="0" err="1"/>
              <a:t>Go</a:t>
            </a:r>
            <a:r>
              <a:rPr lang="es-ES" b="1" dirty="0"/>
              <a:t> Live)</a:t>
            </a:r>
            <a:r>
              <a:rPr lang="es-ES" dirty="0"/>
              <a:t> explotando el </a:t>
            </a:r>
            <a:r>
              <a:rPr lang="es-ES" b="1" dirty="0" err="1"/>
              <a:t>reuso</a:t>
            </a:r>
            <a:r>
              <a:rPr lang="es-ES" dirty="0"/>
              <a:t>. Los desarrolladores reutilizan servicios en diferentes procesos empresariales para ahorrar tiempo y dinero. </a:t>
            </a:r>
          </a:p>
          <a:p>
            <a:endParaRPr lang="es-ES" dirty="0"/>
          </a:p>
          <a:p>
            <a:r>
              <a:rPr lang="es-ES" b="1" dirty="0"/>
              <a:t>Mantenimiento</a:t>
            </a:r>
            <a:r>
              <a:rPr lang="es-ES" dirty="0"/>
              <a:t>: Es más fácil crear, actualizar y corregir errores en servicios pequeños que en bloques grandes de código en aplicaciones monolíticas. La modificación de un servicio en SOA no afecta a la funcionalidad general del proceso empresarial.</a:t>
            </a:r>
          </a:p>
          <a:p>
            <a:endParaRPr lang="es-ES" dirty="0"/>
          </a:p>
          <a:p>
            <a:r>
              <a:rPr lang="es-ES" b="1" dirty="0"/>
              <a:t>Capacidad de Adaptación</a:t>
            </a:r>
            <a:r>
              <a:rPr lang="es-ES" dirty="0"/>
              <a:t>: SOA se adapta de mejor manera a los avances tecnológicos. Puede modernizar sus aplicaciones de forma eficiente y rentable. </a:t>
            </a:r>
          </a:p>
          <a:p>
            <a:endParaRPr lang="es-ES" dirty="0"/>
          </a:p>
          <a:p>
            <a:r>
              <a:rPr lang="es-ES" b="1" dirty="0"/>
              <a:t>Interoperabilidad mejorada </a:t>
            </a:r>
            <a:r>
              <a:rPr lang="es-ES" dirty="0"/>
              <a:t>: las interfaces y los formatos de datos estandarizados ayudan a integrar sistemas heterogéneos</a:t>
            </a:r>
          </a:p>
        </p:txBody>
      </p:sp>
      <p:sp>
        <p:nvSpPr>
          <p:cNvPr id="3" name="CuadroTexto 2">
            <a:extLst>
              <a:ext uri="{FF2B5EF4-FFF2-40B4-BE49-F238E27FC236}">
                <a16:creationId xmlns:a16="http://schemas.microsoft.com/office/drawing/2014/main" id="{06CD6560-5FA3-4743-B3BA-0244065AB4F4}"/>
              </a:ext>
            </a:extLst>
          </p:cNvPr>
          <p:cNvSpPr txBox="1"/>
          <p:nvPr/>
        </p:nvSpPr>
        <p:spPr>
          <a:xfrm flipH="1">
            <a:off x="938085" y="429657"/>
            <a:ext cx="3578831" cy="646331"/>
          </a:xfrm>
          <a:prstGeom prst="rect">
            <a:avLst/>
          </a:prstGeom>
          <a:noFill/>
        </p:spPr>
        <p:txBody>
          <a:bodyPr wrap="square" rtlCol="0">
            <a:spAutoFit/>
          </a:bodyPr>
          <a:lstStyle/>
          <a:p>
            <a:r>
              <a:rPr lang="es-CO" sz="3600" dirty="0"/>
              <a:t>BENEFICIOS SOA</a:t>
            </a:r>
            <a:endParaRPr lang="es-419" sz="3600" dirty="0"/>
          </a:p>
        </p:txBody>
      </p:sp>
      <p:pic>
        <p:nvPicPr>
          <p:cNvPr id="4" name="Picture 2" descr="Qué es el beneficio por acción y por ...">
            <a:extLst>
              <a:ext uri="{FF2B5EF4-FFF2-40B4-BE49-F238E27FC236}">
                <a16:creationId xmlns:a16="http://schemas.microsoft.com/office/drawing/2014/main" id="{7E0CFBB4-AEC7-4440-8E4A-D76B2D3E33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4640" y="2113258"/>
            <a:ext cx="3457752" cy="2300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3477837"/>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E81B0DD-CCFF-4C4F-9DB7-9A97C7960065}"/>
              </a:ext>
            </a:extLst>
          </p:cNvPr>
          <p:cNvSpPr txBox="1"/>
          <p:nvPr/>
        </p:nvSpPr>
        <p:spPr>
          <a:xfrm>
            <a:off x="4704202" y="1225689"/>
            <a:ext cx="6345716" cy="5078313"/>
          </a:xfrm>
          <a:prstGeom prst="rect">
            <a:avLst/>
          </a:prstGeom>
          <a:noFill/>
        </p:spPr>
        <p:txBody>
          <a:bodyPr wrap="square">
            <a:spAutoFit/>
          </a:bodyPr>
          <a:lstStyle/>
          <a:p>
            <a:pPr marL="285750" indent="-285750">
              <a:buFont typeface="Arial" panose="020B0604020202020204" pitchFamily="34" charset="0"/>
              <a:buChar char="•"/>
            </a:pPr>
            <a:r>
              <a:rPr lang="es-ES" b="1" dirty="0"/>
              <a:t>Seguridad : </a:t>
            </a:r>
            <a:r>
              <a:rPr lang="es-ES" dirty="0"/>
              <a:t>Los patrones comunes de identidad y acceso, aplicados en los límites de servicio, ayudan a estandarizar la autenticación y la autorización en todo el ecosistema. </a:t>
            </a:r>
          </a:p>
          <a:p>
            <a:pPr marL="285750" indent="-285750">
              <a:buFont typeface="Arial" panose="020B0604020202020204" pitchFamily="34" charset="0"/>
              <a:buChar char="•"/>
            </a:pPr>
            <a:r>
              <a:rPr lang="es-ES" b="1" dirty="0"/>
              <a:t>Costos :  La reutilización de servicios</a:t>
            </a:r>
            <a:r>
              <a:rPr lang="es-ES" dirty="0"/>
              <a:t> compartidos puede reducir el desarrollo redundante y la sobrecarga operativa,</a:t>
            </a:r>
            <a:r>
              <a:rPr lang="es-ES" b="1" dirty="0"/>
              <a:t> especialmente en aspectos transversales como el registro, la auditoría y las notificaciones</a:t>
            </a:r>
            <a:r>
              <a:rPr lang="es-ES" dirty="0"/>
              <a:t>. </a:t>
            </a:r>
          </a:p>
          <a:p>
            <a:pPr marL="285750" indent="-285750">
              <a:buFont typeface="Arial" panose="020B0604020202020204" pitchFamily="34" charset="0"/>
              <a:buChar char="•"/>
            </a:pPr>
            <a:r>
              <a:rPr lang="es-ES" b="1" dirty="0"/>
              <a:t>Flexibilidad de proveedores y tecnología : </a:t>
            </a:r>
            <a:r>
              <a:rPr lang="es-ES" dirty="0"/>
              <a:t>Con contratos independientes de la tecnología, se pueden intercambiar implementaciones subyacentes o usar diferentes </a:t>
            </a:r>
            <a:r>
              <a:rPr lang="es-ES" dirty="0" err="1"/>
              <a:t>stacks</a:t>
            </a:r>
            <a:r>
              <a:rPr lang="es-ES" dirty="0"/>
              <a:t> detrás de la misma interfaz. </a:t>
            </a:r>
          </a:p>
          <a:p>
            <a:pPr marL="285750" indent="-285750">
              <a:buFont typeface="Arial" panose="020B0604020202020204" pitchFamily="34" charset="0"/>
              <a:buChar char="•"/>
            </a:pPr>
            <a:r>
              <a:rPr lang="es-ES" b="1" dirty="0"/>
              <a:t>Cumplimiento normativo</a:t>
            </a:r>
            <a:r>
              <a:rPr lang="es-ES" dirty="0"/>
              <a:t> : Los contratos claros y las políticas centralizadas pueden simplificar las auditorías y los controles regulatorios, ya que las responsabilidades y los flujos de datos son más explícitos.</a:t>
            </a:r>
          </a:p>
          <a:p>
            <a:pPr marL="285750" indent="-285750">
              <a:buFont typeface="Arial" panose="020B0604020202020204" pitchFamily="34" charset="0"/>
              <a:buChar char="•"/>
            </a:pPr>
            <a:r>
              <a:rPr lang="es-ES" b="1" dirty="0"/>
              <a:t>Otros:</a:t>
            </a:r>
            <a:r>
              <a:rPr lang="es-ES" dirty="0"/>
              <a:t> Cambio y entrega más rápidos , Alineación empresarial, Modernización incremental</a:t>
            </a:r>
            <a:endParaRPr lang="es-419" dirty="0"/>
          </a:p>
          <a:p>
            <a:endParaRPr lang="es-419" dirty="0"/>
          </a:p>
        </p:txBody>
      </p:sp>
      <p:sp>
        <p:nvSpPr>
          <p:cNvPr id="3" name="CuadroTexto 2">
            <a:extLst>
              <a:ext uri="{FF2B5EF4-FFF2-40B4-BE49-F238E27FC236}">
                <a16:creationId xmlns:a16="http://schemas.microsoft.com/office/drawing/2014/main" id="{F52A8D39-0DAA-498D-B876-0E316DCB82D0}"/>
              </a:ext>
            </a:extLst>
          </p:cNvPr>
          <p:cNvSpPr txBox="1"/>
          <p:nvPr/>
        </p:nvSpPr>
        <p:spPr>
          <a:xfrm flipH="1">
            <a:off x="938085" y="429657"/>
            <a:ext cx="3578831" cy="646331"/>
          </a:xfrm>
          <a:prstGeom prst="rect">
            <a:avLst/>
          </a:prstGeom>
          <a:noFill/>
        </p:spPr>
        <p:txBody>
          <a:bodyPr wrap="square" rtlCol="0">
            <a:spAutoFit/>
          </a:bodyPr>
          <a:lstStyle/>
          <a:p>
            <a:r>
              <a:rPr lang="es-CO" sz="3600" dirty="0"/>
              <a:t>BENEFICIOS SOA</a:t>
            </a:r>
            <a:endParaRPr lang="es-419" sz="3600" dirty="0"/>
          </a:p>
        </p:txBody>
      </p:sp>
      <p:pic>
        <p:nvPicPr>
          <p:cNvPr id="1026" name="Picture 2" descr="Qué es el beneficio por acción y por ...">
            <a:extLst>
              <a:ext uri="{FF2B5EF4-FFF2-40B4-BE49-F238E27FC236}">
                <a16:creationId xmlns:a16="http://schemas.microsoft.com/office/drawing/2014/main" id="{1F9C25B9-ACBD-4F83-8D91-D2E2DFAAF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8085" y="2053304"/>
            <a:ext cx="3457752" cy="2300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27919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BC42EC2-5DB5-4370-9826-C2248528A145}"/>
              </a:ext>
            </a:extLst>
          </p:cNvPr>
          <p:cNvSpPr txBox="1"/>
          <p:nvPr/>
        </p:nvSpPr>
        <p:spPr>
          <a:xfrm>
            <a:off x="4120307" y="2007266"/>
            <a:ext cx="7855027" cy="3970318"/>
          </a:xfrm>
          <a:prstGeom prst="rect">
            <a:avLst/>
          </a:prstGeom>
          <a:noFill/>
        </p:spPr>
        <p:txBody>
          <a:bodyPr wrap="square">
            <a:spAutoFit/>
          </a:bodyPr>
          <a:lstStyle/>
          <a:p>
            <a:r>
              <a:rPr lang="es-ES" b="1" dirty="0"/>
              <a:t>Interoperabilidad</a:t>
            </a:r>
          </a:p>
          <a:p>
            <a:r>
              <a:rPr lang="es-ES" dirty="0"/>
              <a:t>Los servicios intercambian datos utilizando formatos y protocolos estandarizados para funcionar en todas las plataformas. Cualquier sistema de cliente puede ejecutar un servicio, independientemente de la plataforma o el lenguaje de programación.  </a:t>
            </a:r>
          </a:p>
          <a:p>
            <a:endParaRPr lang="es-ES" dirty="0"/>
          </a:p>
          <a:p>
            <a:endParaRPr lang="es-ES" dirty="0"/>
          </a:p>
          <a:p>
            <a:r>
              <a:rPr lang="es-419" sz="1800" b="1" i="0" u="none" strike="noStrike" baseline="0" dirty="0">
                <a:solidFill>
                  <a:srgbClr val="323232"/>
                </a:solidFill>
                <a:latin typeface="Amazon Ember"/>
              </a:rPr>
              <a:t>Acoplamiento </a:t>
            </a:r>
            <a:r>
              <a:rPr lang="es-419" sz="1800" b="0" i="0" u="none" strike="noStrike" baseline="0" dirty="0">
                <a:solidFill>
                  <a:srgbClr val="000000"/>
                </a:solidFill>
                <a:latin typeface="Amazon Ember"/>
              </a:rPr>
              <a:t>fl</a:t>
            </a:r>
            <a:r>
              <a:rPr lang="es-419" sz="1800" b="1" i="0" u="none" strike="noStrike" baseline="0" dirty="0">
                <a:solidFill>
                  <a:srgbClr val="323232"/>
                </a:solidFill>
                <a:latin typeface="Amazon Ember"/>
              </a:rPr>
              <a:t>exible</a:t>
            </a:r>
            <a:endParaRPr lang="es-419" sz="1800" b="0" i="0" u="none" strike="noStrike" baseline="0" dirty="0">
              <a:solidFill>
                <a:srgbClr val="323232"/>
              </a:solidFill>
              <a:latin typeface="Amazon Ember"/>
            </a:endParaRPr>
          </a:p>
          <a:p>
            <a:r>
              <a:rPr lang="es-ES" sz="1800" b="0" i="0" u="none" strike="noStrike" baseline="0" dirty="0">
                <a:solidFill>
                  <a:srgbClr val="323232"/>
                </a:solidFill>
                <a:latin typeface="Amazon Ember"/>
              </a:rPr>
              <a:t>Los servicios en SOA minimizan las dependencias directas al interactuar a través de interfaces estables. Prescinden de un estado sin retener ninguna información sobre sesiones o transacciones pasadas. De esta forma, si se modi</a:t>
            </a:r>
            <a:r>
              <a:rPr lang="es-ES" sz="1800" b="0" i="0" u="none" strike="noStrike" baseline="0" dirty="0">
                <a:solidFill>
                  <a:srgbClr val="000000"/>
                </a:solidFill>
                <a:latin typeface="Amazon Ember"/>
              </a:rPr>
              <a:t>fi</a:t>
            </a:r>
            <a:r>
              <a:rPr lang="es-ES" sz="1800" b="0" i="0" u="none" strike="noStrike" baseline="0" dirty="0">
                <a:solidFill>
                  <a:srgbClr val="323232"/>
                </a:solidFill>
                <a:latin typeface="Amazon Ember"/>
              </a:rPr>
              <a:t>ca un servicio, no afectará de forma signi</a:t>
            </a:r>
            <a:r>
              <a:rPr lang="es-ES" sz="1800" b="0" i="0" u="none" strike="noStrike" baseline="0" dirty="0">
                <a:solidFill>
                  <a:srgbClr val="000000"/>
                </a:solidFill>
                <a:latin typeface="Amazon Ember"/>
              </a:rPr>
              <a:t>fi</a:t>
            </a:r>
            <a:r>
              <a:rPr lang="es-ES" sz="1800" b="0" i="0" u="none" strike="noStrike" baseline="0" dirty="0">
                <a:solidFill>
                  <a:srgbClr val="323232"/>
                </a:solidFill>
                <a:latin typeface="Amazon Ember"/>
              </a:rPr>
              <a:t>cativa a las aplicaciones del cliente ni a otros servicios que utilicen dicho servicio. </a:t>
            </a:r>
          </a:p>
          <a:p>
            <a:endParaRPr lang="es-ES" dirty="0">
              <a:solidFill>
                <a:srgbClr val="323232"/>
              </a:solidFill>
              <a:latin typeface="Amazon Ember"/>
            </a:endParaRPr>
          </a:p>
        </p:txBody>
      </p:sp>
      <p:sp>
        <p:nvSpPr>
          <p:cNvPr id="3" name="CuadroTexto 2">
            <a:extLst>
              <a:ext uri="{FF2B5EF4-FFF2-40B4-BE49-F238E27FC236}">
                <a16:creationId xmlns:a16="http://schemas.microsoft.com/office/drawing/2014/main" id="{1682D10F-77CF-4391-9693-D570A20192D7}"/>
              </a:ext>
            </a:extLst>
          </p:cNvPr>
          <p:cNvSpPr txBox="1"/>
          <p:nvPr/>
        </p:nvSpPr>
        <p:spPr>
          <a:xfrm flipH="1">
            <a:off x="938085" y="429657"/>
            <a:ext cx="3578831" cy="646331"/>
          </a:xfrm>
          <a:prstGeom prst="rect">
            <a:avLst/>
          </a:prstGeom>
          <a:noFill/>
        </p:spPr>
        <p:txBody>
          <a:bodyPr wrap="square" rtlCol="0">
            <a:spAutoFit/>
          </a:bodyPr>
          <a:lstStyle/>
          <a:p>
            <a:r>
              <a:rPr lang="es-CO" sz="3600" dirty="0"/>
              <a:t>PRINCIPIOS SOA</a:t>
            </a:r>
            <a:endParaRPr lang="es-419" sz="3600" dirty="0"/>
          </a:p>
        </p:txBody>
      </p:sp>
      <p:pic>
        <p:nvPicPr>
          <p:cNvPr id="2050" name="Picture 2" descr="Principios de Organización para la ...">
            <a:extLst>
              <a:ext uri="{FF2B5EF4-FFF2-40B4-BE49-F238E27FC236}">
                <a16:creationId xmlns:a16="http://schemas.microsoft.com/office/drawing/2014/main" id="{D4571035-A3EA-4722-9948-31D13485A6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730" y="2481262"/>
            <a:ext cx="2992000" cy="2344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0088119"/>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DE83ACF-EA62-49DD-B364-D02BF87B9349}"/>
              </a:ext>
            </a:extLst>
          </p:cNvPr>
          <p:cNvSpPr txBox="1"/>
          <p:nvPr/>
        </p:nvSpPr>
        <p:spPr>
          <a:xfrm>
            <a:off x="680291" y="1698406"/>
            <a:ext cx="7362022" cy="3970318"/>
          </a:xfrm>
          <a:prstGeom prst="rect">
            <a:avLst/>
          </a:prstGeom>
          <a:noFill/>
        </p:spPr>
        <p:txBody>
          <a:bodyPr wrap="square">
            <a:spAutoFit/>
          </a:bodyPr>
          <a:lstStyle/>
          <a:p>
            <a:r>
              <a:rPr lang="es-419" sz="1800" b="1" i="0" u="none" strike="noStrike" baseline="0" dirty="0">
                <a:solidFill>
                  <a:srgbClr val="323232"/>
                </a:solidFill>
                <a:latin typeface="Amazon Ember"/>
              </a:rPr>
              <a:t>Abstracción</a:t>
            </a:r>
            <a:endParaRPr lang="es-419" sz="1800" b="0" i="0" u="none" strike="noStrike" baseline="0" dirty="0">
              <a:solidFill>
                <a:srgbClr val="323232"/>
              </a:solidFill>
              <a:latin typeface="Amazon Ember"/>
            </a:endParaRPr>
          </a:p>
          <a:p>
            <a:r>
              <a:rPr lang="es-ES" sz="1800" b="0" i="0" u="none" strike="noStrike" baseline="0" dirty="0">
                <a:solidFill>
                  <a:srgbClr val="323232"/>
                </a:solidFill>
                <a:latin typeface="Amazon Ember"/>
              </a:rPr>
              <a:t>Los clientes o usuarios de servicios en SOA no tienen la necesidad de conocer la lógica del código del servicio o los detalles de la implementación. Para ellos, los servicios deben aparecer como una caja negra. Los clientes obtienen la información necesaria sobre lo que hace el servicio y cómo utilizarlo a través de contratos de servicio u otros documentos descriptivos sobre el servicio.</a:t>
            </a:r>
          </a:p>
          <a:p>
            <a:endParaRPr lang="es-ES" dirty="0">
              <a:solidFill>
                <a:srgbClr val="323232"/>
              </a:solidFill>
              <a:latin typeface="Amazon Ember"/>
            </a:endParaRPr>
          </a:p>
          <a:p>
            <a:r>
              <a:rPr lang="es-419" sz="1800" b="1" i="0" u="none" strike="noStrike" baseline="0" dirty="0">
                <a:solidFill>
                  <a:srgbClr val="323232"/>
                </a:solidFill>
                <a:latin typeface="Amazon Ember"/>
              </a:rPr>
              <a:t>Granularidad</a:t>
            </a:r>
            <a:endParaRPr lang="es-419" sz="1800" b="0" i="0" u="none" strike="noStrike" baseline="0" dirty="0">
              <a:solidFill>
                <a:srgbClr val="323232"/>
              </a:solidFill>
              <a:latin typeface="Amazon Ember"/>
            </a:endParaRPr>
          </a:p>
          <a:p>
            <a:r>
              <a:rPr lang="es-ES" sz="1800" b="0" i="0" u="none" strike="noStrike" baseline="0" dirty="0">
                <a:solidFill>
                  <a:srgbClr val="323232"/>
                </a:solidFill>
                <a:latin typeface="Amazon Ember"/>
              </a:rPr>
              <a:t>Los servicios en SOA deben tener el tamaño y el alcance adecuados; idealmente, deben contar con una función empresarial discreta por servicio. Los desarrolladores, por su parte, pueden utilizar varios servicios para crear un servicio compuesto para que lleve a cabo operaciones complejas.</a:t>
            </a:r>
          </a:p>
          <a:p>
            <a:endParaRPr lang="es-419" dirty="0"/>
          </a:p>
        </p:txBody>
      </p:sp>
      <p:sp>
        <p:nvSpPr>
          <p:cNvPr id="6" name="CuadroTexto 5">
            <a:extLst>
              <a:ext uri="{FF2B5EF4-FFF2-40B4-BE49-F238E27FC236}">
                <a16:creationId xmlns:a16="http://schemas.microsoft.com/office/drawing/2014/main" id="{69B2A770-1250-4853-B7FB-4D4D64979F40}"/>
              </a:ext>
            </a:extLst>
          </p:cNvPr>
          <p:cNvSpPr txBox="1"/>
          <p:nvPr/>
        </p:nvSpPr>
        <p:spPr>
          <a:xfrm flipH="1">
            <a:off x="938085" y="374573"/>
            <a:ext cx="3578831" cy="646331"/>
          </a:xfrm>
          <a:prstGeom prst="rect">
            <a:avLst/>
          </a:prstGeom>
          <a:noFill/>
        </p:spPr>
        <p:txBody>
          <a:bodyPr wrap="square" rtlCol="0">
            <a:spAutoFit/>
          </a:bodyPr>
          <a:lstStyle/>
          <a:p>
            <a:r>
              <a:rPr lang="es-CO" sz="3600" dirty="0"/>
              <a:t>PRINCIPIOS SOA</a:t>
            </a:r>
            <a:endParaRPr lang="es-419" sz="3600" dirty="0"/>
          </a:p>
        </p:txBody>
      </p:sp>
      <p:pic>
        <p:nvPicPr>
          <p:cNvPr id="4098" name="Picture 2" descr="Principios de Organización para la ...">
            <a:extLst>
              <a:ext uri="{FF2B5EF4-FFF2-40B4-BE49-F238E27FC236}">
                <a16:creationId xmlns:a16="http://schemas.microsoft.com/office/drawing/2014/main" id="{832CDA0E-F26B-4272-9D5B-7F25940DFD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4223" y="2371094"/>
            <a:ext cx="2781073" cy="2178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1823324"/>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8EF0681-8CF1-44B5-AD14-55C8447727A5}"/>
              </a:ext>
            </a:extLst>
          </p:cNvPr>
          <p:cNvSpPr txBox="1"/>
          <p:nvPr/>
        </p:nvSpPr>
        <p:spPr>
          <a:xfrm>
            <a:off x="4516916" y="1731480"/>
            <a:ext cx="6852490" cy="3139321"/>
          </a:xfrm>
          <a:prstGeom prst="rect">
            <a:avLst/>
          </a:prstGeom>
          <a:noFill/>
        </p:spPr>
        <p:txBody>
          <a:bodyPr wrap="square">
            <a:spAutoFit/>
          </a:bodyPr>
          <a:lstStyle/>
          <a:p>
            <a:r>
              <a:rPr lang="es-ES" b="1" dirty="0">
                <a:solidFill>
                  <a:srgbClr val="00B050"/>
                </a:solidFill>
              </a:rPr>
              <a:t>Diseño de contrato primero</a:t>
            </a:r>
          </a:p>
          <a:p>
            <a:r>
              <a:rPr lang="es-ES" dirty="0"/>
              <a:t>los contratos de servicio son explícitos y estables, lo que guía a los consumidores y proveedores. </a:t>
            </a:r>
          </a:p>
          <a:p>
            <a:endParaRPr lang="es-ES" dirty="0"/>
          </a:p>
          <a:p>
            <a:r>
              <a:rPr lang="es-ES" b="1" dirty="0"/>
              <a:t>Descubrimiento: </a:t>
            </a:r>
          </a:p>
          <a:p>
            <a:r>
              <a:rPr lang="es-ES" dirty="0"/>
              <a:t>Los servicios se pueden catalogar para que los equipos puedan encontrarlos y reutilizarlos. </a:t>
            </a:r>
          </a:p>
          <a:p>
            <a:endParaRPr lang="es-ES" dirty="0"/>
          </a:p>
          <a:p>
            <a:r>
              <a:rPr lang="es-ES" b="1" dirty="0"/>
              <a:t>Gobierno : </a:t>
            </a:r>
          </a:p>
          <a:p>
            <a:r>
              <a:rPr lang="es-ES" dirty="0"/>
              <a:t>Las políticas guían cómo se diseñan, versionan, protegen y monitorean los servicios.</a:t>
            </a:r>
            <a:endParaRPr lang="es-419" dirty="0"/>
          </a:p>
        </p:txBody>
      </p:sp>
      <p:sp>
        <p:nvSpPr>
          <p:cNvPr id="7" name="CuadroTexto 6">
            <a:extLst>
              <a:ext uri="{FF2B5EF4-FFF2-40B4-BE49-F238E27FC236}">
                <a16:creationId xmlns:a16="http://schemas.microsoft.com/office/drawing/2014/main" id="{1750CD69-0992-467E-9542-4FC5819EB7C6}"/>
              </a:ext>
            </a:extLst>
          </p:cNvPr>
          <p:cNvSpPr txBox="1"/>
          <p:nvPr/>
        </p:nvSpPr>
        <p:spPr>
          <a:xfrm flipH="1">
            <a:off x="938085" y="374573"/>
            <a:ext cx="3578831" cy="646331"/>
          </a:xfrm>
          <a:prstGeom prst="rect">
            <a:avLst/>
          </a:prstGeom>
          <a:noFill/>
        </p:spPr>
        <p:txBody>
          <a:bodyPr wrap="square" rtlCol="0">
            <a:spAutoFit/>
          </a:bodyPr>
          <a:lstStyle/>
          <a:p>
            <a:r>
              <a:rPr lang="es-CO" sz="3600" dirty="0"/>
              <a:t>PRINCIPIOS SOA</a:t>
            </a:r>
            <a:endParaRPr lang="es-419" sz="3600" dirty="0"/>
          </a:p>
        </p:txBody>
      </p:sp>
      <p:pic>
        <p:nvPicPr>
          <p:cNvPr id="5122" name="Picture 2" descr="Principios de Organización para la ...">
            <a:extLst>
              <a:ext uri="{FF2B5EF4-FFF2-40B4-BE49-F238E27FC236}">
                <a16:creationId xmlns:a16="http://schemas.microsoft.com/office/drawing/2014/main" id="{BB4CBBFB-B825-4F4A-A85B-52F82FBB60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8085" y="2267954"/>
            <a:ext cx="2963876" cy="2322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8689400"/>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D7BCDEC-30F1-4601-A2DB-C9B0D0B0CC85}"/>
              </a:ext>
            </a:extLst>
          </p:cNvPr>
          <p:cNvPicPr>
            <a:picLocks noChangeAspect="1"/>
          </p:cNvPicPr>
          <p:nvPr/>
        </p:nvPicPr>
        <p:blipFill>
          <a:blip r:embed="rId4"/>
          <a:stretch>
            <a:fillRect/>
          </a:stretch>
        </p:blipFill>
        <p:spPr>
          <a:xfrm>
            <a:off x="688162" y="361645"/>
            <a:ext cx="6886326" cy="5816441"/>
          </a:xfrm>
          <a:prstGeom prst="rect">
            <a:avLst/>
          </a:prstGeom>
          <a:ln w="28575"/>
        </p:spPr>
        <p:style>
          <a:lnRef idx="2">
            <a:schemeClr val="accent2"/>
          </a:lnRef>
          <a:fillRef idx="1">
            <a:schemeClr val="lt1"/>
          </a:fillRef>
          <a:effectRef idx="0">
            <a:schemeClr val="accent2"/>
          </a:effectRef>
          <a:fontRef idx="minor">
            <a:schemeClr val="dk1"/>
          </a:fontRef>
        </p:style>
      </p:pic>
      <p:sp>
        <p:nvSpPr>
          <p:cNvPr id="7" name="CuadroTexto 6">
            <a:extLst>
              <a:ext uri="{FF2B5EF4-FFF2-40B4-BE49-F238E27FC236}">
                <a16:creationId xmlns:a16="http://schemas.microsoft.com/office/drawing/2014/main" id="{7F1D1EB2-0AEE-4B87-8965-DB512B1A5ECA}"/>
              </a:ext>
            </a:extLst>
          </p:cNvPr>
          <p:cNvSpPr txBox="1"/>
          <p:nvPr/>
        </p:nvSpPr>
        <p:spPr>
          <a:xfrm>
            <a:off x="1311007" y="6178086"/>
            <a:ext cx="7017744" cy="307777"/>
          </a:xfrm>
          <a:prstGeom prst="rect">
            <a:avLst/>
          </a:prstGeom>
          <a:noFill/>
        </p:spPr>
        <p:txBody>
          <a:bodyPr wrap="square">
            <a:spAutoFit/>
          </a:bodyPr>
          <a:lstStyle/>
          <a:p>
            <a:r>
              <a:rPr lang="es-419" sz="1400" dirty="0"/>
              <a:t>Fuente: https://www.alibabacloud.com/blog/insights-into-the-true-nature-of-soa_596566</a:t>
            </a:r>
          </a:p>
        </p:txBody>
      </p:sp>
      <p:sp>
        <p:nvSpPr>
          <p:cNvPr id="9" name="CuadroTexto 8">
            <a:extLst>
              <a:ext uri="{FF2B5EF4-FFF2-40B4-BE49-F238E27FC236}">
                <a16:creationId xmlns:a16="http://schemas.microsoft.com/office/drawing/2014/main" id="{7F12CEE5-571D-4708-8536-DC44C19D6387}"/>
              </a:ext>
            </a:extLst>
          </p:cNvPr>
          <p:cNvSpPr txBox="1"/>
          <p:nvPr/>
        </p:nvSpPr>
        <p:spPr>
          <a:xfrm>
            <a:off x="8398892" y="2277433"/>
            <a:ext cx="2823625" cy="1477328"/>
          </a:xfrm>
          <a:prstGeom prst="rect">
            <a:avLst/>
          </a:prstGeom>
          <a:noFill/>
        </p:spPr>
        <p:txBody>
          <a:bodyPr wrap="square">
            <a:spAutoFit/>
          </a:bodyPr>
          <a:lstStyle/>
          <a:p>
            <a:r>
              <a:rPr lang="es-ES" dirty="0"/>
              <a:t>Los servicios, junto con su calidad y rendimiento, se gestionan explícitamente mediante acuerdos de nivel de servicio (SLA)</a:t>
            </a:r>
            <a:endParaRPr lang="es-419" dirty="0"/>
          </a:p>
        </p:txBody>
      </p:sp>
      <p:sp>
        <p:nvSpPr>
          <p:cNvPr id="6" name="CuadroTexto 5">
            <a:extLst>
              <a:ext uri="{FF2B5EF4-FFF2-40B4-BE49-F238E27FC236}">
                <a16:creationId xmlns:a16="http://schemas.microsoft.com/office/drawing/2014/main" id="{585347B7-37E0-4DAE-B445-A5B4E68E6137}"/>
              </a:ext>
            </a:extLst>
          </p:cNvPr>
          <p:cNvSpPr txBox="1"/>
          <p:nvPr/>
        </p:nvSpPr>
        <p:spPr>
          <a:xfrm flipH="1">
            <a:off x="8613169" y="1320113"/>
            <a:ext cx="3578831" cy="646331"/>
          </a:xfrm>
          <a:prstGeom prst="rect">
            <a:avLst/>
          </a:prstGeom>
          <a:noFill/>
        </p:spPr>
        <p:txBody>
          <a:bodyPr wrap="square" rtlCol="0">
            <a:spAutoFit/>
          </a:bodyPr>
          <a:lstStyle/>
          <a:p>
            <a:r>
              <a:rPr lang="es-CO" sz="3600" dirty="0" err="1"/>
              <a:t>SLAs</a:t>
            </a:r>
            <a:r>
              <a:rPr lang="es-CO" sz="3600" dirty="0"/>
              <a:t> en SOA</a:t>
            </a:r>
            <a:endParaRPr lang="es-419" sz="3600" dirty="0"/>
          </a:p>
        </p:txBody>
      </p:sp>
    </p:spTree>
    <p:extLst>
      <p:ext uri="{BB962C8B-B14F-4D97-AF65-F5344CB8AC3E}">
        <p14:creationId xmlns:p14="http://schemas.microsoft.com/office/powerpoint/2010/main" val="834687371"/>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026" name="Picture 2" descr="SOA layers of services">
            <a:extLst>
              <a:ext uri="{FF2B5EF4-FFF2-40B4-BE49-F238E27FC236}">
                <a16:creationId xmlns:a16="http://schemas.microsoft.com/office/drawing/2014/main" id="{A2469740-432F-478F-A600-7FF9DF8850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911" y="1738598"/>
            <a:ext cx="6832294" cy="4107917"/>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92C70341-3148-4ECE-A0CB-9072BBC8C3B3}"/>
              </a:ext>
            </a:extLst>
          </p:cNvPr>
          <p:cNvSpPr txBox="1"/>
          <p:nvPr/>
        </p:nvSpPr>
        <p:spPr>
          <a:xfrm>
            <a:off x="1429439" y="6046307"/>
            <a:ext cx="3814590" cy="307777"/>
          </a:xfrm>
          <a:prstGeom prst="rect">
            <a:avLst/>
          </a:prstGeom>
          <a:noFill/>
        </p:spPr>
        <p:txBody>
          <a:bodyPr wrap="square">
            <a:spAutoFit/>
          </a:bodyPr>
          <a:lstStyle/>
          <a:p>
            <a:r>
              <a:rPr lang="es-419" sz="1400" dirty="0"/>
              <a:t>Fuente: https://www.visual-paradigm.com/</a:t>
            </a:r>
          </a:p>
        </p:txBody>
      </p:sp>
      <p:sp>
        <p:nvSpPr>
          <p:cNvPr id="4" name="CuadroTexto 3">
            <a:extLst>
              <a:ext uri="{FF2B5EF4-FFF2-40B4-BE49-F238E27FC236}">
                <a16:creationId xmlns:a16="http://schemas.microsoft.com/office/drawing/2014/main" id="{A2CCDB8A-20F7-4E3A-B74D-3F0FCC907FEE}"/>
              </a:ext>
            </a:extLst>
          </p:cNvPr>
          <p:cNvSpPr txBox="1"/>
          <p:nvPr/>
        </p:nvSpPr>
        <p:spPr>
          <a:xfrm flipH="1">
            <a:off x="552493" y="471814"/>
            <a:ext cx="10530475" cy="646331"/>
          </a:xfrm>
          <a:prstGeom prst="rect">
            <a:avLst/>
          </a:prstGeom>
          <a:noFill/>
        </p:spPr>
        <p:txBody>
          <a:bodyPr wrap="square" rtlCol="0">
            <a:spAutoFit/>
          </a:bodyPr>
          <a:lstStyle/>
          <a:p>
            <a:r>
              <a:rPr lang="es-CO" sz="3600" dirty="0"/>
              <a:t>ARQUITECTURA SOA, JERARQUÍA DE SERVICIOS</a:t>
            </a:r>
            <a:endParaRPr lang="es-419" sz="3600" dirty="0"/>
          </a:p>
        </p:txBody>
      </p:sp>
      <p:sp>
        <p:nvSpPr>
          <p:cNvPr id="7" name="CuadroTexto 6">
            <a:extLst>
              <a:ext uri="{FF2B5EF4-FFF2-40B4-BE49-F238E27FC236}">
                <a16:creationId xmlns:a16="http://schemas.microsoft.com/office/drawing/2014/main" id="{2B5F23D2-63EC-472D-83DE-B7CEABB2DBD4}"/>
              </a:ext>
            </a:extLst>
          </p:cNvPr>
          <p:cNvSpPr txBox="1"/>
          <p:nvPr/>
        </p:nvSpPr>
        <p:spPr>
          <a:xfrm>
            <a:off x="7639279" y="1839993"/>
            <a:ext cx="4486619" cy="3139321"/>
          </a:xfrm>
          <a:prstGeom prst="rect">
            <a:avLst/>
          </a:prstGeom>
          <a:noFill/>
        </p:spPr>
        <p:txBody>
          <a:bodyPr wrap="square">
            <a:spAutoFit/>
          </a:bodyPr>
          <a:lstStyle/>
          <a:p>
            <a:r>
              <a:rPr lang="es-ES" b="1" dirty="0"/>
              <a:t>Business </a:t>
            </a:r>
            <a:r>
              <a:rPr lang="es-ES" b="1" dirty="0" err="1"/>
              <a:t>Service</a:t>
            </a:r>
            <a:r>
              <a:rPr lang="es-ES" b="1" dirty="0"/>
              <a:t>:</a:t>
            </a:r>
            <a:r>
              <a:rPr lang="es-ES" dirty="0"/>
              <a:t> inicia el proceso comercialización de vehículos</a:t>
            </a:r>
          </a:p>
          <a:p>
            <a:endParaRPr lang="es-ES" dirty="0"/>
          </a:p>
          <a:p>
            <a:r>
              <a:rPr lang="es-ES" b="1" dirty="0"/>
              <a:t>Composite </a:t>
            </a:r>
            <a:r>
              <a:rPr lang="es-ES" b="1" dirty="0" err="1"/>
              <a:t>Service</a:t>
            </a:r>
            <a:r>
              <a:rPr lang="es-ES" b="1" dirty="0"/>
              <a:t>:</a:t>
            </a:r>
            <a:r>
              <a:rPr lang="es-ES" dirty="0"/>
              <a:t> "Transferencia de Vehículo“, coordina llamadas a servicios básicos</a:t>
            </a:r>
          </a:p>
          <a:p>
            <a:endParaRPr lang="es-ES" dirty="0"/>
          </a:p>
          <a:p>
            <a:r>
              <a:rPr lang="es-ES" b="1" dirty="0"/>
              <a:t>Basic </a:t>
            </a:r>
            <a:r>
              <a:rPr lang="es-ES" b="1" dirty="0" err="1"/>
              <a:t>Services</a:t>
            </a:r>
            <a:r>
              <a:rPr lang="es-ES" b="1" dirty="0"/>
              <a:t>:</a:t>
            </a:r>
            <a:r>
              <a:rPr lang="es-ES" dirty="0"/>
              <a:t> Ejecutan las operaciones individuales "Consulta de Multas“, "Validación de SOAT“, "Pago de Derechos"</a:t>
            </a:r>
          </a:p>
          <a:p>
            <a:r>
              <a:rPr lang="es-ES" dirty="0">
                <a:highlight>
                  <a:srgbClr val="00FF00"/>
                </a:highlight>
              </a:rPr>
              <a:t>y retornan resultados</a:t>
            </a:r>
            <a:endParaRPr lang="es-419" dirty="0">
              <a:highlight>
                <a:srgbClr val="00FF00"/>
              </a:highlight>
            </a:endParaRPr>
          </a:p>
        </p:txBody>
      </p:sp>
    </p:spTree>
    <p:extLst>
      <p:ext uri="{BB962C8B-B14F-4D97-AF65-F5344CB8AC3E}">
        <p14:creationId xmlns:p14="http://schemas.microsoft.com/office/powerpoint/2010/main" val="97289989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9B893882-DC81-4576-871D-A8A5FA4E5B47}"/>
              </a:ext>
            </a:extLst>
          </p:cNvPr>
          <p:cNvSpPr txBox="1"/>
          <p:nvPr/>
        </p:nvSpPr>
        <p:spPr>
          <a:xfrm>
            <a:off x="4800714" y="1662442"/>
            <a:ext cx="6557677" cy="4247317"/>
          </a:xfrm>
          <a:prstGeom prst="rect">
            <a:avLst/>
          </a:prstGeom>
          <a:noFill/>
        </p:spPr>
        <p:txBody>
          <a:bodyPr wrap="square">
            <a:spAutoFit/>
          </a:bodyPr>
          <a:lstStyle/>
          <a:p>
            <a:r>
              <a:rPr lang="es-ES" b="1" dirty="0"/>
              <a:t>Servicio (</a:t>
            </a:r>
            <a:r>
              <a:rPr lang="es-ES" b="1" dirty="0" err="1"/>
              <a:t>Service</a:t>
            </a:r>
            <a:r>
              <a:rPr lang="es-ES" b="1" dirty="0"/>
              <a:t>)</a:t>
            </a:r>
          </a:p>
          <a:p>
            <a:r>
              <a:rPr lang="es-ES" dirty="0"/>
              <a:t>Es la unidad lógica fundamental que representa una actividad (verbo) de negocio. </a:t>
            </a:r>
          </a:p>
          <a:p>
            <a:r>
              <a:rPr lang="es-ES" dirty="0"/>
              <a:t>Pueden ser privados (disponibles únicamente para los usuarios internos de una organización) o públicos (accesibles para todos en Internet).</a:t>
            </a:r>
          </a:p>
          <a:p>
            <a:endParaRPr lang="es-ES" dirty="0"/>
          </a:p>
          <a:p>
            <a:r>
              <a:rPr lang="es-ES" b="1" dirty="0"/>
              <a:t>Implementación de servicios</a:t>
            </a:r>
          </a:p>
          <a:p>
            <a:r>
              <a:rPr lang="es-ES" dirty="0"/>
              <a:t>La implementación de servicios es el código que crea la lógica para realizar la función de servicio específica.</a:t>
            </a:r>
          </a:p>
          <a:p>
            <a:pPr lvl="1"/>
            <a:endParaRPr lang="es-ES" dirty="0"/>
          </a:p>
          <a:p>
            <a:r>
              <a:rPr lang="es-ES" b="1" dirty="0"/>
              <a:t>Contrato del servicio</a:t>
            </a:r>
          </a:p>
          <a:p>
            <a:r>
              <a:rPr lang="es-ES" dirty="0"/>
              <a:t>El contrato del servicio define la naturaleza del servicio y sus condiciones y términos asociados, como los prerrequisitos para utilizar el servicio, su costo y la calidad del servicio proporcionado. </a:t>
            </a:r>
          </a:p>
        </p:txBody>
      </p:sp>
      <p:sp>
        <p:nvSpPr>
          <p:cNvPr id="3" name="CuadroTexto 2">
            <a:extLst>
              <a:ext uri="{FF2B5EF4-FFF2-40B4-BE49-F238E27FC236}">
                <a16:creationId xmlns:a16="http://schemas.microsoft.com/office/drawing/2014/main" id="{AE1A0DE7-A05A-4204-8591-E74354253E00}"/>
              </a:ext>
            </a:extLst>
          </p:cNvPr>
          <p:cNvSpPr txBox="1"/>
          <p:nvPr/>
        </p:nvSpPr>
        <p:spPr>
          <a:xfrm flipH="1">
            <a:off x="552493" y="471814"/>
            <a:ext cx="10530475" cy="646331"/>
          </a:xfrm>
          <a:prstGeom prst="rect">
            <a:avLst/>
          </a:prstGeom>
          <a:noFill/>
        </p:spPr>
        <p:txBody>
          <a:bodyPr wrap="square" rtlCol="0">
            <a:spAutoFit/>
          </a:bodyPr>
          <a:lstStyle/>
          <a:p>
            <a:r>
              <a:rPr lang="es-CO" sz="3600" dirty="0"/>
              <a:t>COMPONENTES DE LA ARQUITECTURA SOA</a:t>
            </a:r>
            <a:endParaRPr lang="es-419" sz="3600" dirty="0"/>
          </a:p>
        </p:txBody>
      </p:sp>
      <p:pic>
        <p:nvPicPr>
          <p:cNvPr id="6148" name="Picture 4" descr="ArchiMate: El mapa maestro que ...">
            <a:extLst>
              <a:ext uri="{FF2B5EF4-FFF2-40B4-BE49-F238E27FC236}">
                <a16:creationId xmlns:a16="http://schemas.microsoft.com/office/drawing/2014/main" id="{0A1947DF-5096-4E52-9B5B-F65E973296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159" y="2424399"/>
            <a:ext cx="3587859" cy="2009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6824219"/>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69D94B7-B710-4406-9A25-EC6C9592E7A1}"/>
              </a:ext>
            </a:extLst>
          </p:cNvPr>
          <p:cNvSpPr txBox="1"/>
          <p:nvPr/>
        </p:nvSpPr>
        <p:spPr>
          <a:xfrm>
            <a:off x="754655" y="1118145"/>
            <a:ext cx="7149946" cy="5355312"/>
          </a:xfrm>
          <a:prstGeom prst="rect">
            <a:avLst/>
          </a:prstGeom>
          <a:noFill/>
        </p:spPr>
        <p:txBody>
          <a:bodyPr wrap="square">
            <a:spAutoFit/>
          </a:bodyPr>
          <a:lstStyle/>
          <a:p>
            <a:r>
              <a:rPr lang="es-ES" b="1" dirty="0"/>
              <a:t>Interfaz del servicio</a:t>
            </a:r>
          </a:p>
          <a:p>
            <a:r>
              <a:rPr lang="es-ES" dirty="0"/>
              <a:t>Esta interfaz define la manera en que se puede invocar al servicio para llevar a cabo actividades o intercambiar datos. incluye los métodos disponibles, los parámetros de entrada y los formatos de respuesta. </a:t>
            </a:r>
            <a:r>
              <a:rPr lang="es-ES" b="1" dirty="0"/>
              <a:t>En .NET, esto suele definirse mediante interfaces de C# decoradas con atributos específicos</a:t>
            </a:r>
            <a:endParaRPr lang="es-ES" dirty="0"/>
          </a:p>
          <a:p>
            <a:endParaRPr lang="es-ES" dirty="0"/>
          </a:p>
          <a:p>
            <a:r>
              <a:rPr lang="es-ES" b="1" dirty="0"/>
              <a:t>Proveedor de Servicios (</a:t>
            </a:r>
            <a:r>
              <a:rPr lang="es-ES" b="1" dirty="0" err="1"/>
              <a:t>Service</a:t>
            </a:r>
            <a:r>
              <a:rPr lang="es-ES" b="1" dirty="0"/>
              <a:t> </a:t>
            </a:r>
            <a:r>
              <a:rPr lang="es-ES" b="1" dirty="0" err="1"/>
              <a:t>Provider</a:t>
            </a:r>
            <a:r>
              <a:rPr lang="es-ES" b="1" dirty="0"/>
              <a:t>)</a:t>
            </a:r>
          </a:p>
          <a:p>
            <a:r>
              <a:rPr lang="es-ES" dirty="0"/>
              <a:t>El nodo que crea el servicio, lo mantiene y lo pone a disposición de otros componentes.</a:t>
            </a:r>
          </a:p>
          <a:p>
            <a:endParaRPr lang="es-ES" dirty="0"/>
          </a:p>
          <a:p>
            <a:r>
              <a:rPr lang="es-ES" b="1" dirty="0"/>
              <a:t>Consumidor de Servicios (</a:t>
            </a:r>
            <a:r>
              <a:rPr lang="es-ES" b="1" dirty="0" err="1"/>
              <a:t>Service</a:t>
            </a:r>
            <a:r>
              <a:rPr lang="es-ES" b="1" dirty="0"/>
              <a:t> </a:t>
            </a:r>
            <a:r>
              <a:rPr lang="es-ES" b="1" dirty="0" err="1"/>
              <a:t>Consumer</a:t>
            </a:r>
            <a:r>
              <a:rPr lang="es-ES" b="1" dirty="0"/>
              <a:t>)</a:t>
            </a:r>
            <a:endParaRPr lang="es-ES" dirty="0"/>
          </a:p>
          <a:p>
            <a:r>
              <a:rPr lang="es-ES" dirty="0"/>
              <a:t>Cualquier aplicación o componente que solicita un servicio al proveedor para realizar una tarea específica.</a:t>
            </a:r>
          </a:p>
          <a:p>
            <a:endParaRPr lang="es-ES" dirty="0"/>
          </a:p>
          <a:p>
            <a:r>
              <a:rPr lang="es-ES" b="1" dirty="0"/>
              <a:t>Registro/Repositorio de Servicios</a:t>
            </a:r>
            <a:r>
              <a:rPr lang="es-ES" dirty="0"/>
              <a:t> </a:t>
            </a:r>
          </a:p>
          <a:p>
            <a:r>
              <a:rPr lang="es-ES" dirty="0"/>
              <a:t>Un directorio centralizado donde los proveedores publican sus servicios y los consumidores pueden localizarlos.</a:t>
            </a:r>
          </a:p>
          <a:p>
            <a:endParaRPr lang="es-ES" dirty="0"/>
          </a:p>
        </p:txBody>
      </p:sp>
      <p:sp>
        <p:nvSpPr>
          <p:cNvPr id="3" name="CuadroTexto 2">
            <a:extLst>
              <a:ext uri="{FF2B5EF4-FFF2-40B4-BE49-F238E27FC236}">
                <a16:creationId xmlns:a16="http://schemas.microsoft.com/office/drawing/2014/main" id="{89DFCF58-A16E-426B-9792-AEAC3DA34C5A}"/>
              </a:ext>
            </a:extLst>
          </p:cNvPr>
          <p:cNvSpPr txBox="1"/>
          <p:nvPr/>
        </p:nvSpPr>
        <p:spPr>
          <a:xfrm flipH="1">
            <a:off x="552493" y="471814"/>
            <a:ext cx="10530475" cy="646331"/>
          </a:xfrm>
          <a:prstGeom prst="rect">
            <a:avLst/>
          </a:prstGeom>
          <a:noFill/>
        </p:spPr>
        <p:txBody>
          <a:bodyPr wrap="square" rtlCol="0">
            <a:spAutoFit/>
          </a:bodyPr>
          <a:lstStyle/>
          <a:p>
            <a:r>
              <a:rPr lang="es-CO" sz="3600" dirty="0"/>
              <a:t>COMPONENTES DE LA ARQUITECTURA SOA</a:t>
            </a:r>
            <a:endParaRPr lang="es-419" sz="3600" dirty="0"/>
          </a:p>
        </p:txBody>
      </p:sp>
      <p:pic>
        <p:nvPicPr>
          <p:cNvPr id="4" name="Picture 4" descr="ArchiMate: El mapa maestro que ...">
            <a:extLst>
              <a:ext uri="{FF2B5EF4-FFF2-40B4-BE49-F238E27FC236}">
                <a16:creationId xmlns:a16="http://schemas.microsoft.com/office/drawing/2014/main" id="{847B9DC1-465A-4FD2-B860-AE27FA9D01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3876" y="2622703"/>
            <a:ext cx="3587859" cy="2009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0673958"/>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01B2660-6A20-4CA4-8E57-6A538AB0D69F}"/>
              </a:ext>
            </a:extLst>
          </p:cNvPr>
          <p:cNvSpPr txBox="1"/>
          <p:nvPr/>
        </p:nvSpPr>
        <p:spPr>
          <a:xfrm>
            <a:off x="4847422" y="1938969"/>
            <a:ext cx="6668876" cy="4247317"/>
          </a:xfrm>
          <a:prstGeom prst="rect">
            <a:avLst/>
          </a:prstGeom>
          <a:noFill/>
        </p:spPr>
        <p:txBody>
          <a:bodyPr wrap="square">
            <a:spAutoFit/>
          </a:bodyPr>
          <a:lstStyle/>
          <a:p>
            <a:r>
              <a:rPr lang="es-419" b="1" dirty="0">
                <a:solidFill>
                  <a:srgbClr val="FF0000"/>
                </a:solidFill>
              </a:rPr>
              <a:t>ESB: bus de servicio empresarial</a:t>
            </a:r>
          </a:p>
          <a:p>
            <a:endParaRPr lang="es-419" dirty="0"/>
          </a:p>
          <a:p>
            <a:r>
              <a:rPr lang="es-ES" dirty="0"/>
              <a:t>Es un componente de software que establece la comunicación entre los servicios y sus consumidores, independientemente de la tecnología.</a:t>
            </a:r>
          </a:p>
          <a:p>
            <a:endParaRPr lang="es-ES" dirty="0"/>
          </a:p>
          <a:p>
            <a:r>
              <a:rPr lang="es-ES" dirty="0"/>
              <a:t>Proporciona de manera centralizada, capacidades de comunicación y transformación a través de una interfaz de servicio reutilizable. </a:t>
            </a:r>
          </a:p>
          <a:p>
            <a:endParaRPr lang="es-ES" dirty="0"/>
          </a:p>
          <a:p>
            <a:r>
              <a:rPr lang="es-ES" dirty="0"/>
              <a:t>Dirige las solicitudes de servicio al servicio adecuado. </a:t>
            </a:r>
          </a:p>
          <a:p>
            <a:endParaRPr lang="es-ES" dirty="0"/>
          </a:p>
          <a:p>
            <a:r>
              <a:rPr lang="es-ES" dirty="0"/>
              <a:t>Transforma la solicitud en un formato aceptable para la plataforma y lenguaje de programación subyacentes del servicio.</a:t>
            </a:r>
          </a:p>
          <a:p>
            <a:pPr lvl="1"/>
            <a:endParaRPr lang="es-ES" dirty="0"/>
          </a:p>
          <a:p>
            <a:pPr lvl="1"/>
            <a:endParaRPr lang="es-ES" dirty="0"/>
          </a:p>
        </p:txBody>
      </p:sp>
      <p:sp>
        <p:nvSpPr>
          <p:cNvPr id="3" name="CuadroTexto 2">
            <a:extLst>
              <a:ext uri="{FF2B5EF4-FFF2-40B4-BE49-F238E27FC236}">
                <a16:creationId xmlns:a16="http://schemas.microsoft.com/office/drawing/2014/main" id="{2469C887-2166-4243-9D9C-B64882F66366}"/>
              </a:ext>
            </a:extLst>
          </p:cNvPr>
          <p:cNvSpPr txBox="1"/>
          <p:nvPr/>
        </p:nvSpPr>
        <p:spPr>
          <a:xfrm flipH="1">
            <a:off x="552493" y="471814"/>
            <a:ext cx="10530475" cy="646331"/>
          </a:xfrm>
          <a:prstGeom prst="rect">
            <a:avLst/>
          </a:prstGeom>
          <a:noFill/>
        </p:spPr>
        <p:txBody>
          <a:bodyPr wrap="square" rtlCol="0">
            <a:spAutoFit/>
          </a:bodyPr>
          <a:lstStyle/>
          <a:p>
            <a:r>
              <a:rPr lang="es-CO" sz="3600" dirty="0"/>
              <a:t>COMPONENTES DE LA ARQUITECTURA SOA</a:t>
            </a:r>
            <a:endParaRPr lang="es-419" sz="3600" dirty="0"/>
          </a:p>
        </p:txBody>
      </p:sp>
      <p:pic>
        <p:nvPicPr>
          <p:cNvPr id="4" name="Picture 4" descr="ArchiMate: El mapa maestro que ...">
            <a:extLst>
              <a:ext uri="{FF2B5EF4-FFF2-40B4-BE49-F238E27FC236}">
                <a16:creationId xmlns:a16="http://schemas.microsoft.com/office/drawing/2014/main" id="{F887CB52-A168-4C83-95C2-FC0381F2DF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702" y="2424399"/>
            <a:ext cx="3587859" cy="2009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9839005"/>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0770D028-4006-4BBC-A055-88AB50B69B10}"/>
              </a:ext>
            </a:extLst>
          </p:cNvPr>
          <p:cNvPicPr>
            <a:picLocks noChangeAspect="1"/>
          </p:cNvPicPr>
          <p:nvPr/>
        </p:nvPicPr>
        <p:blipFill>
          <a:blip r:embed="rId4"/>
          <a:stretch>
            <a:fillRect/>
          </a:stretch>
        </p:blipFill>
        <p:spPr>
          <a:xfrm>
            <a:off x="3102599" y="1152560"/>
            <a:ext cx="5986801" cy="4925848"/>
          </a:xfrm>
          <a:prstGeom prst="rect">
            <a:avLst/>
          </a:prstGeom>
        </p:spPr>
      </p:pic>
      <p:sp>
        <p:nvSpPr>
          <p:cNvPr id="6" name="CuadroTexto 5">
            <a:extLst>
              <a:ext uri="{FF2B5EF4-FFF2-40B4-BE49-F238E27FC236}">
                <a16:creationId xmlns:a16="http://schemas.microsoft.com/office/drawing/2014/main" id="{B4355219-420D-4C49-A6B9-BE8FBF18576E}"/>
              </a:ext>
            </a:extLst>
          </p:cNvPr>
          <p:cNvSpPr txBox="1"/>
          <p:nvPr/>
        </p:nvSpPr>
        <p:spPr>
          <a:xfrm>
            <a:off x="5277079" y="6078407"/>
            <a:ext cx="2085123" cy="307777"/>
          </a:xfrm>
          <a:prstGeom prst="rect">
            <a:avLst/>
          </a:prstGeom>
          <a:noFill/>
        </p:spPr>
        <p:txBody>
          <a:bodyPr wrap="none" rtlCol="0">
            <a:spAutoFit/>
          </a:bodyPr>
          <a:lstStyle/>
          <a:p>
            <a:r>
              <a:rPr lang="es-ES" sz="1400" dirty="0"/>
              <a:t>Fuente: Seth &amp; Seth, 2025</a:t>
            </a:r>
            <a:endParaRPr lang="es-419" sz="1400" dirty="0"/>
          </a:p>
        </p:txBody>
      </p:sp>
      <p:sp>
        <p:nvSpPr>
          <p:cNvPr id="4" name="CuadroTexto 3">
            <a:extLst>
              <a:ext uri="{FF2B5EF4-FFF2-40B4-BE49-F238E27FC236}">
                <a16:creationId xmlns:a16="http://schemas.microsoft.com/office/drawing/2014/main" id="{4C80132A-52C5-4D9A-9872-1CA4EC82F0A4}"/>
              </a:ext>
            </a:extLst>
          </p:cNvPr>
          <p:cNvSpPr txBox="1"/>
          <p:nvPr/>
        </p:nvSpPr>
        <p:spPr>
          <a:xfrm flipH="1">
            <a:off x="210145" y="352341"/>
            <a:ext cx="10530475" cy="646331"/>
          </a:xfrm>
          <a:prstGeom prst="rect">
            <a:avLst/>
          </a:prstGeom>
          <a:noFill/>
        </p:spPr>
        <p:txBody>
          <a:bodyPr wrap="square" rtlCol="0">
            <a:spAutoFit/>
          </a:bodyPr>
          <a:lstStyle/>
          <a:p>
            <a:r>
              <a:rPr lang="es-CO" sz="3600" dirty="0"/>
              <a:t>ARQUITECTURA SOA, JERARQUÍA DE SERVICIOS (2)</a:t>
            </a:r>
            <a:endParaRPr lang="es-419" sz="3600" dirty="0"/>
          </a:p>
        </p:txBody>
      </p:sp>
    </p:spTree>
    <p:extLst>
      <p:ext uri="{BB962C8B-B14F-4D97-AF65-F5344CB8AC3E}">
        <p14:creationId xmlns:p14="http://schemas.microsoft.com/office/powerpoint/2010/main" val="4231894782"/>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D0029B0-1439-438E-A6BE-4D74DBBD2085}"/>
              </a:ext>
            </a:extLst>
          </p:cNvPr>
          <p:cNvSpPr txBox="1"/>
          <p:nvPr/>
        </p:nvSpPr>
        <p:spPr>
          <a:xfrm>
            <a:off x="4836405" y="1166842"/>
            <a:ext cx="6426506" cy="4524315"/>
          </a:xfrm>
          <a:prstGeom prst="rect">
            <a:avLst/>
          </a:prstGeom>
          <a:noFill/>
        </p:spPr>
        <p:txBody>
          <a:bodyPr wrap="square">
            <a:spAutoFit/>
          </a:bodyPr>
          <a:lstStyle/>
          <a:p>
            <a:pPr marL="285750" indent="-285750" algn="l">
              <a:buFont typeface="Arial" panose="020B0604020202020204" pitchFamily="34" charset="0"/>
              <a:buChar char="•"/>
            </a:pPr>
            <a:r>
              <a:rPr lang="es-ES" b="0" i="0" dirty="0">
                <a:solidFill>
                  <a:srgbClr val="333333"/>
                </a:solidFill>
                <a:effectLst/>
                <a:latin typeface="AmazonEmber"/>
              </a:rPr>
              <a:t>Desafíos de escalado que requieren que toda la aplicación escale, incluso si solo un componente específico necesita recursos adicionales.</a:t>
            </a:r>
          </a:p>
          <a:p>
            <a:pPr algn="l">
              <a:buFont typeface="Arial" panose="020B0604020202020204" pitchFamily="34" charset="0"/>
              <a:buChar char="•"/>
            </a:pPr>
            <a:endParaRPr lang="es-ES" b="0" i="0" dirty="0">
              <a:solidFill>
                <a:srgbClr val="333333"/>
              </a:solidFill>
              <a:effectLst/>
              <a:latin typeface="AmazonEmber"/>
            </a:endParaRPr>
          </a:p>
          <a:p>
            <a:pPr marL="285750" indent="-285750" algn="l">
              <a:buFont typeface="Arial" panose="020B0604020202020204" pitchFamily="34" charset="0"/>
              <a:buChar char="•"/>
            </a:pPr>
            <a:r>
              <a:rPr lang="es-ES" b="0" i="0" dirty="0">
                <a:solidFill>
                  <a:srgbClr val="333333"/>
                </a:solidFill>
                <a:effectLst/>
                <a:latin typeface="AmazonEmber"/>
              </a:rPr>
              <a:t>La incapacidad de agregar o modificar características de manera flexible, ya que la funcionalidad se distribuye en toda la base de código.</a:t>
            </a:r>
          </a:p>
          <a:p>
            <a:pPr algn="l">
              <a:buFont typeface="Arial" panose="020B0604020202020204" pitchFamily="34" charset="0"/>
              <a:buChar char="•"/>
            </a:pPr>
            <a:endParaRPr lang="es-ES" b="0" i="0" dirty="0">
              <a:solidFill>
                <a:srgbClr val="333333"/>
              </a:solidFill>
              <a:effectLst/>
              <a:latin typeface="AmazonEmber"/>
            </a:endParaRPr>
          </a:p>
          <a:p>
            <a:pPr marL="285750" indent="-285750" algn="l">
              <a:buFont typeface="Arial" panose="020B0604020202020204" pitchFamily="34" charset="0"/>
              <a:buChar char="•"/>
            </a:pPr>
            <a:r>
              <a:rPr lang="es-ES" b="0" i="0" dirty="0">
                <a:solidFill>
                  <a:srgbClr val="333333"/>
                </a:solidFill>
                <a:effectLst/>
                <a:latin typeface="AmazonEmber"/>
              </a:rPr>
              <a:t>La incapacidad de reutilizar componentes en diferentes aplicaciones.</a:t>
            </a:r>
          </a:p>
          <a:p>
            <a:pPr algn="l">
              <a:buFont typeface="Arial" panose="020B0604020202020204" pitchFamily="34" charset="0"/>
              <a:buChar char="•"/>
            </a:pPr>
            <a:endParaRPr lang="es-ES" b="0" i="0" dirty="0">
              <a:solidFill>
                <a:srgbClr val="333333"/>
              </a:solidFill>
              <a:effectLst/>
              <a:latin typeface="AmazonEmber"/>
            </a:endParaRPr>
          </a:p>
          <a:p>
            <a:pPr marL="285750" indent="-285750" algn="l">
              <a:buFont typeface="Arial" panose="020B0604020202020204" pitchFamily="34" charset="0"/>
              <a:buChar char="•"/>
            </a:pPr>
            <a:r>
              <a:rPr lang="es-ES" b="0" i="0" dirty="0">
                <a:solidFill>
                  <a:srgbClr val="333333"/>
                </a:solidFill>
                <a:effectLst/>
                <a:latin typeface="AmazonEmber"/>
              </a:rPr>
              <a:t>Tolerancia a errores limitada. Un error en un componente puede provocar la caída de todo el sistema.</a:t>
            </a:r>
          </a:p>
          <a:p>
            <a:pPr algn="l">
              <a:buFont typeface="Arial" panose="020B0604020202020204" pitchFamily="34" charset="0"/>
              <a:buChar char="•"/>
            </a:pPr>
            <a:endParaRPr lang="es-ES" b="0" i="0" dirty="0">
              <a:solidFill>
                <a:srgbClr val="333333"/>
              </a:solidFill>
              <a:effectLst/>
              <a:latin typeface="AmazonEmber"/>
            </a:endParaRPr>
          </a:p>
          <a:p>
            <a:pPr marL="285750" indent="-285750" algn="l">
              <a:buFont typeface="Arial" panose="020B0604020202020204" pitchFamily="34" charset="0"/>
              <a:buChar char="•"/>
            </a:pPr>
            <a:r>
              <a:rPr lang="es-ES" b="0" i="0" dirty="0">
                <a:solidFill>
                  <a:srgbClr val="333333"/>
                </a:solidFill>
                <a:effectLst/>
                <a:latin typeface="AmazonEmber"/>
              </a:rPr>
              <a:t>El desafío de adoptar nuevas tecnologías o integrarse con sistemas externos que utilizan tecnologías diferentes.</a:t>
            </a:r>
          </a:p>
        </p:txBody>
      </p:sp>
      <p:sp>
        <p:nvSpPr>
          <p:cNvPr id="3" name="CuadroTexto 2">
            <a:extLst>
              <a:ext uri="{FF2B5EF4-FFF2-40B4-BE49-F238E27FC236}">
                <a16:creationId xmlns:a16="http://schemas.microsoft.com/office/drawing/2014/main" id="{42D110BF-881B-48DD-82FA-F9CEC2B862CA}"/>
              </a:ext>
            </a:extLst>
          </p:cNvPr>
          <p:cNvSpPr txBox="1"/>
          <p:nvPr/>
        </p:nvSpPr>
        <p:spPr>
          <a:xfrm flipH="1">
            <a:off x="552493" y="361644"/>
            <a:ext cx="10530475" cy="646331"/>
          </a:xfrm>
          <a:prstGeom prst="rect">
            <a:avLst/>
          </a:prstGeom>
          <a:noFill/>
        </p:spPr>
        <p:txBody>
          <a:bodyPr wrap="square" rtlCol="0">
            <a:spAutoFit/>
          </a:bodyPr>
          <a:lstStyle/>
          <a:p>
            <a:r>
              <a:rPr lang="es-CO" sz="3600" dirty="0"/>
              <a:t>SOA vs MONOLITOS</a:t>
            </a:r>
            <a:endParaRPr lang="es-419" sz="3600" dirty="0"/>
          </a:p>
        </p:txBody>
      </p:sp>
      <p:pic>
        <p:nvPicPr>
          <p:cNvPr id="7" name="Imagen 6">
            <a:extLst>
              <a:ext uri="{FF2B5EF4-FFF2-40B4-BE49-F238E27FC236}">
                <a16:creationId xmlns:a16="http://schemas.microsoft.com/office/drawing/2014/main" id="{796447FA-D8EE-44EB-AF1D-592FD8608541}"/>
              </a:ext>
            </a:extLst>
          </p:cNvPr>
          <p:cNvPicPr>
            <a:picLocks noChangeAspect="1"/>
          </p:cNvPicPr>
          <p:nvPr/>
        </p:nvPicPr>
        <p:blipFill>
          <a:blip r:embed="rId4"/>
          <a:stretch>
            <a:fillRect/>
          </a:stretch>
        </p:blipFill>
        <p:spPr>
          <a:xfrm>
            <a:off x="1740665" y="2175676"/>
            <a:ext cx="2058919" cy="3107095"/>
          </a:xfrm>
          <a:prstGeom prst="rect">
            <a:avLst/>
          </a:prstGeom>
        </p:spPr>
      </p:pic>
    </p:spTree>
    <p:extLst>
      <p:ext uri="{BB962C8B-B14F-4D97-AF65-F5344CB8AC3E}">
        <p14:creationId xmlns:p14="http://schemas.microsoft.com/office/powerpoint/2010/main" val="3223334708"/>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925D5533-9857-401B-B2C0-5E906E81660C}"/>
              </a:ext>
            </a:extLst>
          </p:cNvPr>
          <p:cNvSpPr txBox="1"/>
          <p:nvPr/>
        </p:nvSpPr>
        <p:spPr>
          <a:xfrm>
            <a:off x="815249" y="1382059"/>
            <a:ext cx="7094862" cy="4801314"/>
          </a:xfrm>
          <a:prstGeom prst="rect">
            <a:avLst/>
          </a:prstGeom>
          <a:noFill/>
        </p:spPr>
        <p:txBody>
          <a:bodyPr wrap="square">
            <a:spAutoFit/>
          </a:bodyPr>
          <a:lstStyle/>
          <a:p>
            <a:r>
              <a:rPr lang="es-ES" b="1" dirty="0"/>
              <a:t>Escalabilidad limitada</a:t>
            </a:r>
          </a:p>
          <a:p>
            <a:r>
              <a:rPr lang="es-ES" dirty="0"/>
              <a:t>La escalabilidad de sistemas se ve seriamente afectada cuando los servicios comparten varios recursos y necesitan coordinarse para realizar su respectiva funcionalidad.</a:t>
            </a:r>
          </a:p>
          <a:p>
            <a:endParaRPr lang="es-ES" dirty="0"/>
          </a:p>
          <a:p>
            <a:r>
              <a:rPr lang="es-ES" b="1" dirty="0"/>
              <a:t>Aumento en las interdependencias</a:t>
            </a:r>
          </a:p>
          <a:p>
            <a:r>
              <a:rPr lang="es-ES" dirty="0"/>
              <a:t>Los sistemas de la arquitectura orientada a servicios (SOA) se pueden volver cada vez más complejos y desarrollar varias interdependencias entre servicios. Puede ser complicado modificar o corregir errores si varios servicios se llaman entre sí en bucle. Los recursos compartidos, como las bases de datos centralizadas, también pueden ralentizar el sistema.</a:t>
            </a:r>
          </a:p>
          <a:p>
            <a:endParaRPr lang="es-ES" dirty="0"/>
          </a:p>
          <a:p>
            <a:r>
              <a:rPr lang="es-ES" b="1" dirty="0"/>
              <a:t>ESB es un Punto único de error</a:t>
            </a:r>
          </a:p>
          <a:p>
            <a:r>
              <a:rPr lang="es-ES" dirty="0"/>
              <a:t>Para las implementaciones de SOA con un ESB, este crea un punto único de error. Se trata de un servicio centralizado, que va en contra de la idea de descentralización que defiende la SOA Los clientes y servicios no se pueden comunicar entre sí en lo absoluto si el ESB se cae.</a:t>
            </a:r>
            <a:endParaRPr lang="es-419" dirty="0"/>
          </a:p>
        </p:txBody>
      </p:sp>
      <p:sp>
        <p:nvSpPr>
          <p:cNvPr id="3" name="CuadroTexto 2">
            <a:extLst>
              <a:ext uri="{FF2B5EF4-FFF2-40B4-BE49-F238E27FC236}">
                <a16:creationId xmlns:a16="http://schemas.microsoft.com/office/drawing/2014/main" id="{B4102657-EF05-4672-8890-CF1DB10509EC}"/>
              </a:ext>
            </a:extLst>
          </p:cNvPr>
          <p:cNvSpPr txBox="1"/>
          <p:nvPr/>
        </p:nvSpPr>
        <p:spPr>
          <a:xfrm flipH="1">
            <a:off x="552493" y="471814"/>
            <a:ext cx="10530475" cy="646331"/>
          </a:xfrm>
          <a:prstGeom prst="rect">
            <a:avLst/>
          </a:prstGeom>
          <a:noFill/>
        </p:spPr>
        <p:txBody>
          <a:bodyPr wrap="square" rtlCol="0">
            <a:spAutoFit/>
          </a:bodyPr>
          <a:lstStyle/>
          <a:p>
            <a:r>
              <a:rPr lang="es-CO" sz="3600" dirty="0"/>
              <a:t>LIMITACIONES</a:t>
            </a:r>
            <a:r>
              <a:rPr lang="es-419" sz="3600" dirty="0"/>
              <a:t> </a:t>
            </a:r>
            <a:r>
              <a:rPr lang="es-CO" sz="3600" dirty="0"/>
              <a:t>ARQUITECTURA SOA</a:t>
            </a:r>
            <a:endParaRPr lang="es-419" sz="3600" dirty="0"/>
          </a:p>
        </p:txBody>
      </p:sp>
      <p:pic>
        <p:nvPicPr>
          <p:cNvPr id="7170" name="Picture 2" descr="Comunicar. Escuela de Autores">
            <a:extLst>
              <a:ext uri="{FF2B5EF4-FFF2-40B4-BE49-F238E27FC236}">
                <a16:creationId xmlns:a16="http://schemas.microsoft.com/office/drawing/2014/main" id="{046629E2-5C73-4914-B546-B47513442E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7225" y="2082016"/>
            <a:ext cx="2985743" cy="2985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9158251"/>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4F26078-CAFC-4242-913A-5C232B3E31F2}"/>
              </a:ext>
            </a:extLst>
          </p:cNvPr>
          <p:cNvSpPr txBox="1"/>
          <p:nvPr/>
        </p:nvSpPr>
        <p:spPr>
          <a:xfrm>
            <a:off x="5056742" y="1805821"/>
            <a:ext cx="6235547" cy="3970318"/>
          </a:xfrm>
          <a:prstGeom prst="rect">
            <a:avLst/>
          </a:prstGeom>
          <a:noFill/>
        </p:spPr>
        <p:txBody>
          <a:bodyPr wrap="square">
            <a:spAutoFit/>
          </a:bodyPr>
          <a:lstStyle/>
          <a:p>
            <a:r>
              <a:rPr lang="es-ES" b="1" dirty="0"/>
              <a:t>Almacenamiento de datos</a:t>
            </a:r>
          </a:p>
          <a:p>
            <a:r>
              <a:rPr lang="es-ES" dirty="0"/>
              <a:t>El entorno SOA comprende una única capa de almacenamiento de datos compartida por otros servicios conectados. Diferentes aplicaciones empresariales acceden a los mismos datos y los reutilizan en las implementaciones de SOA. </a:t>
            </a:r>
          </a:p>
          <a:p>
            <a:endParaRPr lang="es-ES" dirty="0">
              <a:solidFill>
                <a:srgbClr val="333333"/>
              </a:solidFill>
              <a:latin typeface="AmazonEmber"/>
            </a:endParaRPr>
          </a:p>
          <a:p>
            <a:r>
              <a:rPr lang="es-ES" b="1" dirty="0">
                <a:solidFill>
                  <a:srgbClr val="333333"/>
                </a:solidFill>
                <a:latin typeface="AmazonEmber"/>
              </a:rPr>
              <a:t>Implementación </a:t>
            </a:r>
            <a:br>
              <a:rPr lang="es-ES" dirty="0">
                <a:solidFill>
                  <a:srgbClr val="333333"/>
                </a:solidFill>
                <a:latin typeface="AmazonEmber"/>
              </a:rPr>
            </a:br>
            <a:r>
              <a:rPr lang="es-ES" dirty="0">
                <a:solidFill>
                  <a:srgbClr val="333333"/>
                </a:solidFill>
                <a:latin typeface="AmazonEmber"/>
              </a:rPr>
              <a:t>En algunos casos es </a:t>
            </a:r>
            <a:r>
              <a:rPr lang="es-ES" b="0" i="0" dirty="0">
                <a:solidFill>
                  <a:srgbClr val="333333"/>
                </a:solidFill>
                <a:effectLst/>
                <a:latin typeface="AmazonEmber"/>
              </a:rPr>
              <a:t>difícil implementar los servicios de SOA porque están acoplados hasta cierto punto. Tampoco explota al máximo la </a:t>
            </a:r>
            <a:r>
              <a:rPr lang="es-ES" b="0" i="0" dirty="0" err="1">
                <a:solidFill>
                  <a:srgbClr val="333333"/>
                </a:solidFill>
                <a:effectLst/>
                <a:latin typeface="AmazonEmber"/>
              </a:rPr>
              <a:t>contenerización</a:t>
            </a:r>
            <a:r>
              <a:rPr lang="es-ES" b="0" i="0" dirty="0">
                <a:solidFill>
                  <a:srgbClr val="333333"/>
                </a:solidFill>
                <a:effectLst/>
                <a:latin typeface="AmazonEmber"/>
              </a:rPr>
              <a:t>: SOA: Suele basarse en servicios grandes y complejos, la dependencia del ESB. </a:t>
            </a:r>
            <a:r>
              <a:rPr lang="es-ES" b="0" i="0" dirty="0">
                <a:solidFill>
                  <a:srgbClr val="0A0A0A"/>
                </a:solidFill>
                <a:effectLst/>
                <a:latin typeface="Google Sans"/>
              </a:rPr>
              <a:t>Al tener servicios con múltiples responsabilidades, si una pequeña función necesita más recursos, debes escalar </a:t>
            </a:r>
            <a:r>
              <a:rPr lang="es-ES" b="1" i="0" dirty="0">
                <a:solidFill>
                  <a:srgbClr val="0A0A0A"/>
                </a:solidFill>
                <a:effectLst/>
                <a:latin typeface="Google Sans"/>
              </a:rPr>
              <a:t>todo el servicio</a:t>
            </a:r>
            <a:r>
              <a:rPr lang="es-ES" b="0" i="0" dirty="0">
                <a:solidFill>
                  <a:srgbClr val="0A0A0A"/>
                </a:solidFill>
                <a:effectLst/>
                <a:latin typeface="Google Sans"/>
              </a:rPr>
              <a:t> (y por ende, todo el contenedor pesado).</a:t>
            </a:r>
            <a:endParaRPr lang="es-ES" b="0" i="0" dirty="0">
              <a:solidFill>
                <a:srgbClr val="333333"/>
              </a:solidFill>
              <a:effectLst/>
              <a:latin typeface="AmazonEmber"/>
            </a:endParaRPr>
          </a:p>
        </p:txBody>
      </p:sp>
      <p:sp>
        <p:nvSpPr>
          <p:cNvPr id="3" name="CuadroTexto 2">
            <a:extLst>
              <a:ext uri="{FF2B5EF4-FFF2-40B4-BE49-F238E27FC236}">
                <a16:creationId xmlns:a16="http://schemas.microsoft.com/office/drawing/2014/main" id="{38657C13-F1C6-4B5C-9042-95943D713DFB}"/>
              </a:ext>
            </a:extLst>
          </p:cNvPr>
          <p:cNvSpPr txBox="1"/>
          <p:nvPr/>
        </p:nvSpPr>
        <p:spPr>
          <a:xfrm flipH="1">
            <a:off x="552493" y="471814"/>
            <a:ext cx="10530475" cy="646331"/>
          </a:xfrm>
          <a:prstGeom prst="rect">
            <a:avLst/>
          </a:prstGeom>
          <a:noFill/>
        </p:spPr>
        <p:txBody>
          <a:bodyPr wrap="square" rtlCol="0">
            <a:spAutoFit/>
          </a:bodyPr>
          <a:lstStyle/>
          <a:p>
            <a:r>
              <a:rPr lang="es-CO" sz="3600" dirty="0"/>
              <a:t>LIMITACIONES</a:t>
            </a:r>
            <a:r>
              <a:rPr lang="es-419" sz="3600" dirty="0"/>
              <a:t> </a:t>
            </a:r>
            <a:r>
              <a:rPr lang="es-CO" sz="3600" dirty="0"/>
              <a:t>ARQUITECTURA SOA</a:t>
            </a:r>
            <a:endParaRPr lang="es-419" sz="3600" dirty="0"/>
          </a:p>
        </p:txBody>
      </p:sp>
      <p:pic>
        <p:nvPicPr>
          <p:cNvPr id="4" name="Picture 2" descr="Comunicar. Escuela de Autores">
            <a:extLst>
              <a:ext uri="{FF2B5EF4-FFF2-40B4-BE49-F238E27FC236}">
                <a16:creationId xmlns:a16="http://schemas.microsoft.com/office/drawing/2014/main" id="{D775E708-220F-4B37-ADE4-51A0C3BF37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2531" y="1936128"/>
            <a:ext cx="2985743" cy="2985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4843097"/>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186B788-934B-4F1E-A5C4-7259EE95380F}"/>
              </a:ext>
            </a:extLst>
          </p:cNvPr>
          <p:cNvSpPr txBox="1"/>
          <p:nvPr/>
        </p:nvSpPr>
        <p:spPr>
          <a:xfrm>
            <a:off x="718570" y="1307873"/>
            <a:ext cx="5099160" cy="5078313"/>
          </a:xfrm>
          <a:prstGeom prst="rect">
            <a:avLst/>
          </a:prstGeom>
          <a:noFill/>
        </p:spPr>
        <p:txBody>
          <a:bodyPr wrap="square">
            <a:spAutoFit/>
          </a:bodyPr>
          <a:lstStyle/>
          <a:p>
            <a:r>
              <a:rPr lang="es-ES" dirty="0"/>
              <a:t>❌ Windows </a:t>
            </a:r>
            <a:r>
              <a:rPr lang="es-ES" dirty="0" err="1"/>
              <a:t>Communication</a:t>
            </a:r>
            <a:r>
              <a:rPr lang="es-ES" dirty="0"/>
              <a:t> </a:t>
            </a:r>
            <a:r>
              <a:rPr lang="es-ES" dirty="0" err="1"/>
              <a:t>Foundation</a:t>
            </a:r>
            <a:r>
              <a:rPr lang="es-ES" dirty="0"/>
              <a:t> (WCF): La infraestructura principal de Microsoft diseñada específicamente para construir aplicaciones distribuidas basadas en SOA. (más vieja y en desuso) WCF sobrevive en el mundo empresarial por su robustez en transacciones y seguridad compleja</a:t>
            </a:r>
          </a:p>
          <a:p>
            <a:endParaRPr lang="es-ES" dirty="0"/>
          </a:p>
          <a:p>
            <a:r>
              <a:rPr lang="es-ES" dirty="0"/>
              <a:t>❌  SOAP y ✅REST: Protocolos de comunicación esenciales. SOAP es el estándar tradicional para SOA estricto (común en WCF), mientras que REST es prevalente en implementaciones modernas de servicios web</a:t>
            </a:r>
          </a:p>
          <a:p>
            <a:endParaRPr lang="es-ES" dirty="0"/>
          </a:p>
          <a:p>
            <a:r>
              <a:rPr lang="es-ES" dirty="0">
                <a:solidFill>
                  <a:schemeClr val="accent6"/>
                </a:solidFill>
              </a:rPr>
              <a:t>✅ ASP.NET Web API: Utilizada para servicios </a:t>
            </a:r>
            <a:r>
              <a:rPr lang="es-ES" dirty="0" err="1">
                <a:solidFill>
                  <a:schemeClr val="accent6"/>
                </a:solidFill>
              </a:rPr>
              <a:t>RESTful</a:t>
            </a:r>
            <a:r>
              <a:rPr lang="es-ES" dirty="0">
                <a:solidFill>
                  <a:schemeClr val="accent6"/>
                </a:solidFill>
              </a:rPr>
              <a:t>, permitiendo la interoperabilidad mediante protocolos ligeros como HTTP y formatos como JSON. </a:t>
            </a:r>
            <a:r>
              <a:rPr lang="es-ES" b="0" i="0" dirty="0">
                <a:solidFill>
                  <a:schemeClr val="accent6"/>
                </a:solidFill>
                <a:effectLst/>
                <a:latin typeface="Google Sans"/>
              </a:rPr>
              <a:t>Servicios </a:t>
            </a:r>
            <a:r>
              <a:rPr lang="es-ES" b="1" i="0" dirty="0" err="1">
                <a:solidFill>
                  <a:schemeClr val="accent6"/>
                </a:solidFill>
                <a:effectLst/>
                <a:latin typeface="Google Sans"/>
              </a:rPr>
              <a:t>RESTful</a:t>
            </a:r>
            <a:r>
              <a:rPr lang="es-ES" b="0" i="0" dirty="0">
                <a:solidFill>
                  <a:schemeClr val="accent6"/>
                </a:solidFill>
                <a:effectLst/>
                <a:latin typeface="Google Sans"/>
              </a:rPr>
              <a:t>, ideales para aplicaciones web, móviles y sistemas abiertos.</a:t>
            </a:r>
            <a:endParaRPr lang="es-ES" dirty="0">
              <a:solidFill>
                <a:schemeClr val="accent6"/>
              </a:solidFill>
            </a:endParaRPr>
          </a:p>
        </p:txBody>
      </p:sp>
      <p:sp>
        <p:nvSpPr>
          <p:cNvPr id="3" name="CuadroTexto 2">
            <a:extLst>
              <a:ext uri="{FF2B5EF4-FFF2-40B4-BE49-F238E27FC236}">
                <a16:creationId xmlns:a16="http://schemas.microsoft.com/office/drawing/2014/main" id="{4324AA16-23AC-4674-B2B3-737F55EB393F}"/>
              </a:ext>
            </a:extLst>
          </p:cNvPr>
          <p:cNvSpPr txBox="1"/>
          <p:nvPr/>
        </p:nvSpPr>
        <p:spPr>
          <a:xfrm flipH="1">
            <a:off x="552493" y="471814"/>
            <a:ext cx="10530475" cy="646331"/>
          </a:xfrm>
          <a:prstGeom prst="rect">
            <a:avLst/>
          </a:prstGeom>
          <a:noFill/>
        </p:spPr>
        <p:txBody>
          <a:bodyPr wrap="square" rtlCol="0">
            <a:spAutoFit/>
          </a:bodyPr>
          <a:lstStyle/>
          <a:p>
            <a:r>
              <a:rPr lang="es-ES" sz="3600" dirty="0"/>
              <a:t>Ecosistema .NET para SOA</a:t>
            </a:r>
            <a:endParaRPr lang="es-419" sz="3600" dirty="0"/>
          </a:p>
        </p:txBody>
      </p:sp>
      <p:sp>
        <p:nvSpPr>
          <p:cNvPr id="6" name="CuadroTexto 5">
            <a:extLst>
              <a:ext uri="{FF2B5EF4-FFF2-40B4-BE49-F238E27FC236}">
                <a16:creationId xmlns:a16="http://schemas.microsoft.com/office/drawing/2014/main" id="{37151825-2B94-4EA2-ADFE-26DEE1AA8093}"/>
              </a:ext>
            </a:extLst>
          </p:cNvPr>
          <p:cNvSpPr txBox="1"/>
          <p:nvPr/>
        </p:nvSpPr>
        <p:spPr>
          <a:xfrm>
            <a:off x="6259417" y="1809936"/>
            <a:ext cx="4988804" cy="4247317"/>
          </a:xfrm>
          <a:prstGeom prst="rect">
            <a:avLst/>
          </a:prstGeom>
          <a:noFill/>
        </p:spPr>
        <p:txBody>
          <a:bodyPr wrap="square">
            <a:spAutoFit/>
          </a:bodyPr>
          <a:lstStyle/>
          <a:p>
            <a:r>
              <a:rPr lang="es-ES" dirty="0">
                <a:solidFill>
                  <a:schemeClr val="accent6"/>
                </a:solidFill>
              </a:rPr>
              <a:t>⚠️Enterprise </a:t>
            </a:r>
            <a:r>
              <a:rPr lang="es-ES" dirty="0" err="1">
                <a:solidFill>
                  <a:schemeClr val="accent6"/>
                </a:solidFill>
              </a:rPr>
              <a:t>Service</a:t>
            </a:r>
            <a:r>
              <a:rPr lang="es-ES" dirty="0">
                <a:solidFill>
                  <a:schemeClr val="accent6"/>
                </a:solidFill>
              </a:rPr>
              <a:t> Bus (ESB): </a:t>
            </a:r>
            <a:r>
              <a:rPr lang="es-ES" dirty="0"/>
              <a:t>Aunque no es un componente de código único, .NET suele integrarse con herramientas como Azure </a:t>
            </a:r>
            <a:r>
              <a:rPr lang="es-ES" dirty="0" err="1"/>
              <a:t>Service</a:t>
            </a:r>
            <a:r>
              <a:rPr lang="es-ES" dirty="0"/>
              <a:t> Bus o BizTalk Server para gestionar el enrutamiento y la transformación de mensajes entre servicios.</a:t>
            </a:r>
          </a:p>
          <a:p>
            <a:endParaRPr lang="es-ES" dirty="0"/>
          </a:p>
          <a:p>
            <a:r>
              <a:rPr lang="es-ES" dirty="0"/>
              <a:t>Otras con soporte en .NET:</a:t>
            </a:r>
          </a:p>
          <a:p>
            <a:r>
              <a:rPr lang="es-ES" dirty="0" err="1"/>
              <a:t>gRPC</a:t>
            </a:r>
            <a:r>
              <a:rPr lang="es-ES" dirty="0"/>
              <a:t> </a:t>
            </a:r>
            <a:r>
              <a:rPr lang="es-419" b="1" i="0" dirty="0">
                <a:solidFill>
                  <a:srgbClr val="0A0A0A"/>
                </a:solidFill>
                <a:effectLst/>
                <a:latin typeface="Google Sans"/>
              </a:rPr>
              <a:t>(Google Remote </a:t>
            </a:r>
            <a:r>
              <a:rPr lang="es-419" b="1" i="0" dirty="0" err="1">
                <a:solidFill>
                  <a:srgbClr val="0A0A0A"/>
                </a:solidFill>
                <a:effectLst/>
                <a:latin typeface="Google Sans"/>
              </a:rPr>
              <a:t>Procedure</a:t>
            </a:r>
            <a:r>
              <a:rPr lang="es-419" b="1" i="0" dirty="0">
                <a:solidFill>
                  <a:srgbClr val="0A0A0A"/>
                </a:solidFill>
                <a:effectLst/>
                <a:latin typeface="Google Sans"/>
              </a:rPr>
              <a:t> </a:t>
            </a:r>
            <a:r>
              <a:rPr lang="es-419" b="1" i="0" dirty="0" err="1">
                <a:solidFill>
                  <a:srgbClr val="0A0A0A"/>
                </a:solidFill>
                <a:effectLst/>
                <a:latin typeface="Google Sans"/>
              </a:rPr>
              <a:t>Call</a:t>
            </a:r>
            <a:r>
              <a:rPr lang="es-419" b="1" i="0" dirty="0">
                <a:solidFill>
                  <a:srgbClr val="0A0A0A"/>
                </a:solidFill>
                <a:effectLst/>
                <a:latin typeface="Google Sans"/>
              </a:rPr>
              <a:t>)</a:t>
            </a:r>
            <a:r>
              <a:rPr lang="es-ES" dirty="0"/>
              <a:t> El sucesor natural de WCF para comunicación de alto rendimiento entre servicios (RPC). Usa HTTP/2 y es hasta 5 veces más rápido.</a:t>
            </a:r>
            <a:endParaRPr lang="es-419" dirty="0"/>
          </a:p>
          <a:p>
            <a:endParaRPr lang="es-ES" dirty="0"/>
          </a:p>
          <a:p>
            <a:r>
              <a:rPr lang="es-ES" dirty="0" err="1"/>
              <a:t>GraphQL</a:t>
            </a:r>
            <a:r>
              <a:rPr lang="es-ES" dirty="0"/>
              <a:t> (Creado por Facebook) Ideal para aplicaciones con alta densidad de datos donde el cliente necesita definir qué información recibir.</a:t>
            </a:r>
          </a:p>
        </p:txBody>
      </p:sp>
      <p:pic>
        <p:nvPicPr>
          <p:cNvPr id="10242" name="Picture 2" descr="NET Core con Instana | IBM">
            <a:extLst>
              <a:ext uri="{FF2B5EF4-FFF2-40B4-BE49-F238E27FC236}">
                <a16:creationId xmlns:a16="http://schemas.microsoft.com/office/drawing/2014/main" id="{68A18EFB-04FC-4EB3-84A1-12EC184766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8308" y="121221"/>
            <a:ext cx="2242960" cy="1688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8040143"/>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BF9E978-62D1-4F5E-B614-DD286BC336B3}"/>
              </a:ext>
            </a:extLst>
          </p:cNvPr>
          <p:cNvSpPr txBox="1"/>
          <p:nvPr/>
        </p:nvSpPr>
        <p:spPr>
          <a:xfrm>
            <a:off x="7430879" y="2736502"/>
            <a:ext cx="3844886" cy="1384995"/>
          </a:xfrm>
          <a:prstGeom prst="rect">
            <a:avLst/>
          </a:prstGeom>
          <a:noFill/>
        </p:spPr>
        <p:txBody>
          <a:bodyPr wrap="square">
            <a:spAutoFit/>
          </a:bodyPr>
          <a:lstStyle/>
          <a:p>
            <a:r>
              <a:rPr lang="es-CO" sz="2800" dirty="0"/>
              <a:t>ARQUITECTURA SOA, JERARQUÍA DE SERVICIOS (3)</a:t>
            </a:r>
            <a:endParaRPr lang="es-419" sz="2800" dirty="0"/>
          </a:p>
        </p:txBody>
      </p:sp>
      <p:pic>
        <p:nvPicPr>
          <p:cNvPr id="3074" name="Picture 2">
            <a:extLst>
              <a:ext uri="{FF2B5EF4-FFF2-40B4-BE49-F238E27FC236}">
                <a16:creationId xmlns:a16="http://schemas.microsoft.com/office/drawing/2014/main" id="{B98CC49E-62A0-413D-985D-4396C8260C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827" y="242837"/>
            <a:ext cx="6628482" cy="6075757"/>
          </a:xfrm>
          <a:prstGeom prst="rect">
            <a:avLst/>
          </a:prstGeom>
          <a:noFill/>
          <a:extLst>
            <a:ext uri="{909E8E84-426E-40DD-AFC4-6F175D3DCCD1}">
              <a14:hiddenFill xmlns:a14="http://schemas.microsoft.com/office/drawing/2010/main">
                <a:solidFill>
                  <a:srgbClr val="FFFFFF"/>
                </a:solidFill>
              </a14:hiddenFill>
            </a:ext>
          </a:extLst>
        </p:spPr>
      </p:pic>
      <p:sp>
        <p:nvSpPr>
          <p:cNvPr id="8" name="CuadroTexto 7">
            <a:extLst>
              <a:ext uri="{FF2B5EF4-FFF2-40B4-BE49-F238E27FC236}">
                <a16:creationId xmlns:a16="http://schemas.microsoft.com/office/drawing/2014/main" id="{2A42259B-C283-4E29-B403-16358FBC059D}"/>
              </a:ext>
            </a:extLst>
          </p:cNvPr>
          <p:cNvSpPr txBox="1"/>
          <p:nvPr/>
        </p:nvSpPr>
        <p:spPr>
          <a:xfrm>
            <a:off x="6596349" y="5842870"/>
            <a:ext cx="4762041" cy="523220"/>
          </a:xfrm>
          <a:prstGeom prst="rect">
            <a:avLst/>
          </a:prstGeom>
          <a:noFill/>
        </p:spPr>
        <p:txBody>
          <a:bodyPr wrap="square">
            <a:spAutoFit/>
          </a:bodyPr>
          <a:lstStyle/>
          <a:p>
            <a:r>
              <a:rPr lang="es-419" sz="1400" dirty="0"/>
              <a:t>https://www.alibabacloud.com/blog/insights-into-the-true-nature-of-soa_596566</a:t>
            </a:r>
          </a:p>
        </p:txBody>
      </p:sp>
    </p:spTree>
    <p:extLst>
      <p:ext uri="{BB962C8B-B14F-4D97-AF65-F5344CB8AC3E}">
        <p14:creationId xmlns:p14="http://schemas.microsoft.com/office/powerpoint/2010/main" val="2928897599"/>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41E4D488-88EC-4FE9-891F-AACC61880991}"/>
              </a:ext>
            </a:extLst>
          </p:cNvPr>
          <p:cNvSpPr txBox="1"/>
          <p:nvPr/>
        </p:nvSpPr>
        <p:spPr>
          <a:xfrm>
            <a:off x="385590" y="3020441"/>
            <a:ext cx="10807547" cy="3139321"/>
          </a:xfrm>
          <a:prstGeom prst="rect">
            <a:avLst/>
          </a:prstGeom>
          <a:noFill/>
        </p:spPr>
        <p:txBody>
          <a:bodyPr wrap="square">
            <a:spAutoFit/>
          </a:bodyPr>
          <a:lstStyle/>
          <a:p>
            <a:r>
              <a:rPr lang="es-ES" b="1" dirty="0"/>
              <a:t>Procesos del Negocio  (E2E)</a:t>
            </a:r>
          </a:p>
          <a:p>
            <a:endParaRPr lang="es-ES" dirty="0"/>
          </a:p>
          <a:p>
            <a:r>
              <a:rPr lang="es-ES" dirty="0"/>
              <a:t>Consiste en operaciones que se ejecutan en una secuencia determinada por ciertas reglas de negocio.  Suele abarcar múltiples dominios de aplicación o líneas de negocio. </a:t>
            </a:r>
          </a:p>
          <a:p>
            <a:endParaRPr lang="es-ES" dirty="0"/>
          </a:p>
          <a:p>
            <a:r>
              <a:rPr lang="es-ES" dirty="0"/>
              <a:t>Desarrollada por un equipo de desarrollo industrial que opera bajo una estructura organizativa claramente definida. </a:t>
            </a:r>
          </a:p>
          <a:p>
            <a:endParaRPr lang="es-ES" dirty="0"/>
          </a:p>
          <a:p>
            <a:r>
              <a:rPr lang="es-ES" dirty="0"/>
              <a:t>Ejemplo: </a:t>
            </a:r>
          </a:p>
          <a:p>
            <a:pPr marL="285750" indent="-285750">
              <a:buFont typeface="Arial" panose="020B0604020202020204" pitchFamily="34" charset="0"/>
              <a:buChar char="•"/>
            </a:pPr>
            <a:r>
              <a:rPr lang="es-ES" dirty="0"/>
              <a:t>Proceso interactivo para que los usuarios realicen pedidos en un negocio de comercio electrónico</a:t>
            </a:r>
          </a:p>
          <a:p>
            <a:pPr marL="285750" indent="-285750">
              <a:buFont typeface="Arial" panose="020B0604020202020204" pitchFamily="34" charset="0"/>
              <a:buChar char="•"/>
            </a:pPr>
            <a:r>
              <a:rPr lang="es-ES" dirty="0"/>
              <a:t>Proceso de reposición de inventario y planificación de transferencias en una empresa de cadena de suministro.</a:t>
            </a:r>
          </a:p>
        </p:txBody>
      </p:sp>
      <p:pic>
        <p:nvPicPr>
          <p:cNvPr id="7" name="Imagen 6">
            <a:extLst>
              <a:ext uri="{FF2B5EF4-FFF2-40B4-BE49-F238E27FC236}">
                <a16:creationId xmlns:a16="http://schemas.microsoft.com/office/drawing/2014/main" id="{543E3952-3519-430F-9162-35C488B7354C}"/>
              </a:ext>
            </a:extLst>
          </p:cNvPr>
          <p:cNvPicPr>
            <a:picLocks noChangeAspect="1"/>
          </p:cNvPicPr>
          <p:nvPr/>
        </p:nvPicPr>
        <p:blipFill>
          <a:blip r:embed="rId4"/>
          <a:stretch>
            <a:fillRect/>
          </a:stretch>
        </p:blipFill>
        <p:spPr>
          <a:xfrm>
            <a:off x="771179" y="698238"/>
            <a:ext cx="10059505" cy="1626322"/>
          </a:xfrm>
          <a:prstGeom prst="rect">
            <a:avLst/>
          </a:prstGeom>
        </p:spPr>
      </p:pic>
    </p:spTree>
    <p:extLst>
      <p:ext uri="{BB962C8B-B14F-4D97-AF65-F5344CB8AC3E}">
        <p14:creationId xmlns:p14="http://schemas.microsoft.com/office/powerpoint/2010/main" val="3608204255"/>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8092B0E-F039-469F-83EC-F3E306C39200}"/>
              </a:ext>
            </a:extLst>
          </p:cNvPr>
          <p:cNvSpPr txBox="1"/>
          <p:nvPr/>
        </p:nvSpPr>
        <p:spPr>
          <a:xfrm>
            <a:off x="854275" y="2730850"/>
            <a:ext cx="10483449" cy="3416320"/>
          </a:xfrm>
          <a:prstGeom prst="rect">
            <a:avLst/>
          </a:prstGeom>
          <a:noFill/>
        </p:spPr>
        <p:txBody>
          <a:bodyPr wrap="square">
            <a:spAutoFit/>
          </a:bodyPr>
          <a:lstStyle/>
          <a:p>
            <a:r>
              <a:rPr lang="es-ES" b="1" dirty="0"/>
              <a:t>Plataforma de Servicios del Negocio </a:t>
            </a:r>
          </a:p>
          <a:p>
            <a:endParaRPr lang="es-ES" dirty="0"/>
          </a:p>
          <a:p>
            <a:r>
              <a:rPr lang="es-ES" dirty="0"/>
              <a:t>Una unidad de negocio altamente modularizada consta de varios tipos de servicios de subdominio que se ensamblan y orquestan conjuntamente, convirtiéndose en una unidad de orquestación para los procesos de negocio. </a:t>
            </a:r>
          </a:p>
          <a:p>
            <a:endParaRPr lang="es-ES" dirty="0"/>
          </a:p>
          <a:p>
            <a:r>
              <a:rPr lang="es-ES" dirty="0"/>
              <a:t>Los servicios de negocio comunes en diferentes industrias pueden ser orquestados y desarrollados por el equipo de desarrollo del dominio principal, mientras que los servicios de negocio comunes en industrias específicas pueden ser orquestados y desarrollados por los equipos de desarrollo de la industria correspondiente. </a:t>
            </a:r>
          </a:p>
          <a:p>
            <a:endParaRPr lang="es-ES" dirty="0"/>
          </a:p>
          <a:p>
            <a:r>
              <a:rPr lang="es-ES" dirty="0"/>
              <a:t>Un servicio de aprobación de reposición de inventario es un ejemplo de un servicio de plataforma de negocio </a:t>
            </a:r>
          </a:p>
        </p:txBody>
      </p:sp>
      <p:pic>
        <p:nvPicPr>
          <p:cNvPr id="7" name="Imagen 6">
            <a:extLst>
              <a:ext uri="{FF2B5EF4-FFF2-40B4-BE49-F238E27FC236}">
                <a16:creationId xmlns:a16="http://schemas.microsoft.com/office/drawing/2014/main" id="{6465AFE1-E92B-4CCE-8AD0-9059F80EC409}"/>
              </a:ext>
            </a:extLst>
          </p:cNvPr>
          <p:cNvPicPr>
            <a:picLocks noChangeAspect="1"/>
          </p:cNvPicPr>
          <p:nvPr/>
        </p:nvPicPr>
        <p:blipFill>
          <a:blip r:embed="rId4"/>
          <a:stretch>
            <a:fillRect/>
          </a:stretch>
        </p:blipFill>
        <p:spPr>
          <a:xfrm>
            <a:off x="1149430" y="899694"/>
            <a:ext cx="8667536" cy="1372044"/>
          </a:xfrm>
          <a:prstGeom prst="rect">
            <a:avLst/>
          </a:prstGeom>
        </p:spPr>
      </p:pic>
    </p:spTree>
    <p:extLst>
      <p:ext uri="{BB962C8B-B14F-4D97-AF65-F5344CB8AC3E}">
        <p14:creationId xmlns:p14="http://schemas.microsoft.com/office/powerpoint/2010/main" val="3779473297"/>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AE06FFE7-0082-4645-8BC8-20EDE4D33265}"/>
              </a:ext>
            </a:extLst>
          </p:cNvPr>
          <p:cNvSpPr txBox="1"/>
          <p:nvPr/>
        </p:nvSpPr>
        <p:spPr>
          <a:xfrm>
            <a:off x="683046" y="2560875"/>
            <a:ext cx="10399922" cy="3139321"/>
          </a:xfrm>
          <a:prstGeom prst="rect">
            <a:avLst/>
          </a:prstGeom>
          <a:noFill/>
        </p:spPr>
        <p:txBody>
          <a:bodyPr wrap="square">
            <a:spAutoFit/>
          </a:bodyPr>
          <a:lstStyle/>
          <a:p>
            <a:r>
              <a:rPr lang="es-ES" b="1" dirty="0"/>
              <a:t>Servicios de Subdominio</a:t>
            </a:r>
          </a:p>
          <a:p>
            <a:endParaRPr lang="es-ES" dirty="0"/>
          </a:p>
          <a:p>
            <a:r>
              <a:rPr lang="es-ES" dirty="0"/>
              <a:t>Proporcionados </a:t>
            </a:r>
            <a:r>
              <a:rPr lang="es-ES" b="1" dirty="0"/>
              <a:t>por subdominios funcionales</a:t>
            </a:r>
            <a:r>
              <a:rPr lang="es-ES" dirty="0"/>
              <a:t>, los servicios de subdominio son visibles para la plataforma y pueden utilizarse para el ensamblaje y la orquestación de servicios empresariales en la plataforma o como unidades básicas para la orquestación de procesos empresariales de nivel superior. </a:t>
            </a:r>
          </a:p>
          <a:p>
            <a:endParaRPr lang="es-ES" dirty="0"/>
          </a:p>
          <a:p>
            <a:r>
              <a:rPr lang="es-ES" dirty="0"/>
              <a:t>Los servicios de subdominio suelen ser desarrollados por los equipos de desarrollo de subdominios de la plataforma. Los servicios de planificación de ventas y los servicios de recomendación y cálculo de reposición de inventario son ejemplos de servicios de subdominio.</a:t>
            </a:r>
          </a:p>
          <a:p>
            <a:endParaRPr lang="es-ES" dirty="0"/>
          </a:p>
          <a:p>
            <a:endParaRPr lang="es-ES" dirty="0"/>
          </a:p>
        </p:txBody>
      </p:sp>
      <p:pic>
        <p:nvPicPr>
          <p:cNvPr id="7" name="Imagen 6">
            <a:extLst>
              <a:ext uri="{FF2B5EF4-FFF2-40B4-BE49-F238E27FC236}">
                <a16:creationId xmlns:a16="http://schemas.microsoft.com/office/drawing/2014/main" id="{11ADE57E-5C76-4D76-B2BE-D88E45303961}"/>
              </a:ext>
            </a:extLst>
          </p:cNvPr>
          <p:cNvPicPr>
            <a:picLocks noChangeAspect="1"/>
          </p:cNvPicPr>
          <p:nvPr/>
        </p:nvPicPr>
        <p:blipFill>
          <a:blip r:embed="rId4"/>
          <a:stretch>
            <a:fillRect/>
          </a:stretch>
        </p:blipFill>
        <p:spPr>
          <a:xfrm>
            <a:off x="1399142" y="495771"/>
            <a:ext cx="8801069" cy="1476248"/>
          </a:xfrm>
          <a:prstGeom prst="rect">
            <a:avLst/>
          </a:prstGeom>
        </p:spPr>
      </p:pic>
    </p:spTree>
    <p:extLst>
      <p:ext uri="{BB962C8B-B14F-4D97-AF65-F5344CB8AC3E}">
        <p14:creationId xmlns:p14="http://schemas.microsoft.com/office/powerpoint/2010/main" val="3206973564"/>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5AD5E9B-E8C3-4BD2-A9AE-5474686A4773}"/>
              </a:ext>
            </a:extLst>
          </p:cNvPr>
          <p:cNvSpPr txBox="1"/>
          <p:nvPr/>
        </p:nvSpPr>
        <p:spPr>
          <a:xfrm>
            <a:off x="510448" y="3350948"/>
            <a:ext cx="11171104" cy="2308324"/>
          </a:xfrm>
          <a:prstGeom prst="rect">
            <a:avLst/>
          </a:prstGeom>
          <a:noFill/>
        </p:spPr>
        <p:txBody>
          <a:bodyPr wrap="square">
            <a:spAutoFit/>
          </a:bodyPr>
          <a:lstStyle/>
          <a:p>
            <a:r>
              <a:rPr lang="es-ES" b="1" dirty="0"/>
              <a:t>Servicios Fundamentales de Subdominio</a:t>
            </a:r>
          </a:p>
          <a:p>
            <a:endParaRPr lang="es-ES" dirty="0"/>
          </a:p>
          <a:p>
            <a:r>
              <a:rPr lang="es-ES" dirty="0"/>
              <a:t>También conocidos como servicios de dominio empresarial fundamental, estos servicios proporcionan servicios empresariales fundamentales para la plataforma, así como funciones empresariales fundamentales y servicios de datos para servicios empresariales de subdominio funcional o de plataforma. </a:t>
            </a:r>
          </a:p>
          <a:p>
            <a:endParaRPr lang="es-ES" dirty="0"/>
          </a:p>
          <a:p>
            <a:r>
              <a:rPr lang="es-ES" dirty="0"/>
              <a:t>Los servicios comerciales, de bienes y de inventario son ejemplos de servicios de subdominio fundamental.</a:t>
            </a:r>
          </a:p>
          <a:p>
            <a:endParaRPr lang="es-ES" dirty="0"/>
          </a:p>
        </p:txBody>
      </p:sp>
      <p:pic>
        <p:nvPicPr>
          <p:cNvPr id="9" name="Imagen 8">
            <a:extLst>
              <a:ext uri="{FF2B5EF4-FFF2-40B4-BE49-F238E27FC236}">
                <a16:creationId xmlns:a16="http://schemas.microsoft.com/office/drawing/2014/main" id="{F4F1E073-77E1-4F32-AC6D-B2BDC36E7C6F}"/>
              </a:ext>
            </a:extLst>
          </p:cNvPr>
          <p:cNvPicPr>
            <a:picLocks noChangeAspect="1"/>
          </p:cNvPicPr>
          <p:nvPr/>
        </p:nvPicPr>
        <p:blipFill>
          <a:blip r:embed="rId4"/>
          <a:stretch>
            <a:fillRect/>
          </a:stretch>
        </p:blipFill>
        <p:spPr>
          <a:xfrm>
            <a:off x="704618" y="1198728"/>
            <a:ext cx="10429095" cy="1687059"/>
          </a:xfrm>
          <a:prstGeom prst="rect">
            <a:avLst/>
          </a:prstGeom>
        </p:spPr>
      </p:pic>
    </p:spTree>
    <p:extLst>
      <p:ext uri="{BB962C8B-B14F-4D97-AF65-F5344CB8AC3E}">
        <p14:creationId xmlns:p14="http://schemas.microsoft.com/office/powerpoint/2010/main" val="2829251239"/>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725FF04-C8FF-4424-9D41-050AE125EF8D}"/>
              </a:ext>
            </a:extLst>
          </p:cNvPr>
          <p:cNvSpPr txBox="1"/>
          <p:nvPr/>
        </p:nvSpPr>
        <p:spPr>
          <a:xfrm>
            <a:off x="771181" y="3535092"/>
            <a:ext cx="10304443" cy="923330"/>
          </a:xfrm>
          <a:prstGeom prst="rect">
            <a:avLst/>
          </a:prstGeom>
          <a:noFill/>
        </p:spPr>
        <p:txBody>
          <a:bodyPr wrap="square">
            <a:spAutoFit/>
          </a:bodyPr>
          <a:lstStyle/>
          <a:p>
            <a:r>
              <a:rPr lang="es-ES" b="0" i="0" dirty="0">
                <a:solidFill>
                  <a:srgbClr val="404040"/>
                </a:solidFill>
                <a:effectLst/>
                <a:latin typeface="-apple-system"/>
              </a:rPr>
              <a:t>Los modelos de utilizan la capa anticorrupción para aislarse de los dominios y servicios externos de los que dependen. Esto evita que los servicios externos contaminen la semántica empresarial principal del subdominio y mantiene las funciones empresariales del subdominio estables, flexibles y controlables</a:t>
            </a:r>
            <a:endParaRPr lang="es-419" dirty="0"/>
          </a:p>
        </p:txBody>
      </p:sp>
      <p:pic>
        <p:nvPicPr>
          <p:cNvPr id="7" name="Imagen 6">
            <a:extLst>
              <a:ext uri="{FF2B5EF4-FFF2-40B4-BE49-F238E27FC236}">
                <a16:creationId xmlns:a16="http://schemas.microsoft.com/office/drawing/2014/main" id="{438D231A-21E0-4E0E-9BE6-4FCEBD07A212}"/>
              </a:ext>
            </a:extLst>
          </p:cNvPr>
          <p:cNvPicPr>
            <a:picLocks noChangeAspect="1"/>
          </p:cNvPicPr>
          <p:nvPr/>
        </p:nvPicPr>
        <p:blipFill>
          <a:blip r:embed="rId4"/>
          <a:stretch>
            <a:fillRect/>
          </a:stretch>
        </p:blipFill>
        <p:spPr>
          <a:xfrm>
            <a:off x="938572" y="1443795"/>
            <a:ext cx="8293562" cy="1296986"/>
          </a:xfrm>
          <a:prstGeom prst="rect">
            <a:avLst/>
          </a:prstGeom>
        </p:spPr>
      </p:pic>
    </p:spTree>
    <p:extLst>
      <p:ext uri="{BB962C8B-B14F-4D97-AF65-F5344CB8AC3E}">
        <p14:creationId xmlns:p14="http://schemas.microsoft.com/office/powerpoint/2010/main" val="905455488"/>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B01689F5-A566-4EF2-A7BE-859700BF9DBA}"/>
              </a:ext>
            </a:extLst>
          </p:cNvPr>
          <p:cNvSpPr txBox="1"/>
          <p:nvPr/>
        </p:nvSpPr>
        <p:spPr>
          <a:xfrm>
            <a:off x="749148" y="2820562"/>
            <a:ext cx="10488058" cy="2585323"/>
          </a:xfrm>
          <a:prstGeom prst="rect">
            <a:avLst/>
          </a:prstGeom>
          <a:noFill/>
        </p:spPr>
        <p:txBody>
          <a:bodyPr wrap="square">
            <a:spAutoFit/>
          </a:bodyPr>
          <a:lstStyle/>
          <a:p>
            <a:r>
              <a:rPr lang="es-ES" b="1" dirty="0"/>
              <a:t>Servicios Básicos del Subdominio</a:t>
            </a:r>
          </a:p>
          <a:p>
            <a:endParaRPr lang="es-ES" dirty="0"/>
          </a:p>
          <a:p>
            <a:r>
              <a:rPr lang="es-ES" dirty="0"/>
              <a:t>Los servicios básicos que soportan diversos servicios funcionales del subdominio son visibles para el subdominio, pero no para la plataforma. Pueden utilizarse para la orquestación de los servicios del subdominio.</a:t>
            </a:r>
          </a:p>
          <a:p>
            <a:endParaRPr lang="es-ES" dirty="0"/>
          </a:p>
          <a:p>
            <a:r>
              <a:rPr lang="es-ES" dirty="0"/>
              <a:t>Los servicios básicos de subdominio suelen ser desarrollados por los equipos de desarrollo de subdominios de la plataforma. Ejemplos de servicios básicos de subdominio son la toma de decisiones de almacenamiento, la planificación de documentos y la planificación de inventario.</a:t>
            </a:r>
          </a:p>
        </p:txBody>
      </p:sp>
      <p:pic>
        <p:nvPicPr>
          <p:cNvPr id="7" name="Imagen 6">
            <a:extLst>
              <a:ext uri="{FF2B5EF4-FFF2-40B4-BE49-F238E27FC236}">
                <a16:creationId xmlns:a16="http://schemas.microsoft.com/office/drawing/2014/main" id="{E261D8C0-5E42-4E64-AA22-C9F0093AC8CB}"/>
              </a:ext>
            </a:extLst>
          </p:cNvPr>
          <p:cNvPicPr>
            <a:picLocks noChangeAspect="1"/>
          </p:cNvPicPr>
          <p:nvPr/>
        </p:nvPicPr>
        <p:blipFill>
          <a:blip r:embed="rId4"/>
          <a:stretch>
            <a:fillRect/>
          </a:stretch>
        </p:blipFill>
        <p:spPr>
          <a:xfrm>
            <a:off x="530032" y="1064175"/>
            <a:ext cx="8496676" cy="1326485"/>
          </a:xfrm>
          <a:prstGeom prst="rect">
            <a:avLst/>
          </a:prstGeom>
        </p:spPr>
      </p:pic>
    </p:spTree>
    <p:extLst>
      <p:ext uri="{BB962C8B-B14F-4D97-AF65-F5344CB8AC3E}">
        <p14:creationId xmlns:p14="http://schemas.microsoft.com/office/powerpoint/2010/main" val="1802729359"/>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7F7C43C9-3A08-4360-897E-98E516C5C697}"/>
              </a:ext>
            </a:extLst>
          </p:cNvPr>
          <p:cNvSpPr txBox="1"/>
          <p:nvPr/>
        </p:nvSpPr>
        <p:spPr>
          <a:xfrm>
            <a:off x="1003842" y="3530372"/>
            <a:ext cx="9915180" cy="1200329"/>
          </a:xfrm>
          <a:prstGeom prst="rect">
            <a:avLst/>
          </a:prstGeom>
          <a:noFill/>
        </p:spPr>
        <p:txBody>
          <a:bodyPr wrap="square">
            <a:spAutoFit/>
          </a:bodyPr>
          <a:lstStyle/>
          <a:p>
            <a:r>
              <a:rPr lang="es-ES" b="1" dirty="0"/>
              <a:t>Capa de infraestructura de servicio</a:t>
            </a:r>
          </a:p>
          <a:p>
            <a:endParaRPr lang="es-ES" dirty="0"/>
          </a:p>
          <a:p>
            <a:r>
              <a:rPr lang="es-ES" dirty="0"/>
              <a:t>Esta capa proporciona servicios de infraestructura compartidos por diferentes capas, como la gestión de usuarios, la gestión de permisos y la auditoría de operaciones. </a:t>
            </a:r>
            <a:endParaRPr lang="es-419" dirty="0"/>
          </a:p>
        </p:txBody>
      </p:sp>
      <p:pic>
        <p:nvPicPr>
          <p:cNvPr id="7" name="Imagen 6">
            <a:extLst>
              <a:ext uri="{FF2B5EF4-FFF2-40B4-BE49-F238E27FC236}">
                <a16:creationId xmlns:a16="http://schemas.microsoft.com/office/drawing/2014/main" id="{9247CA75-298D-4F49-8356-505168DC146D}"/>
              </a:ext>
            </a:extLst>
          </p:cNvPr>
          <p:cNvPicPr>
            <a:picLocks noChangeAspect="1"/>
          </p:cNvPicPr>
          <p:nvPr/>
        </p:nvPicPr>
        <p:blipFill>
          <a:blip r:embed="rId4"/>
          <a:stretch>
            <a:fillRect/>
          </a:stretch>
        </p:blipFill>
        <p:spPr>
          <a:xfrm>
            <a:off x="779330" y="1393189"/>
            <a:ext cx="9174383" cy="1438146"/>
          </a:xfrm>
          <a:prstGeom prst="rect">
            <a:avLst/>
          </a:prstGeom>
        </p:spPr>
      </p:pic>
    </p:spTree>
    <p:extLst>
      <p:ext uri="{BB962C8B-B14F-4D97-AF65-F5344CB8AC3E}">
        <p14:creationId xmlns:p14="http://schemas.microsoft.com/office/powerpoint/2010/main" val="3359033876"/>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1_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 Presentación UPB 2018" id="{36F8BB01-3393-FA4D-8145-86DA81FADD61}" vid="{FB05699F-FE3A-FD40-B367-9B6900AD0EFD}"/>
    </a:ext>
  </a:extLst>
</a:theme>
</file>

<file path=ppt/theme/themeOverride1.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7.xml><?xml version="1.0" encoding="utf-8"?>
<a:themeOverride xmlns:a="http://schemas.openxmlformats.org/drawingml/2006/main">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850</TotalTime>
  <Words>2246</Words>
  <Application>Microsoft Office PowerPoint</Application>
  <PresentationFormat>Panorámica</PresentationFormat>
  <Paragraphs>179</Paragraphs>
  <Slides>27</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27</vt:i4>
      </vt:variant>
    </vt:vector>
  </HeadingPairs>
  <TitlesOfParts>
    <vt:vector size="36" baseType="lpstr">
      <vt:lpstr>Amazon Ember</vt:lpstr>
      <vt:lpstr>AmazonEmber</vt:lpstr>
      <vt:lpstr>-apple-system</vt:lpstr>
      <vt:lpstr>Arial</vt:lpstr>
      <vt:lpstr>Arial Narrow</vt:lpstr>
      <vt:lpstr>Calibri</vt:lpstr>
      <vt:lpstr>Flama Condensed Light</vt:lpstr>
      <vt:lpstr>Google Sans</vt:lpstr>
      <vt:lpstr>1_Tema de Office</vt:lpstr>
      <vt:lpstr>SOA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Cesar Augusto Lopez Gallego</dc:creator>
  <cp:lastModifiedBy>Cesar Augusto Lopez Gallego</cp:lastModifiedBy>
  <cp:revision>15</cp:revision>
  <dcterms:created xsi:type="dcterms:W3CDTF">2026-03-07T12:28:57Z</dcterms:created>
  <dcterms:modified xsi:type="dcterms:W3CDTF">2026-03-17T11:59:34Z</dcterms:modified>
</cp:coreProperties>
</file>