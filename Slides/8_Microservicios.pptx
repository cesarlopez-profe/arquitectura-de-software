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84" r:id="rId2"/>
    <p:sldId id="261" r:id="rId3"/>
    <p:sldId id="263" r:id="rId4"/>
    <p:sldId id="266" r:id="rId5"/>
    <p:sldId id="267" r:id="rId6"/>
    <p:sldId id="268" r:id="rId7"/>
    <p:sldId id="269" r:id="rId8"/>
    <p:sldId id="270" r:id="rId9"/>
    <p:sldId id="264" r:id="rId10"/>
    <p:sldId id="265" r:id="rId11"/>
    <p:sldId id="256" r:id="rId12"/>
    <p:sldId id="259" r:id="rId13"/>
    <p:sldId id="271" r:id="rId14"/>
    <p:sldId id="272" r:id="rId15"/>
    <p:sldId id="273" r:id="rId16"/>
    <p:sldId id="274" r:id="rId17"/>
    <p:sldId id="275" r:id="rId18"/>
    <p:sldId id="276" r:id="rId19"/>
    <p:sldId id="277" r:id="rId20"/>
    <p:sldId id="278" r:id="rId21"/>
    <p:sldId id="279" r:id="rId22"/>
    <p:sldId id="280" r:id="rId23"/>
    <p:sldId id="281" r:id="rId24"/>
    <p:sldId id="287" r:id="rId25"/>
    <p:sldId id="286" r:id="rId26"/>
    <p:sldId id="282" r:id="rId27"/>
    <p:sldId id="288" r:id="rId28"/>
    <p:sldId id="283" r:id="rId29"/>
    <p:sldId id="285" r:id="rId30"/>
  </p:sldIdLst>
  <p:sldSz cx="12192000" cy="6858000"/>
  <p:notesSz cx="6858000" cy="914400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86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sar Augusto Lopez Gallego" userId="0dfa9112-9251-4882-b472-cf2dfcee09d1" providerId="ADAL" clId="{0C2B646C-07DB-42C9-8825-6D2D07EAE13D}"/>
    <pc:docChg chg="undo custSel addSld delSld modSld sldOrd">
      <pc:chgData name="Cesar Augusto Lopez Gallego" userId="0dfa9112-9251-4882-b472-cf2dfcee09d1" providerId="ADAL" clId="{0C2B646C-07DB-42C9-8825-6D2D07EAE13D}" dt="2026-04-06T23:41:24.600" v="2139" actId="1076"/>
      <pc:docMkLst>
        <pc:docMk/>
      </pc:docMkLst>
      <pc:sldChg chg="addSp delSp modSp mod setBg">
        <pc:chgData name="Cesar Augusto Lopez Gallego" userId="0dfa9112-9251-4882-b472-cf2dfcee09d1" providerId="ADAL" clId="{0C2B646C-07DB-42C9-8825-6D2D07EAE13D}" dt="2026-04-06T23:29:28.562" v="2025" actId="1076"/>
        <pc:sldMkLst>
          <pc:docMk/>
          <pc:sldMk cId="2197924130" sldId="256"/>
        </pc:sldMkLst>
        <pc:spChg chg="add del mod">
          <ac:chgData name="Cesar Augusto Lopez Gallego" userId="0dfa9112-9251-4882-b472-cf2dfcee09d1" providerId="ADAL" clId="{0C2B646C-07DB-42C9-8825-6D2D07EAE13D}" dt="2026-04-06T16:09:24.423" v="14"/>
          <ac:spMkLst>
            <pc:docMk/>
            <pc:sldMk cId="2197924130" sldId="256"/>
            <ac:spMk id="3" creationId="{31FC4789-E6BB-41E2-9C51-D3773610A6CA}"/>
          </ac:spMkLst>
        </pc:spChg>
        <pc:spChg chg="add del mod">
          <ac:chgData name="Cesar Augusto Lopez Gallego" userId="0dfa9112-9251-4882-b472-cf2dfcee09d1" providerId="ADAL" clId="{0C2B646C-07DB-42C9-8825-6D2D07EAE13D}" dt="2026-04-06T16:09:35.077" v="17" actId="478"/>
          <ac:spMkLst>
            <pc:docMk/>
            <pc:sldMk cId="2197924130" sldId="256"/>
            <ac:spMk id="4" creationId="{6ABE891D-0E58-41BB-8B3A-001E2394BAEF}"/>
          </ac:spMkLst>
        </pc:spChg>
        <pc:spChg chg="mod">
          <ac:chgData name="Cesar Augusto Lopez Gallego" userId="0dfa9112-9251-4882-b472-cf2dfcee09d1" providerId="ADAL" clId="{0C2B646C-07DB-42C9-8825-6D2D07EAE13D}" dt="2026-04-06T23:27:44.610" v="2004" actId="1076"/>
          <ac:spMkLst>
            <pc:docMk/>
            <pc:sldMk cId="2197924130" sldId="256"/>
            <ac:spMk id="5" creationId="{62022D9F-8570-4D3C-9E85-DD8E5148EA53}"/>
          </ac:spMkLst>
        </pc:spChg>
        <pc:spChg chg="add mod">
          <ac:chgData name="Cesar Augusto Lopez Gallego" userId="0dfa9112-9251-4882-b472-cf2dfcee09d1" providerId="ADAL" clId="{0C2B646C-07DB-42C9-8825-6D2D07EAE13D}" dt="2026-04-06T20:25:38.090" v="428" actId="108"/>
          <ac:spMkLst>
            <pc:docMk/>
            <pc:sldMk cId="2197924130" sldId="256"/>
            <ac:spMk id="6" creationId="{3990A427-D20E-4B04-8652-4D710BC7052E}"/>
          </ac:spMkLst>
        </pc:spChg>
        <pc:picChg chg="add mod">
          <ac:chgData name="Cesar Augusto Lopez Gallego" userId="0dfa9112-9251-4882-b472-cf2dfcee09d1" providerId="ADAL" clId="{0C2B646C-07DB-42C9-8825-6D2D07EAE13D}" dt="2026-04-06T23:29:28.562" v="2025" actId="1076"/>
          <ac:picMkLst>
            <pc:docMk/>
            <pc:sldMk cId="2197924130" sldId="256"/>
            <ac:picMk id="8" creationId="{98904A6F-8F57-41A5-AA81-D7687CDD7637}"/>
          </ac:picMkLst>
        </pc:picChg>
      </pc:sldChg>
      <pc:sldChg chg="addSp modSp del mod">
        <pc:chgData name="Cesar Augusto Lopez Gallego" userId="0dfa9112-9251-4882-b472-cf2dfcee09d1" providerId="ADAL" clId="{0C2B646C-07DB-42C9-8825-6D2D07EAE13D}" dt="2026-04-06T20:46:09.700" v="705" actId="47"/>
        <pc:sldMkLst>
          <pc:docMk/>
          <pc:sldMk cId="2083403420" sldId="257"/>
        </pc:sldMkLst>
        <pc:spChg chg="add mod">
          <ac:chgData name="Cesar Augusto Lopez Gallego" userId="0dfa9112-9251-4882-b472-cf2dfcee09d1" providerId="ADAL" clId="{0C2B646C-07DB-42C9-8825-6D2D07EAE13D}" dt="2026-04-06T20:32:49.763" v="506"/>
          <ac:spMkLst>
            <pc:docMk/>
            <pc:sldMk cId="2083403420" sldId="257"/>
            <ac:spMk id="3" creationId="{BA0C4573-1313-4A9A-B275-480EE21A29E7}"/>
          </ac:spMkLst>
        </pc:spChg>
        <pc:spChg chg="mod">
          <ac:chgData name="Cesar Augusto Lopez Gallego" userId="0dfa9112-9251-4882-b472-cf2dfcee09d1" providerId="ADAL" clId="{0C2B646C-07DB-42C9-8825-6D2D07EAE13D}" dt="2026-04-06T20:32:15.688" v="498" actId="113"/>
          <ac:spMkLst>
            <pc:docMk/>
            <pc:sldMk cId="2083403420" sldId="257"/>
            <ac:spMk id="6" creationId="{8370C522-C9DC-48FD-86BD-F797640944FE}"/>
          </ac:spMkLst>
        </pc:spChg>
      </pc:sldChg>
      <pc:sldChg chg="addSp delSp modSp mod setBg">
        <pc:chgData name="Cesar Augusto Lopez Gallego" userId="0dfa9112-9251-4882-b472-cf2dfcee09d1" providerId="ADAL" clId="{0C2B646C-07DB-42C9-8825-6D2D07EAE13D}" dt="2026-04-06T23:29:21.873" v="2020" actId="1076"/>
        <pc:sldMkLst>
          <pc:docMk/>
          <pc:sldMk cId="3245992086" sldId="259"/>
        </pc:sldMkLst>
        <pc:spChg chg="add mod">
          <ac:chgData name="Cesar Augusto Lopez Gallego" userId="0dfa9112-9251-4882-b472-cf2dfcee09d1" providerId="ADAL" clId="{0C2B646C-07DB-42C9-8825-6D2D07EAE13D}" dt="2026-04-06T20:30:46.604" v="492" actId="108"/>
          <ac:spMkLst>
            <pc:docMk/>
            <pc:sldMk cId="3245992086" sldId="259"/>
            <ac:spMk id="4" creationId="{A7095BA7-942B-47CC-9AA7-46A35DAA9E49}"/>
          </ac:spMkLst>
        </pc:spChg>
        <pc:spChg chg="mod">
          <ac:chgData name="Cesar Augusto Lopez Gallego" userId="0dfa9112-9251-4882-b472-cf2dfcee09d1" providerId="ADAL" clId="{0C2B646C-07DB-42C9-8825-6D2D07EAE13D}" dt="2026-04-06T23:29:21.873" v="2020" actId="1076"/>
          <ac:spMkLst>
            <pc:docMk/>
            <pc:sldMk cId="3245992086" sldId="259"/>
            <ac:spMk id="5" creationId="{94718E90-4894-47B3-A680-5F46F17D6821}"/>
          </ac:spMkLst>
        </pc:spChg>
        <pc:picChg chg="add del mod">
          <ac:chgData name="Cesar Augusto Lopez Gallego" userId="0dfa9112-9251-4882-b472-cf2dfcee09d1" providerId="ADAL" clId="{0C2B646C-07DB-42C9-8825-6D2D07EAE13D}" dt="2026-04-06T23:28:51.762" v="2012" actId="478"/>
          <ac:picMkLst>
            <pc:docMk/>
            <pc:sldMk cId="3245992086" sldId="259"/>
            <ac:picMk id="6" creationId="{AED861E1-33F6-4C1E-A0DB-DA8B05ABAA1C}"/>
          </ac:picMkLst>
        </pc:picChg>
        <pc:picChg chg="add mod">
          <ac:chgData name="Cesar Augusto Lopez Gallego" userId="0dfa9112-9251-4882-b472-cf2dfcee09d1" providerId="ADAL" clId="{0C2B646C-07DB-42C9-8825-6D2D07EAE13D}" dt="2026-04-06T23:29:10.722" v="2014" actId="1076"/>
          <ac:picMkLst>
            <pc:docMk/>
            <pc:sldMk cId="3245992086" sldId="259"/>
            <ac:picMk id="8" creationId="{1CD98EB9-5372-4C8B-9853-7C9305100931}"/>
          </ac:picMkLst>
        </pc:picChg>
      </pc:sldChg>
      <pc:sldChg chg="addSp modSp mod setBg">
        <pc:chgData name="Cesar Augusto Lopez Gallego" userId="0dfa9112-9251-4882-b472-cf2dfcee09d1" providerId="ADAL" clId="{0C2B646C-07DB-42C9-8825-6D2D07EAE13D}" dt="2026-04-06T23:20:54.292" v="1936" actId="1076"/>
        <pc:sldMkLst>
          <pc:docMk/>
          <pc:sldMk cId="2104769377" sldId="261"/>
        </pc:sldMkLst>
        <pc:spChg chg="mod">
          <ac:chgData name="Cesar Augusto Lopez Gallego" userId="0dfa9112-9251-4882-b472-cf2dfcee09d1" providerId="ADAL" clId="{0C2B646C-07DB-42C9-8825-6D2D07EAE13D}" dt="2026-04-06T23:04:40.084" v="1663" actId="1076"/>
          <ac:spMkLst>
            <pc:docMk/>
            <pc:sldMk cId="2104769377" sldId="261"/>
            <ac:spMk id="5" creationId="{1EE08B34-1EEF-4A87-8B7C-AA9967DC297F}"/>
          </ac:spMkLst>
        </pc:spChg>
        <pc:picChg chg="add mod">
          <ac:chgData name="Cesar Augusto Lopez Gallego" userId="0dfa9112-9251-4882-b472-cf2dfcee09d1" providerId="ADAL" clId="{0C2B646C-07DB-42C9-8825-6D2D07EAE13D}" dt="2026-04-06T23:20:54.292" v="1936" actId="1076"/>
          <ac:picMkLst>
            <pc:docMk/>
            <pc:sldMk cId="2104769377" sldId="261"/>
            <ac:picMk id="3" creationId="{B6BCDB8D-D728-499D-AB0B-F7C0A43AB8F7}"/>
          </ac:picMkLst>
        </pc:picChg>
      </pc:sldChg>
      <pc:sldChg chg="addSp modSp del mod">
        <pc:chgData name="Cesar Augusto Lopez Gallego" userId="0dfa9112-9251-4882-b472-cf2dfcee09d1" providerId="ADAL" clId="{0C2B646C-07DB-42C9-8825-6D2D07EAE13D}" dt="2026-04-06T20:46:09.700" v="705" actId="47"/>
        <pc:sldMkLst>
          <pc:docMk/>
          <pc:sldMk cId="1628185768" sldId="262"/>
        </pc:sldMkLst>
        <pc:spChg chg="add mod">
          <ac:chgData name="Cesar Augusto Lopez Gallego" userId="0dfa9112-9251-4882-b472-cf2dfcee09d1" providerId="ADAL" clId="{0C2B646C-07DB-42C9-8825-6D2D07EAE13D}" dt="2026-04-06T20:32:47.178" v="505" actId="108"/>
          <ac:spMkLst>
            <pc:docMk/>
            <pc:sldMk cId="1628185768" sldId="262"/>
            <ac:spMk id="4" creationId="{36BA7A77-8021-4C2F-88B8-63769AB32D51}"/>
          </ac:spMkLst>
        </pc:spChg>
        <pc:spChg chg="mod">
          <ac:chgData name="Cesar Augusto Lopez Gallego" userId="0dfa9112-9251-4882-b472-cf2dfcee09d1" providerId="ADAL" clId="{0C2B646C-07DB-42C9-8825-6D2D07EAE13D}" dt="2026-04-06T20:32:25.682" v="501" actId="6549"/>
          <ac:spMkLst>
            <pc:docMk/>
            <pc:sldMk cId="1628185768" sldId="262"/>
            <ac:spMk id="5" creationId="{1FB99057-058D-4611-A148-C1B2BF080D58}"/>
          </ac:spMkLst>
        </pc:spChg>
      </pc:sldChg>
      <pc:sldChg chg="addSp modSp add mod setBg">
        <pc:chgData name="Cesar Augusto Lopez Gallego" userId="0dfa9112-9251-4882-b472-cf2dfcee09d1" providerId="ADAL" clId="{0C2B646C-07DB-42C9-8825-6D2D07EAE13D}" dt="2026-04-06T23:22:09.411" v="1948" actId="1076"/>
        <pc:sldMkLst>
          <pc:docMk/>
          <pc:sldMk cId="642690358" sldId="263"/>
        </pc:sldMkLst>
        <pc:spChg chg="mod">
          <ac:chgData name="Cesar Augusto Lopez Gallego" userId="0dfa9112-9251-4882-b472-cf2dfcee09d1" providerId="ADAL" clId="{0C2B646C-07DB-42C9-8825-6D2D07EAE13D}" dt="2026-04-06T23:22:04.708" v="1945" actId="1076"/>
          <ac:spMkLst>
            <pc:docMk/>
            <pc:sldMk cId="642690358" sldId="263"/>
            <ac:spMk id="7" creationId="{BAF9E4CD-A632-4205-A518-884882DB5703}"/>
          </ac:spMkLst>
        </pc:spChg>
        <pc:picChg chg="add mod">
          <ac:chgData name="Cesar Augusto Lopez Gallego" userId="0dfa9112-9251-4882-b472-cf2dfcee09d1" providerId="ADAL" clId="{0C2B646C-07DB-42C9-8825-6D2D07EAE13D}" dt="2026-04-06T23:22:09.411" v="1948" actId="1076"/>
          <ac:picMkLst>
            <pc:docMk/>
            <pc:sldMk cId="642690358" sldId="263"/>
            <ac:picMk id="3" creationId="{9793ACF0-A981-4079-AE0A-E547C8742E83}"/>
          </ac:picMkLst>
        </pc:picChg>
      </pc:sldChg>
      <pc:sldChg chg="addSp delSp modSp del mod">
        <pc:chgData name="Cesar Augusto Lopez Gallego" userId="0dfa9112-9251-4882-b472-cf2dfcee09d1" providerId="ADAL" clId="{0C2B646C-07DB-42C9-8825-6D2D07EAE13D}" dt="2026-04-06T20:46:19.582" v="706" actId="2696"/>
        <pc:sldMkLst>
          <pc:docMk/>
          <pc:sldMk cId="1767492901" sldId="263"/>
        </pc:sldMkLst>
        <pc:spChg chg="del">
          <ac:chgData name="Cesar Augusto Lopez Gallego" userId="0dfa9112-9251-4882-b472-cf2dfcee09d1" providerId="ADAL" clId="{0C2B646C-07DB-42C9-8825-6D2D07EAE13D}" dt="2026-04-06T16:25:11.207" v="105" actId="478"/>
          <ac:spMkLst>
            <pc:docMk/>
            <pc:sldMk cId="1767492901" sldId="263"/>
            <ac:spMk id="2" creationId="{3D035ADD-AEF3-416A-84FF-1C0597F58407}"/>
          </ac:spMkLst>
        </pc:spChg>
        <pc:spChg chg="del">
          <ac:chgData name="Cesar Augusto Lopez Gallego" userId="0dfa9112-9251-4882-b472-cf2dfcee09d1" providerId="ADAL" clId="{0C2B646C-07DB-42C9-8825-6D2D07EAE13D}" dt="2026-04-06T16:25:11.207" v="105" actId="478"/>
          <ac:spMkLst>
            <pc:docMk/>
            <pc:sldMk cId="1767492901" sldId="263"/>
            <ac:spMk id="3" creationId="{35A7EF54-FE65-4D81-B58D-26A61CC7FA06}"/>
          </ac:spMkLst>
        </pc:spChg>
        <pc:spChg chg="add mod">
          <ac:chgData name="Cesar Augusto Lopez Gallego" userId="0dfa9112-9251-4882-b472-cf2dfcee09d1" providerId="ADAL" clId="{0C2B646C-07DB-42C9-8825-6D2D07EAE13D}" dt="2026-04-06T20:39:13.469" v="588" actId="20577"/>
          <ac:spMkLst>
            <pc:docMk/>
            <pc:sldMk cId="1767492901" sldId="263"/>
            <ac:spMk id="5" creationId="{310AE910-9D6E-4D09-9881-9102ACE749A2}"/>
          </ac:spMkLst>
        </pc:spChg>
        <pc:spChg chg="add mod">
          <ac:chgData name="Cesar Augusto Lopez Gallego" userId="0dfa9112-9251-4882-b472-cf2dfcee09d1" providerId="ADAL" clId="{0C2B646C-07DB-42C9-8825-6D2D07EAE13D}" dt="2026-04-06T20:39:01.124" v="572" actId="1076"/>
          <ac:spMkLst>
            <pc:docMk/>
            <pc:sldMk cId="1767492901" sldId="263"/>
            <ac:spMk id="7" creationId="{BAF9E4CD-A632-4205-A518-884882DB5703}"/>
          </ac:spMkLst>
        </pc:spChg>
      </pc:sldChg>
      <pc:sldChg chg="addSp modSp mod setBg">
        <pc:chgData name="Cesar Augusto Lopez Gallego" userId="0dfa9112-9251-4882-b472-cf2dfcee09d1" providerId="ADAL" clId="{0C2B646C-07DB-42C9-8825-6D2D07EAE13D}" dt="2026-04-06T23:11:56.127" v="1671"/>
        <pc:sldMkLst>
          <pc:docMk/>
          <pc:sldMk cId="3517133405" sldId="264"/>
        </pc:sldMkLst>
        <pc:spChg chg="add mod">
          <ac:chgData name="Cesar Augusto Lopez Gallego" userId="0dfa9112-9251-4882-b472-cf2dfcee09d1" providerId="ADAL" clId="{0C2B646C-07DB-42C9-8825-6D2D07EAE13D}" dt="2026-04-06T19:44:06.841" v="203" actId="14100"/>
          <ac:spMkLst>
            <pc:docMk/>
            <pc:sldMk cId="3517133405" sldId="264"/>
            <ac:spMk id="2" creationId="{9F66EB5E-43C5-4C91-AE94-D44896F34AAE}"/>
          </ac:spMkLst>
        </pc:spChg>
        <pc:spChg chg="mod">
          <ac:chgData name="Cesar Augusto Lopez Gallego" userId="0dfa9112-9251-4882-b472-cf2dfcee09d1" providerId="ADAL" clId="{0C2B646C-07DB-42C9-8825-6D2D07EAE13D}" dt="2026-04-06T19:45:35.328" v="234" actId="404"/>
          <ac:spMkLst>
            <pc:docMk/>
            <pc:sldMk cId="3517133405" sldId="264"/>
            <ac:spMk id="4" creationId="{BA5DCDAA-F2C5-4045-AB98-1E1D1A6B8286}"/>
          </ac:spMkLst>
        </pc:spChg>
        <pc:spChg chg="mod">
          <ac:chgData name="Cesar Augusto Lopez Gallego" userId="0dfa9112-9251-4882-b472-cf2dfcee09d1" providerId="ADAL" clId="{0C2B646C-07DB-42C9-8825-6D2D07EAE13D}" dt="2026-04-06T19:45:25.177" v="227" actId="403"/>
          <ac:spMkLst>
            <pc:docMk/>
            <pc:sldMk cId="3517133405" sldId="264"/>
            <ac:spMk id="7" creationId="{EC0949FE-313C-4643-937D-D3DE13417FC7}"/>
          </ac:spMkLst>
        </pc:spChg>
        <pc:spChg chg="mod">
          <ac:chgData name="Cesar Augusto Lopez Gallego" userId="0dfa9112-9251-4882-b472-cf2dfcee09d1" providerId="ADAL" clId="{0C2B646C-07DB-42C9-8825-6D2D07EAE13D}" dt="2026-04-06T19:45:25.177" v="227" actId="403"/>
          <ac:spMkLst>
            <pc:docMk/>
            <pc:sldMk cId="3517133405" sldId="264"/>
            <ac:spMk id="9" creationId="{284407A1-37F9-4AC7-96B7-9A6A3D166B99}"/>
          </ac:spMkLst>
        </pc:spChg>
        <pc:picChg chg="mod">
          <ac:chgData name="Cesar Augusto Lopez Gallego" userId="0dfa9112-9251-4882-b472-cf2dfcee09d1" providerId="ADAL" clId="{0C2B646C-07DB-42C9-8825-6D2D07EAE13D}" dt="2026-04-06T19:45:31.181" v="230" actId="1076"/>
          <ac:picMkLst>
            <pc:docMk/>
            <pc:sldMk cId="3517133405" sldId="264"/>
            <ac:picMk id="1026" creationId="{8D5621BB-3EAC-4F4A-8287-D54C0C20F205}"/>
          </ac:picMkLst>
        </pc:picChg>
      </pc:sldChg>
      <pc:sldChg chg="addSp delSp modSp new mod setBg">
        <pc:chgData name="Cesar Augusto Lopez Gallego" userId="0dfa9112-9251-4882-b472-cf2dfcee09d1" providerId="ADAL" clId="{0C2B646C-07DB-42C9-8825-6D2D07EAE13D}" dt="2026-04-06T23:11:57.527" v="1672"/>
        <pc:sldMkLst>
          <pc:docMk/>
          <pc:sldMk cId="3279034143" sldId="265"/>
        </pc:sldMkLst>
        <pc:spChg chg="del">
          <ac:chgData name="Cesar Augusto Lopez Gallego" userId="0dfa9112-9251-4882-b472-cf2dfcee09d1" providerId="ADAL" clId="{0C2B646C-07DB-42C9-8825-6D2D07EAE13D}" dt="2026-04-06T19:40:21.751" v="107" actId="478"/>
          <ac:spMkLst>
            <pc:docMk/>
            <pc:sldMk cId="3279034143" sldId="265"/>
            <ac:spMk id="2" creationId="{F07489E7-9CC7-414B-B2AD-42E41292E4CD}"/>
          </ac:spMkLst>
        </pc:spChg>
        <pc:spChg chg="del">
          <ac:chgData name="Cesar Augusto Lopez Gallego" userId="0dfa9112-9251-4882-b472-cf2dfcee09d1" providerId="ADAL" clId="{0C2B646C-07DB-42C9-8825-6D2D07EAE13D}" dt="2026-04-06T19:40:21.751" v="107" actId="478"/>
          <ac:spMkLst>
            <pc:docMk/>
            <pc:sldMk cId="3279034143" sldId="265"/>
            <ac:spMk id="3" creationId="{BF3C78D6-10AE-4E95-B6F1-5FE275317131}"/>
          </ac:spMkLst>
        </pc:spChg>
        <pc:spChg chg="add mod">
          <ac:chgData name="Cesar Augusto Lopez Gallego" userId="0dfa9112-9251-4882-b472-cf2dfcee09d1" providerId="ADAL" clId="{0C2B646C-07DB-42C9-8825-6D2D07EAE13D}" dt="2026-04-06T19:45:43.034" v="235"/>
          <ac:spMkLst>
            <pc:docMk/>
            <pc:sldMk cId="3279034143" sldId="265"/>
            <ac:spMk id="16" creationId="{98CBA189-9BD4-4742-B070-8E857ABFC871}"/>
          </ac:spMkLst>
        </pc:spChg>
        <pc:picChg chg="add del mod">
          <ac:chgData name="Cesar Augusto Lopez Gallego" userId="0dfa9112-9251-4882-b472-cf2dfcee09d1" providerId="ADAL" clId="{0C2B646C-07DB-42C9-8825-6D2D07EAE13D}" dt="2026-04-06T19:41:14.343" v="122" actId="478"/>
          <ac:picMkLst>
            <pc:docMk/>
            <pc:sldMk cId="3279034143" sldId="265"/>
            <ac:picMk id="5" creationId="{A766FD0D-7D90-4585-9352-75555D61F88A}"/>
          </ac:picMkLst>
        </pc:picChg>
        <pc:picChg chg="add del mod">
          <ac:chgData name="Cesar Augusto Lopez Gallego" userId="0dfa9112-9251-4882-b472-cf2dfcee09d1" providerId="ADAL" clId="{0C2B646C-07DB-42C9-8825-6D2D07EAE13D}" dt="2026-04-06T19:41:14.343" v="122" actId="478"/>
          <ac:picMkLst>
            <pc:docMk/>
            <pc:sldMk cId="3279034143" sldId="265"/>
            <ac:picMk id="7" creationId="{871A47F9-5B0D-4664-9EE8-565865A382A2}"/>
          </ac:picMkLst>
        </pc:picChg>
        <pc:picChg chg="add del mod">
          <ac:chgData name="Cesar Augusto Lopez Gallego" userId="0dfa9112-9251-4882-b472-cf2dfcee09d1" providerId="ADAL" clId="{0C2B646C-07DB-42C9-8825-6D2D07EAE13D}" dt="2026-04-06T19:41:33.423" v="126" actId="478"/>
          <ac:picMkLst>
            <pc:docMk/>
            <pc:sldMk cId="3279034143" sldId="265"/>
            <ac:picMk id="9" creationId="{2F195AC7-29D5-4C26-832B-2C3471F73CE4}"/>
          </ac:picMkLst>
        </pc:picChg>
        <pc:picChg chg="add mod">
          <ac:chgData name="Cesar Augusto Lopez Gallego" userId="0dfa9112-9251-4882-b472-cf2dfcee09d1" providerId="ADAL" clId="{0C2B646C-07DB-42C9-8825-6D2D07EAE13D}" dt="2026-04-06T19:43:32.524" v="166" actId="1076"/>
          <ac:picMkLst>
            <pc:docMk/>
            <pc:sldMk cId="3279034143" sldId="265"/>
            <ac:picMk id="11" creationId="{134A6040-66D7-4235-884C-207F8A8F8468}"/>
          </ac:picMkLst>
        </pc:picChg>
        <pc:picChg chg="add mod">
          <ac:chgData name="Cesar Augusto Lopez Gallego" userId="0dfa9112-9251-4882-b472-cf2dfcee09d1" providerId="ADAL" clId="{0C2B646C-07DB-42C9-8825-6D2D07EAE13D}" dt="2026-04-06T19:43:28.512" v="165" actId="1582"/>
          <ac:picMkLst>
            <pc:docMk/>
            <pc:sldMk cId="3279034143" sldId="265"/>
            <ac:picMk id="13" creationId="{7ABBF7FE-EEFC-4317-8B6E-DDD4CAA19B30}"/>
          </ac:picMkLst>
        </pc:picChg>
        <pc:picChg chg="add mod">
          <ac:chgData name="Cesar Augusto Lopez Gallego" userId="0dfa9112-9251-4882-b472-cf2dfcee09d1" providerId="ADAL" clId="{0C2B646C-07DB-42C9-8825-6D2D07EAE13D}" dt="2026-04-06T19:43:28.512" v="165" actId="1582"/>
          <ac:picMkLst>
            <pc:docMk/>
            <pc:sldMk cId="3279034143" sldId="265"/>
            <ac:picMk id="15" creationId="{7F43E346-DA74-480F-A76D-529F295301F7}"/>
          </ac:picMkLst>
        </pc:picChg>
      </pc:sldChg>
      <pc:sldChg chg="delSp del mod">
        <pc:chgData name="Cesar Augusto Lopez Gallego" userId="0dfa9112-9251-4882-b472-cf2dfcee09d1" providerId="ADAL" clId="{0C2B646C-07DB-42C9-8825-6D2D07EAE13D}" dt="2026-04-06T16:09:17.195" v="11" actId="47"/>
        <pc:sldMkLst>
          <pc:docMk/>
          <pc:sldMk cId="3963639589" sldId="265"/>
        </pc:sldMkLst>
        <pc:spChg chg="del">
          <ac:chgData name="Cesar Augusto Lopez Gallego" userId="0dfa9112-9251-4882-b472-cf2dfcee09d1" providerId="ADAL" clId="{0C2B646C-07DB-42C9-8825-6D2D07EAE13D}" dt="2026-04-06T16:09:14.944" v="10" actId="21"/>
          <ac:spMkLst>
            <pc:docMk/>
            <pc:sldMk cId="3963639589" sldId="265"/>
            <ac:spMk id="5" creationId="{C288E1FD-2A4F-4DB6-9050-C42116F0D2FA}"/>
          </ac:spMkLst>
        </pc:spChg>
      </pc:sldChg>
      <pc:sldChg chg="addSp modSp add mod setBg">
        <pc:chgData name="Cesar Augusto Lopez Gallego" userId="0dfa9112-9251-4882-b472-cf2dfcee09d1" providerId="ADAL" clId="{0C2B646C-07DB-42C9-8825-6D2D07EAE13D}" dt="2026-04-06T23:23:23.485" v="1966" actId="115"/>
        <pc:sldMkLst>
          <pc:docMk/>
          <pc:sldMk cId="434751333" sldId="266"/>
        </pc:sldMkLst>
        <pc:spChg chg="mod">
          <ac:chgData name="Cesar Augusto Lopez Gallego" userId="0dfa9112-9251-4882-b472-cf2dfcee09d1" providerId="ADAL" clId="{0C2B646C-07DB-42C9-8825-6D2D07EAE13D}" dt="2026-04-06T23:23:23.485" v="1966" actId="115"/>
          <ac:spMkLst>
            <pc:docMk/>
            <pc:sldMk cId="434751333" sldId="266"/>
            <ac:spMk id="6" creationId="{DD5291C9-7FB5-4F11-9EA1-20E64E6A20D0}"/>
          </ac:spMkLst>
        </pc:spChg>
        <pc:picChg chg="add mod ord">
          <ac:chgData name="Cesar Augusto Lopez Gallego" userId="0dfa9112-9251-4882-b472-cf2dfcee09d1" providerId="ADAL" clId="{0C2B646C-07DB-42C9-8825-6D2D07EAE13D}" dt="2026-04-06T23:23:19.335" v="1965" actId="1076"/>
          <ac:picMkLst>
            <pc:docMk/>
            <pc:sldMk cId="434751333" sldId="266"/>
            <ac:picMk id="3" creationId="{06568290-CD8F-48B9-865D-7383BA0A8AFF}"/>
          </ac:picMkLst>
        </pc:picChg>
      </pc:sldChg>
      <pc:sldChg chg="addSp delSp modSp new del mod">
        <pc:chgData name="Cesar Augusto Lopez Gallego" userId="0dfa9112-9251-4882-b472-cf2dfcee09d1" providerId="ADAL" clId="{0C2B646C-07DB-42C9-8825-6D2D07EAE13D}" dt="2026-04-06T20:46:19.582" v="706" actId="2696"/>
        <pc:sldMkLst>
          <pc:docMk/>
          <pc:sldMk cId="448628136" sldId="266"/>
        </pc:sldMkLst>
        <pc:spChg chg="del">
          <ac:chgData name="Cesar Augusto Lopez Gallego" userId="0dfa9112-9251-4882-b472-cf2dfcee09d1" providerId="ADAL" clId="{0C2B646C-07DB-42C9-8825-6D2D07EAE13D}" dt="2026-04-06T20:39:19.805" v="590" actId="478"/>
          <ac:spMkLst>
            <pc:docMk/>
            <pc:sldMk cId="448628136" sldId="266"/>
            <ac:spMk id="2" creationId="{9925FF08-8A48-41EF-8136-B009377C05E3}"/>
          </ac:spMkLst>
        </pc:spChg>
        <pc:spChg chg="del">
          <ac:chgData name="Cesar Augusto Lopez Gallego" userId="0dfa9112-9251-4882-b472-cf2dfcee09d1" providerId="ADAL" clId="{0C2B646C-07DB-42C9-8825-6D2D07EAE13D}" dt="2026-04-06T20:39:19.805" v="590" actId="478"/>
          <ac:spMkLst>
            <pc:docMk/>
            <pc:sldMk cId="448628136" sldId="266"/>
            <ac:spMk id="3" creationId="{1C99CDC5-E2EA-44EE-BE74-31141DAE9E70}"/>
          </ac:spMkLst>
        </pc:spChg>
        <pc:spChg chg="add mod">
          <ac:chgData name="Cesar Augusto Lopez Gallego" userId="0dfa9112-9251-4882-b472-cf2dfcee09d1" providerId="ADAL" clId="{0C2B646C-07DB-42C9-8825-6D2D07EAE13D}" dt="2026-04-06T20:40:13.213" v="638" actId="20577"/>
          <ac:spMkLst>
            <pc:docMk/>
            <pc:sldMk cId="448628136" sldId="266"/>
            <ac:spMk id="4" creationId="{F9B44224-3AF9-4616-89F0-B2B6EEAD6698}"/>
          </ac:spMkLst>
        </pc:spChg>
        <pc:spChg chg="add mod">
          <ac:chgData name="Cesar Augusto Lopez Gallego" userId="0dfa9112-9251-4882-b472-cf2dfcee09d1" providerId="ADAL" clId="{0C2B646C-07DB-42C9-8825-6D2D07EAE13D}" dt="2026-04-06T20:40:45.453" v="647" actId="1076"/>
          <ac:spMkLst>
            <pc:docMk/>
            <pc:sldMk cId="448628136" sldId="266"/>
            <ac:spMk id="6" creationId="{DD5291C9-7FB5-4F11-9EA1-20E64E6A20D0}"/>
          </ac:spMkLst>
        </pc:spChg>
      </pc:sldChg>
      <pc:sldChg chg="addSp modSp add mod setBg">
        <pc:chgData name="Cesar Augusto Lopez Gallego" userId="0dfa9112-9251-4882-b472-cf2dfcee09d1" providerId="ADAL" clId="{0C2B646C-07DB-42C9-8825-6D2D07EAE13D}" dt="2026-04-06T23:23:55.772" v="1972" actId="1076"/>
        <pc:sldMkLst>
          <pc:docMk/>
          <pc:sldMk cId="1218618059" sldId="267"/>
        </pc:sldMkLst>
        <pc:spChg chg="mod">
          <ac:chgData name="Cesar Augusto Lopez Gallego" userId="0dfa9112-9251-4882-b472-cf2dfcee09d1" providerId="ADAL" clId="{0C2B646C-07DB-42C9-8825-6D2D07EAE13D}" dt="2026-04-06T23:23:54.142" v="1971" actId="1076"/>
          <ac:spMkLst>
            <pc:docMk/>
            <pc:sldMk cId="1218618059" sldId="267"/>
            <ac:spMk id="8" creationId="{B12714A7-6358-47D7-B5D1-11AAA798A081}"/>
          </ac:spMkLst>
        </pc:spChg>
        <pc:picChg chg="add mod">
          <ac:chgData name="Cesar Augusto Lopez Gallego" userId="0dfa9112-9251-4882-b472-cf2dfcee09d1" providerId="ADAL" clId="{0C2B646C-07DB-42C9-8825-6D2D07EAE13D}" dt="2026-04-06T23:23:55.772" v="1972" actId="1076"/>
          <ac:picMkLst>
            <pc:docMk/>
            <pc:sldMk cId="1218618059" sldId="267"/>
            <ac:picMk id="3" creationId="{037CB833-70DA-4E95-875B-E7E5D5C602C0}"/>
          </ac:picMkLst>
        </pc:picChg>
      </pc:sldChg>
      <pc:sldChg chg="addSp delSp modSp new del mod">
        <pc:chgData name="Cesar Augusto Lopez Gallego" userId="0dfa9112-9251-4882-b472-cf2dfcee09d1" providerId="ADAL" clId="{0C2B646C-07DB-42C9-8825-6D2D07EAE13D}" dt="2026-04-06T20:46:19.582" v="706" actId="2696"/>
        <pc:sldMkLst>
          <pc:docMk/>
          <pc:sldMk cId="3310152509" sldId="267"/>
        </pc:sldMkLst>
        <pc:spChg chg="del">
          <ac:chgData name="Cesar Augusto Lopez Gallego" userId="0dfa9112-9251-4882-b472-cf2dfcee09d1" providerId="ADAL" clId="{0C2B646C-07DB-42C9-8825-6D2D07EAE13D}" dt="2026-04-06T20:41:08.741" v="649" actId="478"/>
          <ac:spMkLst>
            <pc:docMk/>
            <pc:sldMk cId="3310152509" sldId="267"/>
            <ac:spMk id="2" creationId="{A2C8DEAF-D648-4726-8F2E-0854DB45E0A1}"/>
          </ac:spMkLst>
        </pc:spChg>
        <pc:spChg chg="del">
          <ac:chgData name="Cesar Augusto Lopez Gallego" userId="0dfa9112-9251-4882-b472-cf2dfcee09d1" providerId="ADAL" clId="{0C2B646C-07DB-42C9-8825-6D2D07EAE13D}" dt="2026-04-06T20:41:08.741" v="649" actId="478"/>
          <ac:spMkLst>
            <pc:docMk/>
            <pc:sldMk cId="3310152509" sldId="267"/>
            <ac:spMk id="3" creationId="{95D5AC3D-1FBA-4FC5-9EDD-BA1B5B618F38}"/>
          </ac:spMkLst>
        </pc:spChg>
        <pc:spChg chg="add del">
          <ac:chgData name="Cesar Augusto Lopez Gallego" userId="0dfa9112-9251-4882-b472-cf2dfcee09d1" providerId="ADAL" clId="{0C2B646C-07DB-42C9-8825-6D2D07EAE13D}" dt="2026-04-06T20:41:28.488" v="651" actId="22"/>
          <ac:spMkLst>
            <pc:docMk/>
            <pc:sldMk cId="3310152509" sldId="267"/>
            <ac:spMk id="5" creationId="{73313EF5-343B-4070-AC66-C05D9C65014F}"/>
          </ac:spMkLst>
        </pc:spChg>
        <pc:spChg chg="add mod">
          <ac:chgData name="Cesar Augusto Lopez Gallego" userId="0dfa9112-9251-4882-b472-cf2dfcee09d1" providerId="ADAL" clId="{0C2B646C-07DB-42C9-8825-6D2D07EAE13D}" dt="2026-04-06T20:41:46.468" v="679" actId="20577"/>
          <ac:spMkLst>
            <pc:docMk/>
            <pc:sldMk cId="3310152509" sldId="267"/>
            <ac:spMk id="6" creationId="{C20A92DD-4FFC-49F9-A4A8-734E136E6EBC}"/>
          </ac:spMkLst>
        </pc:spChg>
        <pc:spChg chg="add mod">
          <ac:chgData name="Cesar Augusto Lopez Gallego" userId="0dfa9112-9251-4882-b472-cf2dfcee09d1" providerId="ADAL" clId="{0C2B646C-07DB-42C9-8825-6D2D07EAE13D}" dt="2026-04-06T20:42:12.300" v="687" actId="1076"/>
          <ac:spMkLst>
            <pc:docMk/>
            <pc:sldMk cId="3310152509" sldId="267"/>
            <ac:spMk id="8" creationId="{B12714A7-6358-47D7-B5D1-11AAA798A081}"/>
          </ac:spMkLst>
        </pc:spChg>
      </pc:sldChg>
      <pc:sldChg chg="addSp delSp modSp add del mod">
        <pc:chgData name="Cesar Augusto Lopez Gallego" userId="0dfa9112-9251-4882-b472-cf2dfcee09d1" providerId="ADAL" clId="{0C2B646C-07DB-42C9-8825-6D2D07EAE13D}" dt="2026-04-06T20:46:19.582" v="706" actId="2696"/>
        <pc:sldMkLst>
          <pc:docMk/>
          <pc:sldMk cId="1017644298" sldId="268"/>
        </pc:sldMkLst>
        <pc:spChg chg="add mod">
          <ac:chgData name="Cesar Augusto Lopez Gallego" userId="0dfa9112-9251-4882-b472-cf2dfcee09d1" providerId="ADAL" clId="{0C2B646C-07DB-42C9-8825-6D2D07EAE13D}" dt="2026-04-06T20:45:13.911" v="704" actId="14100"/>
          <ac:spMkLst>
            <pc:docMk/>
            <pc:sldMk cId="1017644298" sldId="268"/>
            <ac:spMk id="5" creationId="{0AC18F1B-8958-4593-90BC-D7C9B8F35FE1}"/>
          </ac:spMkLst>
        </pc:spChg>
        <pc:spChg chg="mod">
          <ac:chgData name="Cesar Augusto Lopez Gallego" userId="0dfa9112-9251-4882-b472-cf2dfcee09d1" providerId="ADAL" clId="{0C2B646C-07DB-42C9-8825-6D2D07EAE13D}" dt="2026-04-06T20:43:43.645" v="692"/>
          <ac:spMkLst>
            <pc:docMk/>
            <pc:sldMk cId="1017644298" sldId="268"/>
            <ac:spMk id="6" creationId="{C20A92DD-4FFC-49F9-A4A8-734E136E6EBC}"/>
          </ac:spMkLst>
        </pc:spChg>
        <pc:spChg chg="del">
          <ac:chgData name="Cesar Augusto Lopez Gallego" userId="0dfa9112-9251-4882-b472-cf2dfcee09d1" providerId="ADAL" clId="{0C2B646C-07DB-42C9-8825-6D2D07EAE13D}" dt="2026-04-06T20:43:32.437" v="689" actId="478"/>
          <ac:spMkLst>
            <pc:docMk/>
            <pc:sldMk cId="1017644298" sldId="268"/>
            <ac:spMk id="8" creationId="{B12714A7-6358-47D7-B5D1-11AAA798A081}"/>
          </ac:spMkLst>
        </pc:spChg>
      </pc:sldChg>
      <pc:sldChg chg="addSp delSp modSp add mod setBg">
        <pc:chgData name="Cesar Augusto Lopez Gallego" userId="0dfa9112-9251-4882-b472-cf2dfcee09d1" providerId="ADAL" clId="{0C2B646C-07DB-42C9-8825-6D2D07EAE13D}" dt="2026-04-06T23:25:08.853" v="1983" actId="1076"/>
        <pc:sldMkLst>
          <pc:docMk/>
          <pc:sldMk cId="3884084391" sldId="268"/>
        </pc:sldMkLst>
        <pc:spChg chg="mod">
          <ac:chgData name="Cesar Augusto Lopez Gallego" userId="0dfa9112-9251-4882-b472-cf2dfcee09d1" providerId="ADAL" clId="{0C2B646C-07DB-42C9-8825-6D2D07EAE13D}" dt="2026-04-06T23:25:06.275" v="1979" actId="1076"/>
          <ac:spMkLst>
            <pc:docMk/>
            <pc:sldMk cId="3884084391" sldId="268"/>
            <ac:spMk id="5" creationId="{0AC18F1B-8958-4593-90BC-D7C9B8F35FE1}"/>
          </ac:spMkLst>
        </pc:spChg>
        <pc:picChg chg="add del mod">
          <ac:chgData name="Cesar Augusto Lopez Gallego" userId="0dfa9112-9251-4882-b472-cf2dfcee09d1" providerId="ADAL" clId="{0C2B646C-07DB-42C9-8825-6D2D07EAE13D}" dt="2026-04-06T23:24:27.274" v="1975" actId="478"/>
          <ac:picMkLst>
            <pc:docMk/>
            <pc:sldMk cId="3884084391" sldId="268"/>
            <ac:picMk id="3" creationId="{1C66B4FE-D420-4D7B-A3F4-84EE291452E8}"/>
          </ac:picMkLst>
        </pc:picChg>
        <pc:picChg chg="add mod">
          <ac:chgData name="Cesar Augusto Lopez Gallego" userId="0dfa9112-9251-4882-b472-cf2dfcee09d1" providerId="ADAL" clId="{0C2B646C-07DB-42C9-8825-6D2D07EAE13D}" dt="2026-04-06T23:25:08.853" v="1983" actId="1076"/>
          <ac:picMkLst>
            <pc:docMk/>
            <pc:sldMk cId="3884084391" sldId="268"/>
            <ac:picMk id="7" creationId="{43DD1A17-7BA0-4E95-8588-B6E7CC8F3500}"/>
          </ac:picMkLst>
        </pc:picChg>
      </pc:sldChg>
      <pc:sldChg chg="addSp delSp modSp new mod setBg">
        <pc:chgData name="Cesar Augusto Lopez Gallego" userId="0dfa9112-9251-4882-b472-cf2dfcee09d1" providerId="ADAL" clId="{0C2B646C-07DB-42C9-8825-6D2D07EAE13D}" dt="2026-04-06T23:26:17.147" v="1988" actId="1076"/>
        <pc:sldMkLst>
          <pc:docMk/>
          <pc:sldMk cId="1028143568" sldId="269"/>
        </pc:sldMkLst>
        <pc:spChg chg="del">
          <ac:chgData name="Cesar Augusto Lopez Gallego" userId="0dfa9112-9251-4882-b472-cf2dfcee09d1" providerId="ADAL" clId="{0C2B646C-07DB-42C9-8825-6D2D07EAE13D}" dt="2026-04-06T20:46:56.122" v="709" actId="478"/>
          <ac:spMkLst>
            <pc:docMk/>
            <pc:sldMk cId="1028143568" sldId="269"/>
            <ac:spMk id="2" creationId="{D289D435-0E9B-4A3B-BA14-3A5C76DE3F28}"/>
          </ac:spMkLst>
        </pc:spChg>
        <pc:spChg chg="del">
          <ac:chgData name="Cesar Augusto Lopez Gallego" userId="0dfa9112-9251-4882-b472-cf2dfcee09d1" providerId="ADAL" clId="{0C2B646C-07DB-42C9-8825-6D2D07EAE13D}" dt="2026-04-06T20:46:56.122" v="709" actId="478"/>
          <ac:spMkLst>
            <pc:docMk/>
            <pc:sldMk cId="1028143568" sldId="269"/>
            <ac:spMk id="3" creationId="{83E23596-C414-4344-A8A0-DF6D1B81BD1F}"/>
          </ac:spMkLst>
        </pc:spChg>
        <pc:spChg chg="add mod">
          <ac:chgData name="Cesar Augusto Lopez Gallego" userId="0dfa9112-9251-4882-b472-cf2dfcee09d1" providerId="ADAL" clId="{0C2B646C-07DB-42C9-8825-6D2D07EAE13D}" dt="2026-04-06T20:47:11.900" v="737" actId="20577"/>
          <ac:spMkLst>
            <pc:docMk/>
            <pc:sldMk cId="1028143568" sldId="269"/>
            <ac:spMk id="4" creationId="{47479144-36B0-4205-B53F-1EFC60AE61F5}"/>
          </ac:spMkLst>
        </pc:spChg>
        <pc:spChg chg="add mod">
          <ac:chgData name="Cesar Augusto Lopez Gallego" userId="0dfa9112-9251-4882-b472-cf2dfcee09d1" providerId="ADAL" clId="{0C2B646C-07DB-42C9-8825-6D2D07EAE13D}" dt="2026-04-06T23:25:18.835" v="1984" actId="1076"/>
          <ac:spMkLst>
            <pc:docMk/>
            <pc:sldMk cId="1028143568" sldId="269"/>
            <ac:spMk id="6" creationId="{A5FBA6A8-E13A-4D65-B26F-E15B13D84187}"/>
          </ac:spMkLst>
        </pc:spChg>
        <pc:picChg chg="add mod">
          <ac:chgData name="Cesar Augusto Lopez Gallego" userId="0dfa9112-9251-4882-b472-cf2dfcee09d1" providerId="ADAL" clId="{0C2B646C-07DB-42C9-8825-6D2D07EAE13D}" dt="2026-04-06T23:26:17.147" v="1988" actId="1076"/>
          <ac:picMkLst>
            <pc:docMk/>
            <pc:sldMk cId="1028143568" sldId="269"/>
            <ac:picMk id="8" creationId="{9B680C5C-6D9E-4927-85E2-A2CBFA5775BF}"/>
          </ac:picMkLst>
        </pc:picChg>
      </pc:sldChg>
      <pc:sldChg chg="addSp delSp modSp new mod setBg">
        <pc:chgData name="Cesar Augusto Lopez Gallego" userId="0dfa9112-9251-4882-b472-cf2dfcee09d1" providerId="ADAL" clId="{0C2B646C-07DB-42C9-8825-6D2D07EAE13D}" dt="2026-04-06T23:26:54.584" v="1994" actId="14100"/>
        <pc:sldMkLst>
          <pc:docMk/>
          <pc:sldMk cId="1790857240" sldId="270"/>
        </pc:sldMkLst>
        <pc:spChg chg="del">
          <ac:chgData name="Cesar Augusto Lopez Gallego" userId="0dfa9112-9251-4882-b472-cf2dfcee09d1" providerId="ADAL" clId="{0C2B646C-07DB-42C9-8825-6D2D07EAE13D}" dt="2026-04-06T20:51:07.699" v="756" actId="478"/>
          <ac:spMkLst>
            <pc:docMk/>
            <pc:sldMk cId="1790857240" sldId="270"/>
            <ac:spMk id="2" creationId="{EC9F3191-738B-480F-9C5F-C820873C9F33}"/>
          </ac:spMkLst>
        </pc:spChg>
        <pc:spChg chg="del">
          <ac:chgData name="Cesar Augusto Lopez Gallego" userId="0dfa9112-9251-4882-b472-cf2dfcee09d1" providerId="ADAL" clId="{0C2B646C-07DB-42C9-8825-6D2D07EAE13D}" dt="2026-04-06T20:51:07.699" v="756" actId="478"/>
          <ac:spMkLst>
            <pc:docMk/>
            <pc:sldMk cId="1790857240" sldId="270"/>
            <ac:spMk id="3" creationId="{3E7E9FF8-8258-4C5E-9EC7-D2FE34FC9637}"/>
          </ac:spMkLst>
        </pc:spChg>
        <pc:spChg chg="add del">
          <ac:chgData name="Cesar Augusto Lopez Gallego" userId="0dfa9112-9251-4882-b472-cf2dfcee09d1" providerId="ADAL" clId="{0C2B646C-07DB-42C9-8825-6D2D07EAE13D}" dt="2026-04-06T20:51:10.687" v="758" actId="22"/>
          <ac:spMkLst>
            <pc:docMk/>
            <pc:sldMk cId="1790857240" sldId="270"/>
            <ac:spMk id="5" creationId="{9454483D-D966-427C-9C62-BFDC59FBB46B}"/>
          </ac:spMkLst>
        </pc:spChg>
        <pc:spChg chg="add mod">
          <ac:chgData name="Cesar Augusto Lopez Gallego" userId="0dfa9112-9251-4882-b472-cf2dfcee09d1" providerId="ADAL" clId="{0C2B646C-07DB-42C9-8825-6D2D07EAE13D}" dt="2026-04-06T23:26:22.266" v="1989" actId="1076"/>
          <ac:spMkLst>
            <pc:docMk/>
            <pc:sldMk cId="1790857240" sldId="270"/>
            <ac:spMk id="7" creationId="{15D4A5B0-0131-4E64-B8FF-AE9C2F6E0077}"/>
          </ac:spMkLst>
        </pc:spChg>
        <pc:spChg chg="add mod">
          <ac:chgData name="Cesar Augusto Lopez Gallego" userId="0dfa9112-9251-4882-b472-cf2dfcee09d1" providerId="ADAL" clId="{0C2B646C-07DB-42C9-8825-6D2D07EAE13D}" dt="2026-04-06T20:51:52.474" v="801" actId="20577"/>
          <ac:spMkLst>
            <pc:docMk/>
            <pc:sldMk cId="1790857240" sldId="270"/>
            <ac:spMk id="8" creationId="{BE4015A0-A779-44C8-A801-96B447D4C638}"/>
          </ac:spMkLst>
        </pc:spChg>
        <pc:picChg chg="add mod">
          <ac:chgData name="Cesar Augusto Lopez Gallego" userId="0dfa9112-9251-4882-b472-cf2dfcee09d1" providerId="ADAL" clId="{0C2B646C-07DB-42C9-8825-6D2D07EAE13D}" dt="2026-04-06T23:26:54.584" v="1994" actId="14100"/>
          <ac:picMkLst>
            <pc:docMk/>
            <pc:sldMk cId="1790857240" sldId="270"/>
            <ac:picMk id="10" creationId="{4189AA20-A59B-465E-9372-E003E964A4BA}"/>
          </ac:picMkLst>
        </pc:picChg>
      </pc:sldChg>
      <pc:sldChg chg="addSp delSp modSp new mod setBg">
        <pc:chgData name="Cesar Augusto Lopez Gallego" userId="0dfa9112-9251-4882-b472-cf2dfcee09d1" providerId="ADAL" clId="{0C2B646C-07DB-42C9-8825-6D2D07EAE13D}" dt="2026-04-06T23:11:59.533" v="1675"/>
        <pc:sldMkLst>
          <pc:docMk/>
          <pc:sldMk cId="259201893" sldId="271"/>
        </pc:sldMkLst>
        <pc:spChg chg="del">
          <ac:chgData name="Cesar Augusto Lopez Gallego" userId="0dfa9112-9251-4882-b472-cf2dfcee09d1" providerId="ADAL" clId="{0C2B646C-07DB-42C9-8825-6D2D07EAE13D}" dt="2026-04-06T20:53:57.283" v="806" actId="478"/>
          <ac:spMkLst>
            <pc:docMk/>
            <pc:sldMk cId="259201893" sldId="271"/>
            <ac:spMk id="2" creationId="{D3D26EF8-112A-4408-B8A5-E356EA85F8EB}"/>
          </ac:spMkLst>
        </pc:spChg>
        <pc:spChg chg="del">
          <ac:chgData name="Cesar Augusto Lopez Gallego" userId="0dfa9112-9251-4882-b472-cf2dfcee09d1" providerId="ADAL" clId="{0C2B646C-07DB-42C9-8825-6D2D07EAE13D}" dt="2026-04-06T20:53:57.283" v="806" actId="478"/>
          <ac:spMkLst>
            <pc:docMk/>
            <pc:sldMk cId="259201893" sldId="271"/>
            <ac:spMk id="3" creationId="{79A49F36-43FB-4B03-85B5-F0E020660508}"/>
          </ac:spMkLst>
        </pc:spChg>
        <pc:spChg chg="add mod">
          <ac:chgData name="Cesar Augusto Lopez Gallego" userId="0dfa9112-9251-4882-b472-cf2dfcee09d1" providerId="ADAL" clId="{0C2B646C-07DB-42C9-8825-6D2D07EAE13D}" dt="2026-04-06T21:01:08.314" v="863" actId="1076"/>
          <ac:spMkLst>
            <pc:docMk/>
            <pc:sldMk cId="259201893" sldId="271"/>
            <ac:spMk id="4" creationId="{CD5CEF40-845F-489A-A103-6BF475F3502A}"/>
          </ac:spMkLst>
        </pc:spChg>
        <pc:spChg chg="add mod">
          <ac:chgData name="Cesar Augusto Lopez Gallego" userId="0dfa9112-9251-4882-b472-cf2dfcee09d1" providerId="ADAL" clId="{0C2B646C-07DB-42C9-8825-6D2D07EAE13D}" dt="2026-04-06T21:01:27.291" v="868" actId="20577"/>
          <ac:spMkLst>
            <pc:docMk/>
            <pc:sldMk cId="259201893" sldId="271"/>
            <ac:spMk id="6" creationId="{B03B9E8F-C561-4FA9-9F53-06194544B192}"/>
          </ac:spMkLst>
        </pc:spChg>
        <pc:spChg chg="add mod">
          <ac:chgData name="Cesar Augusto Lopez Gallego" userId="0dfa9112-9251-4882-b472-cf2dfcee09d1" providerId="ADAL" clId="{0C2B646C-07DB-42C9-8825-6D2D07EAE13D}" dt="2026-04-06T21:01:13.643" v="864" actId="20577"/>
          <ac:spMkLst>
            <pc:docMk/>
            <pc:sldMk cId="259201893" sldId="271"/>
            <ac:spMk id="8" creationId="{F9639A10-4C5E-4D70-A53A-E70DE522B598}"/>
          </ac:spMkLst>
        </pc:spChg>
        <pc:spChg chg="add mod">
          <ac:chgData name="Cesar Augusto Lopez Gallego" userId="0dfa9112-9251-4882-b472-cf2dfcee09d1" providerId="ADAL" clId="{0C2B646C-07DB-42C9-8825-6D2D07EAE13D}" dt="2026-04-06T21:01:02.656" v="862" actId="13926"/>
          <ac:spMkLst>
            <pc:docMk/>
            <pc:sldMk cId="259201893" sldId="271"/>
            <ac:spMk id="10" creationId="{1A117405-D3C0-4DC8-BE0F-E8BCF466B987}"/>
          </ac:spMkLst>
        </pc:spChg>
      </pc:sldChg>
      <pc:sldChg chg="new del">
        <pc:chgData name="Cesar Augusto Lopez Gallego" userId="0dfa9112-9251-4882-b472-cf2dfcee09d1" providerId="ADAL" clId="{0C2B646C-07DB-42C9-8825-6D2D07EAE13D}" dt="2026-04-06T21:05:33.179" v="871" actId="47"/>
        <pc:sldMkLst>
          <pc:docMk/>
          <pc:sldMk cId="1399613209" sldId="272"/>
        </pc:sldMkLst>
      </pc:sldChg>
      <pc:sldChg chg="addSp delSp modSp add mod setBg">
        <pc:chgData name="Cesar Augusto Lopez Gallego" userId="0dfa9112-9251-4882-b472-cf2dfcee09d1" providerId="ADAL" clId="{0C2B646C-07DB-42C9-8825-6D2D07EAE13D}" dt="2026-04-06T23:29:53.578" v="2028" actId="14100"/>
        <pc:sldMkLst>
          <pc:docMk/>
          <pc:sldMk cId="1409638390" sldId="272"/>
        </pc:sldMkLst>
        <pc:spChg chg="mod">
          <ac:chgData name="Cesar Augusto Lopez Gallego" userId="0dfa9112-9251-4882-b472-cf2dfcee09d1" providerId="ADAL" clId="{0C2B646C-07DB-42C9-8825-6D2D07EAE13D}" dt="2026-04-06T21:05:53.722" v="925" actId="20577"/>
          <ac:spMkLst>
            <pc:docMk/>
            <pc:sldMk cId="1409638390" sldId="272"/>
            <ac:spMk id="4" creationId="{CD5CEF40-845F-489A-A103-6BF475F3502A}"/>
          </ac:spMkLst>
        </pc:spChg>
        <pc:spChg chg="del">
          <ac:chgData name="Cesar Augusto Lopez Gallego" userId="0dfa9112-9251-4882-b472-cf2dfcee09d1" providerId="ADAL" clId="{0C2B646C-07DB-42C9-8825-6D2D07EAE13D}" dt="2026-04-06T21:05:57.716" v="926" actId="478"/>
          <ac:spMkLst>
            <pc:docMk/>
            <pc:sldMk cId="1409638390" sldId="272"/>
            <ac:spMk id="6" creationId="{B03B9E8F-C561-4FA9-9F53-06194544B192}"/>
          </ac:spMkLst>
        </pc:spChg>
        <pc:spChg chg="add mod">
          <ac:chgData name="Cesar Augusto Lopez Gallego" userId="0dfa9112-9251-4882-b472-cf2dfcee09d1" providerId="ADAL" clId="{0C2B646C-07DB-42C9-8825-6D2D07EAE13D}" dt="2026-04-06T21:07:49.569" v="955" actId="20577"/>
          <ac:spMkLst>
            <pc:docMk/>
            <pc:sldMk cId="1409638390" sldId="272"/>
            <ac:spMk id="7" creationId="{32F0F0F5-C3C2-4415-8397-BA67E8A93FD7}"/>
          </ac:spMkLst>
        </pc:spChg>
        <pc:spChg chg="del">
          <ac:chgData name="Cesar Augusto Lopez Gallego" userId="0dfa9112-9251-4882-b472-cf2dfcee09d1" providerId="ADAL" clId="{0C2B646C-07DB-42C9-8825-6D2D07EAE13D}" dt="2026-04-06T21:05:57.716" v="926" actId="478"/>
          <ac:spMkLst>
            <pc:docMk/>
            <pc:sldMk cId="1409638390" sldId="272"/>
            <ac:spMk id="8" creationId="{F9639A10-4C5E-4D70-A53A-E70DE522B598}"/>
          </ac:spMkLst>
        </pc:spChg>
        <pc:spChg chg="del">
          <ac:chgData name="Cesar Augusto Lopez Gallego" userId="0dfa9112-9251-4882-b472-cf2dfcee09d1" providerId="ADAL" clId="{0C2B646C-07DB-42C9-8825-6D2D07EAE13D}" dt="2026-04-06T21:05:57.716" v="926" actId="478"/>
          <ac:spMkLst>
            <pc:docMk/>
            <pc:sldMk cId="1409638390" sldId="272"/>
            <ac:spMk id="10" creationId="{1A117405-D3C0-4DC8-BE0F-E8BCF466B987}"/>
          </ac:spMkLst>
        </pc:spChg>
        <pc:picChg chg="add mod">
          <ac:chgData name="Cesar Augusto Lopez Gallego" userId="0dfa9112-9251-4882-b472-cf2dfcee09d1" providerId="ADAL" clId="{0C2B646C-07DB-42C9-8825-6D2D07EAE13D}" dt="2026-04-06T23:29:53.578" v="2028" actId="14100"/>
          <ac:picMkLst>
            <pc:docMk/>
            <pc:sldMk cId="1409638390" sldId="272"/>
            <ac:picMk id="5" creationId="{BCB7755F-D2D0-43E2-9946-FB90C9148BB5}"/>
          </ac:picMkLst>
        </pc:picChg>
      </pc:sldChg>
      <pc:sldChg chg="addSp modSp add mod setBg">
        <pc:chgData name="Cesar Augusto Lopez Gallego" userId="0dfa9112-9251-4882-b472-cf2dfcee09d1" providerId="ADAL" clId="{0C2B646C-07DB-42C9-8825-6D2D07EAE13D}" dt="2026-04-06T23:30:24.490" v="2033" actId="1076"/>
        <pc:sldMkLst>
          <pc:docMk/>
          <pc:sldMk cId="12030612" sldId="273"/>
        </pc:sldMkLst>
        <pc:spChg chg="mod">
          <ac:chgData name="Cesar Augusto Lopez Gallego" userId="0dfa9112-9251-4882-b472-cf2dfcee09d1" providerId="ADAL" clId="{0C2B646C-07DB-42C9-8825-6D2D07EAE13D}" dt="2026-04-06T23:30:22.506" v="2032" actId="1076"/>
          <ac:spMkLst>
            <pc:docMk/>
            <pc:sldMk cId="12030612" sldId="273"/>
            <ac:spMk id="7" creationId="{32F0F0F5-C3C2-4415-8397-BA67E8A93FD7}"/>
          </ac:spMkLst>
        </pc:spChg>
        <pc:picChg chg="add mod">
          <ac:chgData name="Cesar Augusto Lopez Gallego" userId="0dfa9112-9251-4882-b472-cf2dfcee09d1" providerId="ADAL" clId="{0C2B646C-07DB-42C9-8825-6D2D07EAE13D}" dt="2026-04-06T23:30:24.490" v="2033" actId="1076"/>
          <ac:picMkLst>
            <pc:docMk/>
            <pc:sldMk cId="12030612" sldId="273"/>
            <ac:picMk id="3" creationId="{0E6DE017-A79C-4224-8D3A-5DB8C5DB9593}"/>
          </ac:picMkLst>
        </pc:picChg>
      </pc:sldChg>
      <pc:sldChg chg="new del">
        <pc:chgData name="Cesar Augusto Lopez Gallego" userId="0dfa9112-9251-4882-b472-cf2dfcee09d1" providerId="ADAL" clId="{0C2B646C-07DB-42C9-8825-6D2D07EAE13D}" dt="2026-04-06T21:08:28.064" v="961" actId="47"/>
        <pc:sldMkLst>
          <pc:docMk/>
          <pc:sldMk cId="1469604646" sldId="274"/>
        </pc:sldMkLst>
      </pc:sldChg>
      <pc:sldChg chg="addSp modSp add mod setBg">
        <pc:chgData name="Cesar Augusto Lopez Gallego" userId="0dfa9112-9251-4882-b472-cf2dfcee09d1" providerId="ADAL" clId="{0C2B646C-07DB-42C9-8825-6D2D07EAE13D}" dt="2026-04-06T23:30:50.151" v="2037" actId="1076"/>
        <pc:sldMkLst>
          <pc:docMk/>
          <pc:sldMk cId="4085149421" sldId="274"/>
        </pc:sldMkLst>
        <pc:spChg chg="mod">
          <ac:chgData name="Cesar Augusto Lopez Gallego" userId="0dfa9112-9251-4882-b472-cf2dfcee09d1" providerId="ADAL" clId="{0C2B646C-07DB-42C9-8825-6D2D07EAE13D}" dt="2026-04-06T23:30:50.151" v="2037" actId="1076"/>
          <ac:spMkLst>
            <pc:docMk/>
            <pc:sldMk cId="4085149421" sldId="274"/>
            <ac:spMk id="7" creationId="{32F0F0F5-C3C2-4415-8397-BA67E8A93FD7}"/>
          </ac:spMkLst>
        </pc:spChg>
        <pc:picChg chg="add mod">
          <ac:chgData name="Cesar Augusto Lopez Gallego" userId="0dfa9112-9251-4882-b472-cf2dfcee09d1" providerId="ADAL" clId="{0C2B646C-07DB-42C9-8825-6D2D07EAE13D}" dt="2026-04-06T23:30:47.466" v="2036" actId="14100"/>
          <ac:picMkLst>
            <pc:docMk/>
            <pc:sldMk cId="4085149421" sldId="274"/>
            <ac:picMk id="3" creationId="{1F5E9F7C-1422-4A7B-8243-DD354888B7AF}"/>
          </ac:picMkLst>
        </pc:picChg>
      </pc:sldChg>
      <pc:sldChg chg="addSp delSp modSp new mod setBg">
        <pc:chgData name="Cesar Augusto Lopez Gallego" userId="0dfa9112-9251-4882-b472-cf2dfcee09d1" providerId="ADAL" clId="{0C2B646C-07DB-42C9-8825-6D2D07EAE13D}" dt="2026-04-06T23:31:31.754" v="2041" actId="1076"/>
        <pc:sldMkLst>
          <pc:docMk/>
          <pc:sldMk cId="3819188889" sldId="275"/>
        </pc:sldMkLst>
        <pc:spChg chg="del">
          <ac:chgData name="Cesar Augusto Lopez Gallego" userId="0dfa9112-9251-4882-b472-cf2dfcee09d1" providerId="ADAL" clId="{0C2B646C-07DB-42C9-8825-6D2D07EAE13D}" dt="2026-04-06T22:39:36.385" v="988" actId="478"/>
          <ac:spMkLst>
            <pc:docMk/>
            <pc:sldMk cId="3819188889" sldId="275"/>
            <ac:spMk id="2" creationId="{957F75CF-F25A-4B22-99F5-F49EE1510FB0}"/>
          </ac:spMkLst>
        </pc:spChg>
        <pc:spChg chg="del">
          <ac:chgData name="Cesar Augusto Lopez Gallego" userId="0dfa9112-9251-4882-b472-cf2dfcee09d1" providerId="ADAL" clId="{0C2B646C-07DB-42C9-8825-6D2D07EAE13D}" dt="2026-04-06T22:39:36.385" v="988" actId="478"/>
          <ac:spMkLst>
            <pc:docMk/>
            <pc:sldMk cId="3819188889" sldId="275"/>
            <ac:spMk id="3" creationId="{CBDD52EE-E17C-4BE7-842F-32A823DCA56E}"/>
          </ac:spMkLst>
        </pc:spChg>
        <pc:spChg chg="add mod">
          <ac:chgData name="Cesar Augusto Lopez Gallego" userId="0dfa9112-9251-4882-b472-cf2dfcee09d1" providerId="ADAL" clId="{0C2B646C-07DB-42C9-8825-6D2D07EAE13D}" dt="2026-04-06T22:41:17.307" v="1046" actId="1076"/>
          <ac:spMkLst>
            <pc:docMk/>
            <pc:sldMk cId="3819188889" sldId="275"/>
            <ac:spMk id="5" creationId="{0F9158A7-1A60-47D4-96D7-F5F819572708}"/>
          </ac:spMkLst>
        </pc:spChg>
        <pc:spChg chg="add mod">
          <ac:chgData name="Cesar Augusto Lopez Gallego" userId="0dfa9112-9251-4882-b472-cf2dfcee09d1" providerId="ADAL" clId="{0C2B646C-07DB-42C9-8825-6D2D07EAE13D}" dt="2026-04-06T22:40:04.953" v="1010"/>
          <ac:spMkLst>
            <pc:docMk/>
            <pc:sldMk cId="3819188889" sldId="275"/>
            <ac:spMk id="6" creationId="{B232F870-EBAF-4B8D-B3C2-1A0A6D257830}"/>
          </ac:spMkLst>
        </pc:spChg>
        <pc:picChg chg="add mod">
          <ac:chgData name="Cesar Augusto Lopez Gallego" userId="0dfa9112-9251-4882-b472-cf2dfcee09d1" providerId="ADAL" clId="{0C2B646C-07DB-42C9-8825-6D2D07EAE13D}" dt="2026-04-06T23:31:31.754" v="2041" actId="1076"/>
          <ac:picMkLst>
            <pc:docMk/>
            <pc:sldMk cId="3819188889" sldId="275"/>
            <ac:picMk id="8" creationId="{9AE2739E-EF0C-45E7-A525-E1321D5384EB}"/>
          </ac:picMkLst>
        </pc:picChg>
      </pc:sldChg>
      <pc:sldChg chg="addSp delSp modSp new mod setBg">
        <pc:chgData name="Cesar Augusto Lopez Gallego" userId="0dfa9112-9251-4882-b472-cf2dfcee09d1" providerId="ADAL" clId="{0C2B646C-07DB-42C9-8825-6D2D07EAE13D}" dt="2026-04-06T23:32:40.641" v="2048" actId="1076"/>
        <pc:sldMkLst>
          <pc:docMk/>
          <pc:sldMk cId="293114626" sldId="276"/>
        </pc:sldMkLst>
        <pc:spChg chg="del">
          <ac:chgData name="Cesar Augusto Lopez Gallego" userId="0dfa9112-9251-4882-b472-cf2dfcee09d1" providerId="ADAL" clId="{0C2B646C-07DB-42C9-8825-6D2D07EAE13D}" dt="2026-04-06T22:41:23.041" v="1048" actId="478"/>
          <ac:spMkLst>
            <pc:docMk/>
            <pc:sldMk cId="293114626" sldId="276"/>
            <ac:spMk id="2" creationId="{48FE5984-5A4F-4CB7-8ABD-6E571810A677}"/>
          </ac:spMkLst>
        </pc:spChg>
        <pc:spChg chg="del">
          <ac:chgData name="Cesar Augusto Lopez Gallego" userId="0dfa9112-9251-4882-b472-cf2dfcee09d1" providerId="ADAL" clId="{0C2B646C-07DB-42C9-8825-6D2D07EAE13D}" dt="2026-04-06T22:41:23.041" v="1048" actId="478"/>
          <ac:spMkLst>
            <pc:docMk/>
            <pc:sldMk cId="293114626" sldId="276"/>
            <ac:spMk id="3" creationId="{E56226EA-3F9C-4BE9-9ECD-9109DF7F4C19}"/>
          </ac:spMkLst>
        </pc:spChg>
        <pc:spChg chg="add mod">
          <ac:chgData name="Cesar Augusto Lopez Gallego" userId="0dfa9112-9251-4882-b472-cf2dfcee09d1" providerId="ADAL" clId="{0C2B646C-07DB-42C9-8825-6D2D07EAE13D}" dt="2026-04-06T22:46:02.415" v="1216" actId="6549"/>
          <ac:spMkLst>
            <pc:docMk/>
            <pc:sldMk cId="293114626" sldId="276"/>
            <ac:spMk id="4" creationId="{35912263-4A72-46E2-A240-BA1302C20A10}"/>
          </ac:spMkLst>
        </pc:spChg>
        <pc:spChg chg="add mod">
          <ac:chgData name="Cesar Augusto Lopez Gallego" userId="0dfa9112-9251-4882-b472-cf2dfcee09d1" providerId="ADAL" clId="{0C2B646C-07DB-42C9-8825-6D2D07EAE13D}" dt="2026-04-06T23:31:46.276" v="2044" actId="115"/>
          <ac:spMkLst>
            <pc:docMk/>
            <pc:sldMk cId="293114626" sldId="276"/>
            <ac:spMk id="6" creationId="{634365BB-1626-434F-B93C-8BCA3B274829}"/>
          </ac:spMkLst>
        </pc:spChg>
        <pc:picChg chg="add mod">
          <ac:chgData name="Cesar Augusto Lopez Gallego" userId="0dfa9112-9251-4882-b472-cf2dfcee09d1" providerId="ADAL" clId="{0C2B646C-07DB-42C9-8825-6D2D07EAE13D}" dt="2026-04-06T23:32:40.641" v="2048" actId="1076"/>
          <ac:picMkLst>
            <pc:docMk/>
            <pc:sldMk cId="293114626" sldId="276"/>
            <ac:picMk id="8" creationId="{DA3BD4DC-8FE3-4FDE-B8EA-A3528201D659}"/>
          </ac:picMkLst>
        </pc:picChg>
      </pc:sldChg>
      <pc:sldChg chg="addSp delSp modSp add mod setBg">
        <pc:chgData name="Cesar Augusto Lopez Gallego" userId="0dfa9112-9251-4882-b472-cf2dfcee09d1" providerId="ADAL" clId="{0C2B646C-07DB-42C9-8825-6D2D07EAE13D}" dt="2026-04-06T23:32:51.186" v="2052" actId="1076"/>
        <pc:sldMkLst>
          <pc:docMk/>
          <pc:sldMk cId="970258909" sldId="277"/>
        </pc:sldMkLst>
        <pc:spChg chg="mod">
          <ac:chgData name="Cesar Augusto Lopez Gallego" userId="0dfa9112-9251-4882-b472-cf2dfcee09d1" providerId="ADAL" clId="{0C2B646C-07DB-42C9-8825-6D2D07EAE13D}" dt="2026-04-06T22:46:14.146" v="1221" actId="20577"/>
          <ac:spMkLst>
            <pc:docMk/>
            <pc:sldMk cId="970258909" sldId="277"/>
            <ac:spMk id="4" creationId="{35912263-4A72-46E2-A240-BA1302C20A10}"/>
          </ac:spMkLst>
        </pc:spChg>
        <pc:spChg chg="add del">
          <ac:chgData name="Cesar Augusto Lopez Gallego" userId="0dfa9112-9251-4882-b472-cf2dfcee09d1" providerId="ADAL" clId="{0C2B646C-07DB-42C9-8825-6D2D07EAE13D}" dt="2026-04-06T22:44:07.745" v="1121" actId="478"/>
          <ac:spMkLst>
            <pc:docMk/>
            <pc:sldMk cId="970258909" sldId="277"/>
            <ac:spMk id="5" creationId="{FCCA46C8-B4BD-4980-90DE-AA8B8BA44875}"/>
          </ac:spMkLst>
        </pc:spChg>
        <pc:spChg chg="del">
          <ac:chgData name="Cesar Augusto Lopez Gallego" userId="0dfa9112-9251-4882-b472-cf2dfcee09d1" providerId="ADAL" clId="{0C2B646C-07DB-42C9-8825-6D2D07EAE13D}" dt="2026-04-06T22:44:04.745" v="1119" actId="478"/>
          <ac:spMkLst>
            <pc:docMk/>
            <pc:sldMk cId="970258909" sldId="277"/>
            <ac:spMk id="6" creationId="{634365BB-1626-434F-B93C-8BCA3B274829}"/>
          </ac:spMkLst>
        </pc:spChg>
        <pc:spChg chg="add mod">
          <ac:chgData name="Cesar Augusto Lopez Gallego" userId="0dfa9112-9251-4882-b472-cf2dfcee09d1" providerId="ADAL" clId="{0C2B646C-07DB-42C9-8825-6D2D07EAE13D}" dt="2026-04-06T23:32:46.313" v="2050" actId="1076"/>
          <ac:spMkLst>
            <pc:docMk/>
            <pc:sldMk cId="970258909" sldId="277"/>
            <ac:spMk id="7" creationId="{3C36D86A-99C2-426E-883C-A1BC404CADFA}"/>
          </ac:spMkLst>
        </pc:spChg>
        <pc:picChg chg="add mod">
          <ac:chgData name="Cesar Augusto Lopez Gallego" userId="0dfa9112-9251-4882-b472-cf2dfcee09d1" providerId="ADAL" clId="{0C2B646C-07DB-42C9-8825-6D2D07EAE13D}" dt="2026-04-06T23:32:51.186" v="2052" actId="1076"/>
          <ac:picMkLst>
            <pc:docMk/>
            <pc:sldMk cId="970258909" sldId="277"/>
            <ac:picMk id="8" creationId="{D8C70ED1-9A4D-4A22-A684-8BE36E785F81}"/>
          </ac:picMkLst>
        </pc:picChg>
      </pc:sldChg>
      <pc:sldChg chg="addSp delSp modSp new mod setBg">
        <pc:chgData name="Cesar Augusto Lopez Gallego" userId="0dfa9112-9251-4882-b472-cf2dfcee09d1" providerId="ADAL" clId="{0C2B646C-07DB-42C9-8825-6D2D07EAE13D}" dt="2026-04-06T23:33:27.154" v="2060" actId="14100"/>
        <pc:sldMkLst>
          <pc:docMk/>
          <pc:sldMk cId="1796989546" sldId="278"/>
        </pc:sldMkLst>
        <pc:spChg chg="del">
          <ac:chgData name="Cesar Augusto Lopez Gallego" userId="0dfa9112-9251-4882-b472-cf2dfcee09d1" providerId="ADAL" clId="{0C2B646C-07DB-42C9-8825-6D2D07EAE13D}" dt="2026-04-06T22:47:32.767" v="1226" actId="478"/>
          <ac:spMkLst>
            <pc:docMk/>
            <pc:sldMk cId="1796989546" sldId="278"/>
            <ac:spMk id="2" creationId="{322813C9-FF34-4673-BD6C-61FDCC4B6E6A}"/>
          </ac:spMkLst>
        </pc:spChg>
        <pc:spChg chg="del">
          <ac:chgData name="Cesar Augusto Lopez Gallego" userId="0dfa9112-9251-4882-b472-cf2dfcee09d1" providerId="ADAL" clId="{0C2B646C-07DB-42C9-8825-6D2D07EAE13D}" dt="2026-04-06T22:47:32.767" v="1226" actId="478"/>
          <ac:spMkLst>
            <pc:docMk/>
            <pc:sldMk cId="1796989546" sldId="278"/>
            <ac:spMk id="3" creationId="{760F24F6-EB4C-4028-832D-DDC6D0CC516B}"/>
          </ac:spMkLst>
        </pc:spChg>
        <pc:spChg chg="add mod">
          <ac:chgData name="Cesar Augusto Lopez Gallego" userId="0dfa9112-9251-4882-b472-cf2dfcee09d1" providerId="ADAL" clId="{0C2B646C-07DB-42C9-8825-6D2D07EAE13D}" dt="2026-04-06T22:47:55.921" v="1250" actId="20577"/>
          <ac:spMkLst>
            <pc:docMk/>
            <pc:sldMk cId="1796989546" sldId="278"/>
            <ac:spMk id="4" creationId="{EEDC2D04-1DFE-4A0F-9D84-924376FC6521}"/>
          </ac:spMkLst>
        </pc:spChg>
        <pc:spChg chg="add mod">
          <ac:chgData name="Cesar Augusto Lopez Gallego" userId="0dfa9112-9251-4882-b472-cf2dfcee09d1" providerId="ADAL" clId="{0C2B646C-07DB-42C9-8825-6D2D07EAE13D}" dt="2026-04-06T23:33:27.154" v="2060" actId="14100"/>
          <ac:spMkLst>
            <pc:docMk/>
            <pc:sldMk cId="1796989546" sldId="278"/>
            <ac:spMk id="6" creationId="{A10CF915-1A0B-4D54-A393-97EA076BA7AE}"/>
          </ac:spMkLst>
        </pc:spChg>
        <pc:picChg chg="add mod">
          <ac:chgData name="Cesar Augusto Lopez Gallego" userId="0dfa9112-9251-4882-b472-cf2dfcee09d1" providerId="ADAL" clId="{0C2B646C-07DB-42C9-8825-6D2D07EAE13D}" dt="2026-04-06T23:33:24.921" v="2059" actId="1076"/>
          <ac:picMkLst>
            <pc:docMk/>
            <pc:sldMk cId="1796989546" sldId="278"/>
            <ac:picMk id="8" creationId="{B90BBD46-E3A3-4E0B-9C2F-8819DD6B068F}"/>
          </ac:picMkLst>
        </pc:picChg>
      </pc:sldChg>
      <pc:sldChg chg="addSp modSp add mod setBg">
        <pc:chgData name="Cesar Augusto Lopez Gallego" userId="0dfa9112-9251-4882-b472-cf2dfcee09d1" providerId="ADAL" clId="{0C2B646C-07DB-42C9-8825-6D2D07EAE13D}" dt="2026-04-06T23:37:57.737" v="2109" actId="1076"/>
        <pc:sldMkLst>
          <pc:docMk/>
          <pc:sldMk cId="884776235" sldId="279"/>
        </pc:sldMkLst>
        <pc:spChg chg="mod">
          <ac:chgData name="Cesar Augusto Lopez Gallego" userId="0dfa9112-9251-4882-b472-cf2dfcee09d1" providerId="ADAL" clId="{0C2B646C-07DB-42C9-8825-6D2D07EAE13D}" dt="2026-04-06T22:51:49.765" v="1370" actId="20577"/>
          <ac:spMkLst>
            <pc:docMk/>
            <pc:sldMk cId="884776235" sldId="279"/>
            <ac:spMk id="4" creationId="{EEDC2D04-1DFE-4A0F-9D84-924376FC6521}"/>
          </ac:spMkLst>
        </pc:spChg>
        <pc:spChg chg="add mod">
          <ac:chgData name="Cesar Augusto Lopez Gallego" userId="0dfa9112-9251-4882-b472-cf2dfcee09d1" providerId="ADAL" clId="{0C2B646C-07DB-42C9-8825-6D2D07EAE13D}" dt="2026-04-06T23:34:35.459" v="2067" actId="108"/>
          <ac:spMkLst>
            <pc:docMk/>
            <pc:sldMk cId="884776235" sldId="279"/>
            <ac:spMk id="5" creationId="{51C521C5-46E9-4628-989A-775A4812EFB4}"/>
          </ac:spMkLst>
        </pc:spChg>
        <pc:picChg chg="add mod">
          <ac:chgData name="Cesar Augusto Lopez Gallego" userId="0dfa9112-9251-4882-b472-cf2dfcee09d1" providerId="ADAL" clId="{0C2B646C-07DB-42C9-8825-6D2D07EAE13D}" dt="2026-04-06T23:37:57.737" v="2109" actId="1076"/>
          <ac:picMkLst>
            <pc:docMk/>
            <pc:sldMk cId="884776235" sldId="279"/>
            <ac:picMk id="6" creationId="{52627859-8AAA-42D9-BA1D-D656BA200992}"/>
          </ac:picMkLst>
        </pc:picChg>
      </pc:sldChg>
      <pc:sldChg chg="addSp modSp add mod setBg">
        <pc:chgData name="Cesar Augusto Lopez Gallego" userId="0dfa9112-9251-4882-b472-cf2dfcee09d1" providerId="ADAL" clId="{0C2B646C-07DB-42C9-8825-6D2D07EAE13D}" dt="2026-04-06T23:38:01.192" v="2111" actId="1076"/>
        <pc:sldMkLst>
          <pc:docMk/>
          <pc:sldMk cId="489508551" sldId="280"/>
        </pc:sldMkLst>
        <pc:spChg chg="mod">
          <ac:chgData name="Cesar Augusto Lopez Gallego" userId="0dfa9112-9251-4882-b472-cf2dfcee09d1" providerId="ADAL" clId="{0C2B646C-07DB-42C9-8825-6D2D07EAE13D}" dt="2026-04-06T22:56:51.109" v="1438"/>
          <ac:spMkLst>
            <pc:docMk/>
            <pc:sldMk cId="489508551" sldId="280"/>
            <ac:spMk id="4" creationId="{EEDC2D04-1DFE-4A0F-9D84-924376FC6521}"/>
          </ac:spMkLst>
        </pc:spChg>
        <pc:spChg chg="add mod">
          <ac:chgData name="Cesar Augusto Lopez Gallego" userId="0dfa9112-9251-4882-b472-cf2dfcee09d1" providerId="ADAL" clId="{0C2B646C-07DB-42C9-8825-6D2D07EAE13D}" dt="2026-04-06T23:37:08.361" v="2105" actId="1076"/>
          <ac:spMkLst>
            <pc:docMk/>
            <pc:sldMk cId="489508551" sldId="280"/>
            <ac:spMk id="5" creationId="{F1063164-D876-4AC5-8C2A-222F3082C204}"/>
          </ac:spMkLst>
        </pc:spChg>
        <pc:picChg chg="add mod">
          <ac:chgData name="Cesar Augusto Lopez Gallego" userId="0dfa9112-9251-4882-b472-cf2dfcee09d1" providerId="ADAL" clId="{0C2B646C-07DB-42C9-8825-6D2D07EAE13D}" dt="2026-04-06T23:38:01.192" v="2111" actId="1076"/>
          <ac:picMkLst>
            <pc:docMk/>
            <pc:sldMk cId="489508551" sldId="280"/>
            <ac:picMk id="6" creationId="{1119D920-7599-4F96-9935-04BFB2FC02AC}"/>
          </ac:picMkLst>
        </pc:picChg>
      </pc:sldChg>
      <pc:sldChg chg="addSp modSp add mod setBg">
        <pc:chgData name="Cesar Augusto Lopez Gallego" userId="0dfa9112-9251-4882-b472-cf2dfcee09d1" providerId="ADAL" clId="{0C2B646C-07DB-42C9-8825-6D2D07EAE13D}" dt="2026-04-06T23:38:32.973" v="2116" actId="1076"/>
        <pc:sldMkLst>
          <pc:docMk/>
          <pc:sldMk cId="2230992061" sldId="281"/>
        </pc:sldMkLst>
        <pc:spChg chg="mod">
          <ac:chgData name="Cesar Augusto Lopez Gallego" userId="0dfa9112-9251-4882-b472-cf2dfcee09d1" providerId="ADAL" clId="{0C2B646C-07DB-42C9-8825-6D2D07EAE13D}" dt="2026-04-06T22:58:06.237" v="1521" actId="14100"/>
          <ac:spMkLst>
            <pc:docMk/>
            <pc:sldMk cId="2230992061" sldId="281"/>
            <ac:spMk id="4" creationId="{EEDC2D04-1DFE-4A0F-9D84-924376FC6521}"/>
          </ac:spMkLst>
        </pc:spChg>
        <pc:spChg chg="add mod">
          <ac:chgData name="Cesar Augusto Lopez Gallego" userId="0dfa9112-9251-4882-b472-cf2dfcee09d1" providerId="ADAL" clId="{0C2B646C-07DB-42C9-8825-6D2D07EAE13D}" dt="2026-04-06T23:38:31.632" v="2115" actId="1076"/>
          <ac:spMkLst>
            <pc:docMk/>
            <pc:sldMk cId="2230992061" sldId="281"/>
            <ac:spMk id="5" creationId="{864D2FEC-DBDE-476D-BE35-725BFCB73804}"/>
          </ac:spMkLst>
        </pc:spChg>
        <pc:picChg chg="add mod">
          <ac:chgData name="Cesar Augusto Lopez Gallego" userId="0dfa9112-9251-4882-b472-cf2dfcee09d1" providerId="ADAL" clId="{0C2B646C-07DB-42C9-8825-6D2D07EAE13D}" dt="2026-04-06T23:38:32.973" v="2116" actId="1076"/>
          <ac:picMkLst>
            <pc:docMk/>
            <pc:sldMk cId="2230992061" sldId="281"/>
            <ac:picMk id="6" creationId="{2E76DC13-786A-45CC-949B-B32FDD15BFCC}"/>
          </ac:picMkLst>
        </pc:picChg>
      </pc:sldChg>
      <pc:sldChg chg="addSp modSp add mod setBg">
        <pc:chgData name="Cesar Augusto Lopez Gallego" userId="0dfa9112-9251-4882-b472-cf2dfcee09d1" providerId="ADAL" clId="{0C2B646C-07DB-42C9-8825-6D2D07EAE13D}" dt="2026-04-06T23:40:52.152" v="2133" actId="14100"/>
        <pc:sldMkLst>
          <pc:docMk/>
          <pc:sldMk cId="1676996734" sldId="282"/>
        </pc:sldMkLst>
        <pc:spChg chg="add mod">
          <ac:chgData name="Cesar Augusto Lopez Gallego" userId="0dfa9112-9251-4882-b472-cf2dfcee09d1" providerId="ADAL" clId="{0C2B646C-07DB-42C9-8825-6D2D07EAE13D}" dt="2026-04-06T23:36:41.097" v="2102" actId="1076"/>
          <ac:spMkLst>
            <pc:docMk/>
            <pc:sldMk cId="1676996734" sldId="282"/>
            <ac:spMk id="5" creationId="{958B6CA1-6713-4613-8784-8325B09E52BA}"/>
          </ac:spMkLst>
        </pc:spChg>
        <pc:picChg chg="add mod">
          <ac:chgData name="Cesar Augusto Lopez Gallego" userId="0dfa9112-9251-4882-b472-cf2dfcee09d1" providerId="ADAL" clId="{0C2B646C-07DB-42C9-8825-6D2D07EAE13D}" dt="2026-04-06T23:40:52.152" v="2133" actId="14100"/>
          <ac:picMkLst>
            <pc:docMk/>
            <pc:sldMk cId="1676996734" sldId="282"/>
            <ac:picMk id="6" creationId="{4A3B79A8-9417-489D-A4FC-41108C1B8D81}"/>
          </ac:picMkLst>
        </pc:picChg>
      </pc:sldChg>
      <pc:sldChg chg="addSp modSp add mod setBg">
        <pc:chgData name="Cesar Augusto Lopez Gallego" userId="0dfa9112-9251-4882-b472-cf2dfcee09d1" providerId="ADAL" clId="{0C2B646C-07DB-42C9-8825-6D2D07EAE13D}" dt="2026-04-06T23:41:24.600" v="2139" actId="1076"/>
        <pc:sldMkLst>
          <pc:docMk/>
          <pc:sldMk cId="3599526749" sldId="283"/>
        </pc:sldMkLst>
        <pc:spChg chg="mod">
          <ac:chgData name="Cesar Augusto Lopez Gallego" userId="0dfa9112-9251-4882-b472-cf2dfcee09d1" providerId="ADAL" clId="{0C2B646C-07DB-42C9-8825-6D2D07EAE13D}" dt="2026-04-06T23:01:42.125" v="1642" actId="6549"/>
          <ac:spMkLst>
            <pc:docMk/>
            <pc:sldMk cId="3599526749" sldId="283"/>
            <ac:spMk id="4" creationId="{EEDC2D04-1DFE-4A0F-9D84-924376FC6521}"/>
          </ac:spMkLst>
        </pc:spChg>
        <pc:spChg chg="add mod">
          <ac:chgData name="Cesar Augusto Lopez Gallego" userId="0dfa9112-9251-4882-b472-cf2dfcee09d1" providerId="ADAL" clId="{0C2B646C-07DB-42C9-8825-6D2D07EAE13D}" dt="2026-04-06T23:41:21.163" v="2137" actId="1076"/>
          <ac:spMkLst>
            <pc:docMk/>
            <pc:sldMk cId="3599526749" sldId="283"/>
            <ac:spMk id="5" creationId="{0A7DC09E-D588-45EE-92F3-EE3926532410}"/>
          </ac:spMkLst>
        </pc:spChg>
        <pc:picChg chg="add mod">
          <ac:chgData name="Cesar Augusto Lopez Gallego" userId="0dfa9112-9251-4882-b472-cf2dfcee09d1" providerId="ADAL" clId="{0C2B646C-07DB-42C9-8825-6D2D07EAE13D}" dt="2026-04-06T23:41:24.600" v="2139" actId="1076"/>
          <ac:picMkLst>
            <pc:docMk/>
            <pc:sldMk cId="3599526749" sldId="283"/>
            <ac:picMk id="6" creationId="{F9BC7FA7-867D-447B-81A7-EED67B9F5763}"/>
          </ac:picMkLst>
        </pc:picChg>
      </pc:sldChg>
      <pc:sldChg chg="add del">
        <pc:chgData name="Cesar Augusto Lopez Gallego" userId="0dfa9112-9251-4882-b472-cf2dfcee09d1" providerId="ADAL" clId="{0C2B646C-07DB-42C9-8825-6D2D07EAE13D}" dt="2026-04-06T23:04:01.989" v="1662" actId="47"/>
        <pc:sldMkLst>
          <pc:docMk/>
          <pc:sldMk cId="435382574" sldId="284"/>
        </pc:sldMkLst>
      </pc:sldChg>
      <pc:sldChg chg="addSp delSp modSp add mod ord">
        <pc:chgData name="Cesar Augusto Lopez Gallego" userId="0dfa9112-9251-4882-b472-cf2dfcee09d1" providerId="ADAL" clId="{0C2B646C-07DB-42C9-8825-6D2D07EAE13D}" dt="2026-04-06T23:18:43.813" v="1932" actId="404"/>
        <pc:sldMkLst>
          <pc:docMk/>
          <pc:sldMk cId="898797638" sldId="284"/>
        </pc:sldMkLst>
        <pc:spChg chg="mod">
          <ac:chgData name="Cesar Augusto Lopez Gallego" userId="0dfa9112-9251-4882-b472-cf2dfcee09d1" providerId="ADAL" clId="{0C2B646C-07DB-42C9-8825-6D2D07EAE13D}" dt="2026-04-06T23:18:43.813" v="1932" actId="404"/>
          <ac:spMkLst>
            <pc:docMk/>
            <pc:sldMk cId="898797638" sldId="284"/>
            <ac:spMk id="2" creationId="{B8DB5F6C-84A5-44C0-8050-8FAF5E3CE5F8}"/>
          </ac:spMkLst>
        </pc:spChg>
        <pc:spChg chg="del">
          <ac:chgData name="Cesar Augusto Lopez Gallego" userId="0dfa9112-9251-4882-b472-cf2dfcee09d1" providerId="ADAL" clId="{0C2B646C-07DB-42C9-8825-6D2D07EAE13D}" dt="2026-04-06T23:12:46.832" v="1724" actId="478"/>
          <ac:spMkLst>
            <pc:docMk/>
            <pc:sldMk cId="898797638" sldId="284"/>
            <ac:spMk id="3" creationId="{43B22B02-45BB-4542-A77A-0E34AB71E061}"/>
          </ac:spMkLst>
        </pc:spChg>
        <pc:spChg chg="add del mod">
          <ac:chgData name="Cesar Augusto Lopez Gallego" userId="0dfa9112-9251-4882-b472-cf2dfcee09d1" providerId="ADAL" clId="{0C2B646C-07DB-42C9-8825-6D2D07EAE13D}" dt="2026-04-06T23:12:48.563" v="1725" actId="478"/>
          <ac:spMkLst>
            <pc:docMk/>
            <pc:sldMk cId="898797638" sldId="284"/>
            <ac:spMk id="5" creationId="{E0275831-DF1A-4C13-AF55-DC7E2311B3BC}"/>
          </ac:spMkLst>
        </pc:spChg>
        <pc:picChg chg="del">
          <ac:chgData name="Cesar Augusto Lopez Gallego" userId="0dfa9112-9251-4882-b472-cf2dfcee09d1" providerId="ADAL" clId="{0C2B646C-07DB-42C9-8825-6D2D07EAE13D}" dt="2026-04-06T23:12:39.949" v="1723" actId="478"/>
          <ac:picMkLst>
            <pc:docMk/>
            <pc:sldMk cId="898797638" sldId="284"/>
            <ac:picMk id="6" creationId="{3E717EF8-527A-4FC8-939F-F0DFDC9A46E2}"/>
          </ac:picMkLst>
        </pc:picChg>
        <pc:picChg chg="add mod">
          <ac:chgData name="Cesar Augusto Lopez Gallego" userId="0dfa9112-9251-4882-b472-cf2dfcee09d1" providerId="ADAL" clId="{0C2B646C-07DB-42C9-8825-6D2D07EAE13D}" dt="2026-04-06T23:14:13.555" v="1730" actId="1076"/>
          <ac:picMkLst>
            <pc:docMk/>
            <pc:sldMk cId="898797638" sldId="284"/>
            <ac:picMk id="8" creationId="{DD04D954-2598-4B9A-98E6-DCFF464ADD03}"/>
          </ac:picMkLst>
        </pc:picChg>
      </pc:sldChg>
      <pc:sldChg chg="addSp delSp modSp new mod">
        <pc:chgData name="Cesar Augusto Lopez Gallego" userId="0dfa9112-9251-4882-b472-cf2dfcee09d1" providerId="ADAL" clId="{0C2B646C-07DB-42C9-8825-6D2D07EAE13D}" dt="2026-04-06T23:18:25.447" v="1929" actId="14100"/>
        <pc:sldMkLst>
          <pc:docMk/>
          <pc:sldMk cId="1158904437" sldId="285"/>
        </pc:sldMkLst>
        <pc:spChg chg="del">
          <ac:chgData name="Cesar Augusto Lopez Gallego" userId="0dfa9112-9251-4882-b472-cf2dfcee09d1" providerId="ADAL" clId="{0C2B646C-07DB-42C9-8825-6D2D07EAE13D}" dt="2026-04-06T23:14:22.284" v="1732" actId="478"/>
          <ac:spMkLst>
            <pc:docMk/>
            <pc:sldMk cId="1158904437" sldId="285"/>
            <ac:spMk id="2" creationId="{37ADDE52-8D43-49F5-B833-D9A03C42958C}"/>
          </ac:spMkLst>
        </pc:spChg>
        <pc:spChg chg="del">
          <ac:chgData name="Cesar Augusto Lopez Gallego" userId="0dfa9112-9251-4882-b472-cf2dfcee09d1" providerId="ADAL" clId="{0C2B646C-07DB-42C9-8825-6D2D07EAE13D}" dt="2026-04-06T23:14:22.284" v="1732" actId="478"/>
          <ac:spMkLst>
            <pc:docMk/>
            <pc:sldMk cId="1158904437" sldId="285"/>
            <ac:spMk id="3" creationId="{BD133FB9-F57E-4C08-8D9E-F1D0C03F1F4A}"/>
          </ac:spMkLst>
        </pc:spChg>
        <pc:spChg chg="add mod">
          <ac:chgData name="Cesar Augusto Lopez Gallego" userId="0dfa9112-9251-4882-b472-cf2dfcee09d1" providerId="ADAL" clId="{0C2B646C-07DB-42C9-8825-6D2D07EAE13D}" dt="2026-04-06T23:14:36.725" v="1746" actId="1076"/>
          <ac:spMkLst>
            <pc:docMk/>
            <pc:sldMk cId="1158904437" sldId="285"/>
            <ac:spMk id="4" creationId="{E1F75C40-8DC0-4C77-AAA4-75A9782654ED}"/>
          </ac:spMkLst>
        </pc:spChg>
        <pc:spChg chg="add mod">
          <ac:chgData name="Cesar Augusto Lopez Gallego" userId="0dfa9112-9251-4882-b472-cf2dfcee09d1" providerId="ADAL" clId="{0C2B646C-07DB-42C9-8825-6D2D07EAE13D}" dt="2026-04-06T23:18:25.447" v="1929" actId="14100"/>
          <ac:spMkLst>
            <pc:docMk/>
            <pc:sldMk cId="1158904437" sldId="285"/>
            <ac:spMk id="5" creationId="{3F954574-D601-4CA5-BF59-CDEBDB4C5C9E}"/>
          </ac:spMkLst>
        </pc:spChg>
      </pc:sldChg>
      <pc:sldChg chg="add del">
        <pc:chgData name="Cesar Augusto Lopez Gallego" userId="0dfa9112-9251-4882-b472-cf2dfcee09d1" providerId="ADAL" clId="{0C2B646C-07DB-42C9-8825-6D2D07EAE13D}" dt="2026-04-06T23:04:01.989" v="1662" actId="47"/>
        <pc:sldMkLst>
          <pc:docMk/>
          <pc:sldMk cId="1599380051" sldId="285"/>
        </pc:sldMkLst>
      </pc:sldChg>
      <pc:sldChg chg="add del">
        <pc:chgData name="Cesar Augusto Lopez Gallego" userId="0dfa9112-9251-4882-b472-cf2dfcee09d1" providerId="ADAL" clId="{0C2B646C-07DB-42C9-8825-6D2D07EAE13D}" dt="2026-04-06T23:04:01.989" v="1662" actId="47"/>
        <pc:sldMkLst>
          <pc:docMk/>
          <pc:sldMk cId="1173861891" sldId="286"/>
        </pc:sldMkLst>
      </pc:sldChg>
      <pc:sldChg chg="addSp delSp modSp add mod ord setBg">
        <pc:chgData name="Cesar Augusto Lopez Gallego" userId="0dfa9112-9251-4882-b472-cf2dfcee09d1" providerId="ADAL" clId="{0C2B646C-07DB-42C9-8825-6D2D07EAE13D}" dt="2026-04-06T23:39:33.920" v="2122" actId="1076"/>
        <pc:sldMkLst>
          <pc:docMk/>
          <pc:sldMk cId="2374875631" sldId="286"/>
        </pc:sldMkLst>
        <pc:spChg chg="del mod">
          <ac:chgData name="Cesar Augusto Lopez Gallego" userId="0dfa9112-9251-4882-b472-cf2dfcee09d1" providerId="ADAL" clId="{0C2B646C-07DB-42C9-8825-6D2D07EAE13D}" dt="2026-04-06T23:35:33.833" v="2080" actId="478"/>
          <ac:spMkLst>
            <pc:docMk/>
            <pc:sldMk cId="2374875631" sldId="286"/>
            <ac:spMk id="5" creationId="{864D2FEC-DBDE-476D-BE35-725BFCB73804}"/>
          </ac:spMkLst>
        </pc:spChg>
        <pc:spChg chg="add mod">
          <ac:chgData name="Cesar Augusto Lopez Gallego" userId="0dfa9112-9251-4882-b472-cf2dfcee09d1" providerId="ADAL" clId="{0C2B646C-07DB-42C9-8825-6D2D07EAE13D}" dt="2026-04-06T23:35:55.138" v="2089" actId="20577"/>
          <ac:spMkLst>
            <pc:docMk/>
            <pc:sldMk cId="2374875631" sldId="286"/>
            <ac:spMk id="6" creationId="{3DF60153-781E-4B04-9FB6-866B75C43356}"/>
          </ac:spMkLst>
        </pc:spChg>
        <pc:picChg chg="add mod">
          <ac:chgData name="Cesar Augusto Lopez Gallego" userId="0dfa9112-9251-4882-b472-cf2dfcee09d1" providerId="ADAL" clId="{0C2B646C-07DB-42C9-8825-6D2D07EAE13D}" dt="2026-04-06T23:39:33.920" v="2122" actId="1076"/>
          <ac:picMkLst>
            <pc:docMk/>
            <pc:sldMk cId="2374875631" sldId="286"/>
            <ac:picMk id="7" creationId="{081BCAF4-24BB-4A66-AF6F-3C6C4AF33061}"/>
          </ac:picMkLst>
        </pc:picChg>
      </pc:sldChg>
      <pc:sldChg chg="addSp modSp add mod setBg">
        <pc:chgData name="Cesar Augusto Lopez Gallego" userId="0dfa9112-9251-4882-b472-cf2dfcee09d1" providerId="ADAL" clId="{0C2B646C-07DB-42C9-8825-6D2D07EAE13D}" dt="2026-04-06T23:38:56.095" v="2120" actId="1076"/>
        <pc:sldMkLst>
          <pc:docMk/>
          <pc:sldMk cId="543484652" sldId="287"/>
        </pc:sldMkLst>
        <pc:spChg chg="mod">
          <ac:chgData name="Cesar Augusto Lopez Gallego" userId="0dfa9112-9251-4882-b472-cf2dfcee09d1" providerId="ADAL" clId="{0C2B646C-07DB-42C9-8825-6D2D07EAE13D}" dt="2026-04-06T23:36:47.851" v="2103" actId="6549"/>
          <ac:spMkLst>
            <pc:docMk/>
            <pc:sldMk cId="543484652" sldId="287"/>
            <ac:spMk id="5" creationId="{864D2FEC-DBDE-476D-BE35-725BFCB73804}"/>
          </ac:spMkLst>
        </pc:spChg>
        <pc:picChg chg="add mod">
          <ac:chgData name="Cesar Augusto Lopez Gallego" userId="0dfa9112-9251-4882-b472-cf2dfcee09d1" providerId="ADAL" clId="{0C2B646C-07DB-42C9-8825-6D2D07EAE13D}" dt="2026-04-06T23:38:56.095" v="2120" actId="1076"/>
          <ac:picMkLst>
            <pc:docMk/>
            <pc:sldMk cId="543484652" sldId="287"/>
            <ac:picMk id="3" creationId="{D85E3782-CE56-4192-B34A-7A3E5EC54F44}"/>
          </ac:picMkLst>
        </pc:picChg>
      </pc:sldChg>
      <pc:sldChg chg="add del">
        <pc:chgData name="Cesar Augusto Lopez Gallego" userId="0dfa9112-9251-4882-b472-cf2dfcee09d1" providerId="ADAL" clId="{0C2B646C-07DB-42C9-8825-6D2D07EAE13D}" dt="2026-04-06T23:04:01.989" v="1662" actId="47"/>
        <pc:sldMkLst>
          <pc:docMk/>
          <pc:sldMk cId="3036707452" sldId="287"/>
        </pc:sldMkLst>
      </pc:sldChg>
      <pc:sldChg chg="addSp modSp add mod setBg">
        <pc:chgData name="Cesar Augusto Lopez Gallego" userId="0dfa9112-9251-4882-b472-cf2dfcee09d1" providerId="ADAL" clId="{0C2B646C-07DB-42C9-8825-6D2D07EAE13D}" dt="2026-04-06T23:40:45.137" v="2132" actId="14100"/>
        <pc:sldMkLst>
          <pc:docMk/>
          <pc:sldMk cId="859012541" sldId="288"/>
        </pc:sldMkLst>
        <pc:spChg chg="mod">
          <ac:chgData name="Cesar Augusto Lopez Gallego" userId="0dfa9112-9251-4882-b472-cf2dfcee09d1" providerId="ADAL" clId="{0C2B646C-07DB-42C9-8825-6D2D07EAE13D}" dt="2026-04-06T23:40:45.137" v="2132" actId="14100"/>
          <ac:spMkLst>
            <pc:docMk/>
            <pc:sldMk cId="859012541" sldId="288"/>
            <ac:spMk id="5" creationId="{958B6CA1-6713-4613-8784-8325B09E52BA}"/>
          </ac:spMkLst>
        </pc:spChg>
        <pc:picChg chg="add mod">
          <ac:chgData name="Cesar Augusto Lopez Gallego" userId="0dfa9112-9251-4882-b472-cf2dfcee09d1" providerId="ADAL" clId="{0C2B646C-07DB-42C9-8825-6D2D07EAE13D}" dt="2026-04-06T23:40:42.695" v="2131" actId="1076"/>
          <ac:picMkLst>
            <pc:docMk/>
            <pc:sldMk cId="859012541" sldId="288"/>
            <ac:picMk id="3" creationId="{E6E67EA3-C7E7-45E7-AB34-8A28B45589C5}"/>
          </ac:picMkLst>
        </pc:picChg>
      </pc:sldChg>
    </pc:docChg>
  </pc:docChgLst>
  <pc:docChgLst>
    <pc:chgData name="Cesar Augusto Lopez Gallego" userId="0dfa9112-9251-4882-b472-cf2dfcee09d1" providerId="ADAL" clId="{ECDE6D38-AF4C-4730-9F76-EF678508F4A6}"/>
    <pc:docChg chg="undo custSel addSld delSld modSld sldOrd">
      <pc:chgData name="Cesar Augusto Lopez Gallego" userId="0dfa9112-9251-4882-b472-cf2dfcee09d1" providerId="ADAL" clId="{ECDE6D38-AF4C-4730-9F76-EF678508F4A6}" dt="2026-03-11T22:02:04.620" v="553" actId="1076"/>
      <pc:docMkLst>
        <pc:docMk/>
      </pc:docMkLst>
      <pc:sldChg chg="modSp add mod ord">
        <pc:chgData name="Cesar Augusto Lopez Gallego" userId="0dfa9112-9251-4882-b472-cf2dfcee09d1" providerId="ADAL" clId="{ECDE6D38-AF4C-4730-9F76-EF678508F4A6}" dt="2026-03-07T23:12:31.257" v="33"/>
        <pc:sldMkLst>
          <pc:docMk/>
          <pc:sldMk cId="2197924130" sldId="256"/>
        </pc:sldMkLst>
        <pc:spChg chg="mod">
          <ac:chgData name="Cesar Augusto Lopez Gallego" userId="0dfa9112-9251-4882-b472-cf2dfcee09d1" providerId="ADAL" clId="{ECDE6D38-AF4C-4730-9F76-EF678508F4A6}" dt="2026-03-07T23:12:04.217" v="31" actId="20577"/>
          <ac:spMkLst>
            <pc:docMk/>
            <pc:sldMk cId="2197924130" sldId="256"/>
            <ac:spMk id="5" creationId="{62022D9F-8570-4D3C-9E85-DD8E5148EA53}"/>
          </ac:spMkLst>
        </pc:spChg>
      </pc:sldChg>
      <pc:sldChg chg="addSp delSp modSp new del mod ord">
        <pc:chgData name="Cesar Augusto Lopez Gallego" userId="0dfa9112-9251-4882-b472-cf2dfcee09d1" providerId="ADAL" clId="{ECDE6D38-AF4C-4730-9F76-EF678508F4A6}" dt="2026-03-07T23:11:32.444" v="27" actId="2696"/>
        <pc:sldMkLst>
          <pc:docMk/>
          <pc:sldMk cId="3697017558" sldId="256"/>
        </pc:sldMkLst>
        <pc:spChg chg="del">
          <ac:chgData name="Cesar Augusto Lopez Gallego" userId="0dfa9112-9251-4882-b472-cf2dfcee09d1" providerId="ADAL" clId="{ECDE6D38-AF4C-4730-9F76-EF678508F4A6}" dt="2026-03-07T23:00:53.193" v="1" actId="478"/>
          <ac:spMkLst>
            <pc:docMk/>
            <pc:sldMk cId="3697017558" sldId="256"/>
            <ac:spMk id="2" creationId="{6EE2462D-31E1-4FB7-9D8A-59CE73B60D3C}"/>
          </ac:spMkLst>
        </pc:spChg>
        <pc:spChg chg="del">
          <ac:chgData name="Cesar Augusto Lopez Gallego" userId="0dfa9112-9251-4882-b472-cf2dfcee09d1" providerId="ADAL" clId="{ECDE6D38-AF4C-4730-9F76-EF678508F4A6}" dt="2026-03-07T23:00:53.193" v="1" actId="478"/>
          <ac:spMkLst>
            <pc:docMk/>
            <pc:sldMk cId="3697017558" sldId="256"/>
            <ac:spMk id="3" creationId="{87F9D61F-6DC6-41BE-806B-5F91CA907997}"/>
          </ac:spMkLst>
        </pc:spChg>
        <pc:spChg chg="add mod">
          <ac:chgData name="Cesar Augusto Lopez Gallego" userId="0dfa9112-9251-4882-b472-cf2dfcee09d1" providerId="ADAL" clId="{ECDE6D38-AF4C-4730-9F76-EF678508F4A6}" dt="2026-03-07T23:11:28.476" v="26" actId="20577"/>
          <ac:spMkLst>
            <pc:docMk/>
            <pc:sldMk cId="3697017558" sldId="256"/>
            <ac:spMk id="5" creationId="{62022D9F-8570-4D3C-9E85-DD8E5148EA53}"/>
          </ac:spMkLst>
        </pc:spChg>
      </pc:sldChg>
      <pc:sldChg chg="addSp delSp modSp new mod">
        <pc:chgData name="Cesar Augusto Lopez Gallego" userId="0dfa9112-9251-4882-b472-cf2dfcee09d1" providerId="ADAL" clId="{ECDE6D38-AF4C-4730-9F76-EF678508F4A6}" dt="2026-03-07T23:31:08.612" v="382" actId="6549"/>
        <pc:sldMkLst>
          <pc:docMk/>
          <pc:sldMk cId="2083403420" sldId="257"/>
        </pc:sldMkLst>
        <pc:spChg chg="del">
          <ac:chgData name="Cesar Augusto Lopez Gallego" userId="0dfa9112-9251-4882-b472-cf2dfcee09d1" providerId="ADAL" clId="{ECDE6D38-AF4C-4730-9F76-EF678508F4A6}" dt="2026-03-07T23:03:14.624" v="6" actId="478"/>
          <ac:spMkLst>
            <pc:docMk/>
            <pc:sldMk cId="2083403420" sldId="257"/>
            <ac:spMk id="2" creationId="{474B2092-AD58-43CA-8779-7E47D1018CCD}"/>
          </ac:spMkLst>
        </pc:spChg>
        <pc:spChg chg="del">
          <ac:chgData name="Cesar Augusto Lopez Gallego" userId="0dfa9112-9251-4882-b472-cf2dfcee09d1" providerId="ADAL" clId="{ECDE6D38-AF4C-4730-9F76-EF678508F4A6}" dt="2026-03-07T23:03:14.624" v="6" actId="478"/>
          <ac:spMkLst>
            <pc:docMk/>
            <pc:sldMk cId="2083403420" sldId="257"/>
            <ac:spMk id="3" creationId="{C6AAA233-2A2C-410A-AC91-B3BD5CC79669}"/>
          </ac:spMkLst>
        </pc:spChg>
        <pc:spChg chg="add del">
          <ac:chgData name="Cesar Augusto Lopez Gallego" userId="0dfa9112-9251-4882-b472-cf2dfcee09d1" providerId="ADAL" clId="{ECDE6D38-AF4C-4730-9F76-EF678508F4A6}" dt="2026-03-07T23:03:16.841" v="8"/>
          <ac:spMkLst>
            <pc:docMk/>
            <pc:sldMk cId="2083403420" sldId="257"/>
            <ac:spMk id="4" creationId="{3A75B3D0-C719-466A-BC2A-49AB83693174}"/>
          </ac:spMkLst>
        </pc:spChg>
        <pc:spChg chg="add mod">
          <ac:chgData name="Cesar Augusto Lopez Gallego" userId="0dfa9112-9251-4882-b472-cf2dfcee09d1" providerId="ADAL" clId="{ECDE6D38-AF4C-4730-9F76-EF678508F4A6}" dt="2026-03-07T23:31:08.612" v="382" actId="6549"/>
          <ac:spMkLst>
            <pc:docMk/>
            <pc:sldMk cId="2083403420" sldId="257"/>
            <ac:spMk id="6" creationId="{8370C522-C9DC-48FD-86BD-F797640944FE}"/>
          </ac:spMkLst>
        </pc:spChg>
      </pc:sldChg>
      <pc:sldChg chg="add del">
        <pc:chgData name="Cesar Augusto Lopez Gallego" userId="0dfa9112-9251-4882-b472-cf2dfcee09d1" providerId="ADAL" clId="{ECDE6D38-AF4C-4730-9F76-EF678508F4A6}" dt="2026-03-11T21:42:08.699" v="392" actId="2696"/>
        <pc:sldMkLst>
          <pc:docMk/>
          <pc:sldMk cId="3223334708" sldId="258"/>
        </pc:sldMkLst>
      </pc:sldChg>
      <pc:sldChg chg="addSp delSp modSp new del mod">
        <pc:chgData name="Cesar Augusto Lopez Gallego" userId="0dfa9112-9251-4882-b472-cf2dfcee09d1" providerId="ADAL" clId="{ECDE6D38-AF4C-4730-9F76-EF678508F4A6}" dt="2026-03-11T21:41:04.147" v="390" actId="2696"/>
        <pc:sldMkLst>
          <pc:docMk/>
          <pc:sldMk cId="3404940107" sldId="258"/>
        </pc:sldMkLst>
        <pc:spChg chg="del">
          <ac:chgData name="Cesar Augusto Lopez Gallego" userId="0dfa9112-9251-4882-b472-cf2dfcee09d1" providerId="ADAL" clId="{ECDE6D38-AF4C-4730-9F76-EF678508F4A6}" dt="2026-03-07T23:11:46.732" v="29" actId="478"/>
          <ac:spMkLst>
            <pc:docMk/>
            <pc:sldMk cId="3404940107" sldId="258"/>
            <ac:spMk id="2" creationId="{4991E6E5-37F1-4EFF-8387-9E9D23E010C8}"/>
          </ac:spMkLst>
        </pc:spChg>
        <pc:spChg chg="del">
          <ac:chgData name="Cesar Augusto Lopez Gallego" userId="0dfa9112-9251-4882-b472-cf2dfcee09d1" providerId="ADAL" clId="{ECDE6D38-AF4C-4730-9F76-EF678508F4A6}" dt="2026-03-07T23:11:46.732" v="29" actId="478"/>
          <ac:spMkLst>
            <pc:docMk/>
            <pc:sldMk cId="3404940107" sldId="258"/>
            <ac:spMk id="3" creationId="{F159AC03-8046-41AB-9A21-1D52207636FC}"/>
          </ac:spMkLst>
        </pc:spChg>
        <pc:spChg chg="add mod">
          <ac:chgData name="Cesar Augusto Lopez Gallego" userId="0dfa9112-9251-4882-b472-cf2dfcee09d1" providerId="ADAL" clId="{ECDE6D38-AF4C-4730-9F76-EF678508F4A6}" dt="2026-03-07T23:13:27.721" v="46" actId="1076"/>
          <ac:spMkLst>
            <pc:docMk/>
            <pc:sldMk cId="3404940107" sldId="258"/>
            <ac:spMk id="5" creationId="{AD0029B0-1439-438E-A6BE-4D74DBBD2085}"/>
          </ac:spMkLst>
        </pc:spChg>
      </pc:sldChg>
      <pc:sldChg chg="addSp delSp modSp new mod">
        <pc:chgData name="Cesar Augusto Lopez Gallego" userId="0dfa9112-9251-4882-b472-cf2dfcee09d1" providerId="ADAL" clId="{ECDE6D38-AF4C-4730-9F76-EF678508F4A6}" dt="2026-03-11T21:50:02.152" v="394" actId="313"/>
        <pc:sldMkLst>
          <pc:docMk/>
          <pc:sldMk cId="3245992086" sldId="259"/>
        </pc:sldMkLst>
        <pc:spChg chg="del">
          <ac:chgData name="Cesar Augusto Lopez Gallego" userId="0dfa9112-9251-4882-b472-cf2dfcee09d1" providerId="ADAL" clId="{ECDE6D38-AF4C-4730-9F76-EF678508F4A6}" dt="2026-03-07T23:14:06.698" v="48" actId="478"/>
          <ac:spMkLst>
            <pc:docMk/>
            <pc:sldMk cId="3245992086" sldId="259"/>
            <ac:spMk id="2" creationId="{BBCEDB6F-5350-4100-9BE1-030631CC6785}"/>
          </ac:spMkLst>
        </pc:spChg>
        <pc:spChg chg="del">
          <ac:chgData name="Cesar Augusto Lopez Gallego" userId="0dfa9112-9251-4882-b472-cf2dfcee09d1" providerId="ADAL" clId="{ECDE6D38-AF4C-4730-9F76-EF678508F4A6}" dt="2026-03-07T23:14:06.698" v="48" actId="478"/>
          <ac:spMkLst>
            <pc:docMk/>
            <pc:sldMk cId="3245992086" sldId="259"/>
            <ac:spMk id="3" creationId="{E82A3778-6B4D-4C29-BFA8-137D0245CE39}"/>
          </ac:spMkLst>
        </pc:spChg>
        <pc:spChg chg="add mod">
          <ac:chgData name="Cesar Augusto Lopez Gallego" userId="0dfa9112-9251-4882-b472-cf2dfcee09d1" providerId="ADAL" clId="{ECDE6D38-AF4C-4730-9F76-EF678508F4A6}" dt="2026-03-11T21:50:02.152" v="394" actId="313"/>
          <ac:spMkLst>
            <pc:docMk/>
            <pc:sldMk cId="3245992086" sldId="259"/>
            <ac:spMk id="5" creationId="{94718E90-4894-47B3-A680-5F46F17D6821}"/>
          </ac:spMkLst>
        </pc:spChg>
      </pc:sldChg>
      <pc:sldChg chg="addSp delSp modSp new del mod">
        <pc:chgData name="Cesar Augusto Lopez Gallego" userId="0dfa9112-9251-4882-b472-cf2dfcee09d1" providerId="ADAL" clId="{ECDE6D38-AF4C-4730-9F76-EF678508F4A6}" dt="2026-03-11T21:42:08.699" v="392" actId="2696"/>
        <pc:sldMkLst>
          <pc:docMk/>
          <pc:sldMk cId="3224843097" sldId="260"/>
        </pc:sldMkLst>
        <pc:spChg chg="del">
          <ac:chgData name="Cesar Augusto Lopez Gallego" userId="0dfa9112-9251-4882-b472-cf2dfcee09d1" providerId="ADAL" clId="{ECDE6D38-AF4C-4730-9F76-EF678508F4A6}" dt="2026-03-07T23:17:53.415" v="126" actId="478"/>
          <ac:spMkLst>
            <pc:docMk/>
            <pc:sldMk cId="3224843097" sldId="260"/>
            <ac:spMk id="2" creationId="{F4031541-5A8F-477D-8816-B03147EDCE81}"/>
          </ac:spMkLst>
        </pc:spChg>
        <pc:spChg chg="del">
          <ac:chgData name="Cesar Augusto Lopez Gallego" userId="0dfa9112-9251-4882-b472-cf2dfcee09d1" providerId="ADAL" clId="{ECDE6D38-AF4C-4730-9F76-EF678508F4A6}" dt="2026-03-07T23:17:53.415" v="126" actId="478"/>
          <ac:spMkLst>
            <pc:docMk/>
            <pc:sldMk cId="3224843097" sldId="260"/>
            <ac:spMk id="3" creationId="{E4617E2D-DC30-41F0-B1FC-1A274E206AD3}"/>
          </ac:spMkLst>
        </pc:spChg>
        <pc:spChg chg="add mod">
          <ac:chgData name="Cesar Augusto Lopez Gallego" userId="0dfa9112-9251-4882-b472-cf2dfcee09d1" providerId="ADAL" clId="{ECDE6D38-AF4C-4730-9F76-EF678508F4A6}" dt="2026-03-07T23:26:44.286" v="366"/>
          <ac:spMkLst>
            <pc:docMk/>
            <pc:sldMk cId="3224843097" sldId="260"/>
            <ac:spMk id="5" creationId="{A4F26078-CAFC-4242-913A-5C232B3E31F2}"/>
          </ac:spMkLst>
        </pc:spChg>
        <pc:spChg chg="add del">
          <ac:chgData name="Cesar Augusto Lopez Gallego" userId="0dfa9112-9251-4882-b472-cf2dfcee09d1" providerId="ADAL" clId="{ECDE6D38-AF4C-4730-9F76-EF678508F4A6}" dt="2026-03-07T23:25:23.674" v="307"/>
          <ac:spMkLst>
            <pc:docMk/>
            <pc:sldMk cId="3224843097" sldId="260"/>
            <ac:spMk id="6" creationId="{5F310B0C-BF42-45BA-8764-D766741D97A8}"/>
          </ac:spMkLst>
        </pc:spChg>
      </pc:sldChg>
      <pc:sldChg chg="addSp delSp modSp new mod ord">
        <pc:chgData name="Cesar Augusto Lopez Gallego" userId="0dfa9112-9251-4882-b472-cf2dfcee09d1" providerId="ADAL" clId="{ECDE6D38-AF4C-4730-9F76-EF678508F4A6}" dt="2026-03-11T21:55:28.474" v="481" actId="21"/>
        <pc:sldMkLst>
          <pc:docMk/>
          <pc:sldMk cId="2104769377" sldId="261"/>
        </pc:sldMkLst>
        <pc:spChg chg="del">
          <ac:chgData name="Cesar Augusto Lopez Gallego" userId="0dfa9112-9251-4882-b472-cf2dfcee09d1" providerId="ADAL" clId="{ECDE6D38-AF4C-4730-9F76-EF678508F4A6}" dt="2026-03-07T23:28:35.869" v="370" actId="478"/>
          <ac:spMkLst>
            <pc:docMk/>
            <pc:sldMk cId="2104769377" sldId="261"/>
            <ac:spMk id="2" creationId="{939547C7-0698-4A54-A98A-28F1F9419561}"/>
          </ac:spMkLst>
        </pc:spChg>
        <pc:spChg chg="del">
          <ac:chgData name="Cesar Augusto Lopez Gallego" userId="0dfa9112-9251-4882-b472-cf2dfcee09d1" providerId="ADAL" clId="{ECDE6D38-AF4C-4730-9F76-EF678508F4A6}" dt="2026-03-07T23:28:35.869" v="370" actId="478"/>
          <ac:spMkLst>
            <pc:docMk/>
            <pc:sldMk cId="2104769377" sldId="261"/>
            <ac:spMk id="3" creationId="{06983A42-84F3-492D-9C87-15D28442D9AC}"/>
          </ac:spMkLst>
        </pc:spChg>
        <pc:spChg chg="add mod">
          <ac:chgData name="Cesar Augusto Lopez Gallego" userId="0dfa9112-9251-4882-b472-cf2dfcee09d1" providerId="ADAL" clId="{ECDE6D38-AF4C-4730-9F76-EF678508F4A6}" dt="2026-03-11T21:55:28.474" v="481" actId="21"/>
          <ac:spMkLst>
            <pc:docMk/>
            <pc:sldMk cId="2104769377" sldId="261"/>
            <ac:spMk id="5" creationId="{1EE08B34-1EEF-4A87-8B7C-AA9967DC297F}"/>
          </ac:spMkLst>
        </pc:spChg>
      </pc:sldChg>
      <pc:sldChg chg="addSp delSp modSp new mod">
        <pc:chgData name="Cesar Augusto Lopez Gallego" userId="0dfa9112-9251-4882-b472-cf2dfcee09d1" providerId="ADAL" clId="{ECDE6D38-AF4C-4730-9F76-EF678508F4A6}" dt="2026-03-11T21:55:39.333" v="489" actId="20577"/>
        <pc:sldMkLst>
          <pc:docMk/>
          <pc:sldMk cId="1628185768" sldId="262"/>
        </pc:sldMkLst>
        <pc:spChg chg="del">
          <ac:chgData name="Cesar Augusto Lopez Gallego" userId="0dfa9112-9251-4882-b472-cf2dfcee09d1" providerId="ADAL" clId="{ECDE6D38-AF4C-4730-9F76-EF678508F4A6}" dt="2026-03-07T23:31:24.070" v="384" actId="478"/>
          <ac:spMkLst>
            <pc:docMk/>
            <pc:sldMk cId="1628185768" sldId="262"/>
            <ac:spMk id="2" creationId="{294BEFFD-6DE5-46BC-B13B-2318CD5ECB59}"/>
          </ac:spMkLst>
        </pc:spChg>
        <pc:spChg chg="del">
          <ac:chgData name="Cesar Augusto Lopez Gallego" userId="0dfa9112-9251-4882-b472-cf2dfcee09d1" providerId="ADAL" clId="{ECDE6D38-AF4C-4730-9F76-EF678508F4A6}" dt="2026-03-07T23:31:24.070" v="384" actId="478"/>
          <ac:spMkLst>
            <pc:docMk/>
            <pc:sldMk cId="1628185768" sldId="262"/>
            <ac:spMk id="3" creationId="{3B74ADF4-31D9-4BB2-AA1D-1132D087D33B}"/>
          </ac:spMkLst>
        </pc:spChg>
        <pc:spChg chg="add mod">
          <ac:chgData name="Cesar Augusto Lopez Gallego" userId="0dfa9112-9251-4882-b472-cf2dfcee09d1" providerId="ADAL" clId="{ECDE6D38-AF4C-4730-9F76-EF678508F4A6}" dt="2026-03-11T21:55:39.333" v="489" actId="20577"/>
          <ac:spMkLst>
            <pc:docMk/>
            <pc:sldMk cId="1628185768" sldId="262"/>
            <ac:spMk id="5" creationId="{1FB99057-058D-4611-A148-C1B2BF080D58}"/>
          </ac:spMkLst>
        </pc:spChg>
      </pc:sldChg>
      <pc:sldChg chg="new">
        <pc:chgData name="Cesar Augusto Lopez Gallego" userId="0dfa9112-9251-4882-b472-cf2dfcee09d1" providerId="ADAL" clId="{ECDE6D38-AF4C-4730-9F76-EF678508F4A6}" dt="2026-03-07T23:32:03.632" v="389" actId="680"/>
        <pc:sldMkLst>
          <pc:docMk/>
          <pc:sldMk cId="1767492901" sldId="263"/>
        </pc:sldMkLst>
      </pc:sldChg>
      <pc:sldChg chg="addSp delSp modSp new mod">
        <pc:chgData name="Cesar Augusto Lopez Gallego" userId="0dfa9112-9251-4882-b472-cf2dfcee09d1" providerId="ADAL" clId="{ECDE6D38-AF4C-4730-9F76-EF678508F4A6}" dt="2026-03-11T22:02:04.620" v="553" actId="1076"/>
        <pc:sldMkLst>
          <pc:docMk/>
          <pc:sldMk cId="3517133405" sldId="264"/>
        </pc:sldMkLst>
        <pc:spChg chg="del">
          <ac:chgData name="Cesar Augusto Lopez Gallego" userId="0dfa9112-9251-4882-b472-cf2dfcee09d1" providerId="ADAL" clId="{ECDE6D38-AF4C-4730-9F76-EF678508F4A6}" dt="2026-03-11T21:54:44.421" v="456" actId="478"/>
          <ac:spMkLst>
            <pc:docMk/>
            <pc:sldMk cId="3517133405" sldId="264"/>
            <ac:spMk id="2" creationId="{B39323F9-6880-4DCF-ABF6-126E46928845}"/>
          </ac:spMkLst>
        </pc:spChg>
        <pc:spChg chg="del">
          <ac:chgData name="Cesar Augusto Lopez Gallego" userId="0dfa9112-9251-4882-b472-cf2dfcee09d1" providerId="ADAL" clId="{ECDE6D38-AF4C-4730-9F76-EF678508F4A6}" dt="2026-03-11T21:54:44.421" v="456" actId="478"/>
          <ac:spMkLst>
            <pc:docMk/>
            <pc:sldMk cId="3517133405" sldId="264"/>
            <ac:spMk id="3" creationId="{A06F43FC-6E67-488D-AFE0-AE650A4FECB1}"/>
          </ac:spMkLst>
        </pc:spChg>
        <pc:spChg chg="add mod">
          <ac:chgData name="Cesar Augusto Lopez Gallego" userId="0dfa9112-9251-4882-b472-cf2dfcee09d1" providerId="ADAL" clId="{ECDE6D38-AF4C-4730-9F76-EF678508F4A6}" dt="2026-03-11T22:01:01.436" v="547" actId="1076"/>
          <ac:spMkLst>
            <pc:docMk/>
            <pc:sldMk cId="3517133405" sldId="264"/>
            <ac:spMk id="4" creationId="{BA5DCDAA-F2C5-4045-AB98-1E1D1A6B8286}"/>
          </ac:spMkLst>
        </pc:spChg>
        <pc:spChg chg="add mod">
          <ac:chgData name="Cesar Augusto Lopez Gallego" userId="0dfa9112-9251-4882-b472-cf2dfcee09d1" providerId="ADAL" clId="{ECDE6D38-AF4C-4730-9F76-EF678508F4A6}" dt="2026-03-11T21:58:51.188" v="543" actId="1076"/>
          <ac:spMkLst>
            <pc:docMk/>
            <pc:sldMk cId="3517133405" sldId="264"/>
            <ac:spMk id="7" creationId="{EC0949FE-313C-4643-937D-D3DE13417FC7}"/>
          </ac:spMkLst>
        </pc:spChg>
        <pc:spChg chg="add mod">
          <ac:chgData name="Cesar Augusto Lopez Gallego" userId="0dfa9112-9251-4882-b472-cf2dfcee09d1" providerId="ADAL" clId="{ECDE6D38-AF4C-4730-9F76-EF678508F4A6}" dt="2026-03-11T22:02:04.620" v="553" actId="1076"/>
          <ac:spMkLst>
            <pc:docMk/>
            <pc:sldMk cId="3517133405" sldId="264"/>
            <ac:spMk id="9" creationId="{284407A1-37F9-4AC7-96B7-9A6A3D166B99}"/>
          </ac:spMkLst>
        </pc:spChg>
        <pc:picChg chg="add mod">
          <ac:chgData name="Cesar Augusto Lopez Gallego" userId="0dfa9112-9251-4882-b472-cf2dfcee09d1" providerId="ADAL" clId="{ECDE6D38-AF4C-4730-9F76-EF678508F4A6}" dt="2026-03-11T22:00:08.924" v="544" actId="1076"/>
          <ac:picMkLst>
            <pc:docMk/>
            <pc:sldMk cId="3517133405" sldId="264"/>
            <ac:picMk id="1026" creationId="{8D5621BB-3EAC-4F4A-8287-D54C0C20F205}"/>
          </ac:picMkLst>
        </pc:picChg>
      </pc:sldChg>
      <pc:sldChg chg="addSp delSp modSp new mod">
        <pc:chgData name="Cesar Augusto Lopez Gallego" userId="0dfa9112-9251-4882-b472-cf2dfcee09d1" providerId="ADAL" clId="{ECDE6D38-AF4C-4730-9F76-EF678508F4A6}" dt="2026-03-11T21:58:25.303" v="533" actId="21"/>
        <pc:sldMkLst>
          <pc:docMk/>
          <pc:sldMk cId="3963639589" sldId="265"/>
        </pc:sldMkLst>
        <pc:spChg chg="del">
          <ac:chgData name="Cesar Augusto Lopez Gallego" userId="0dfa9112-9251-4882-b472-cf2dfcee09d1" providerId="ADAL" clId="{ECDE6D38-AF4C-4730-9F76-EF678508F4A6}" dt="2026-03-11T21:56:11.565" v="491" actId="478"/>
          <ac:spMkLst>
            <pc:docMk/>
            <pc:sldMk cId="3963639589" sldId="265"/>
            <ac:spMk id="2" creationId="{4CBB183A-07EC-4280-B1DD-E83400D57C98}"/>
          </ac:spMkLst>
        </pc:spChg>
        <pc:spChg chg="del">
          <ac:chgData name="Cesar Augusto Lopez Gallego" userId="0dfa9112-9251-4882-b472-cf2dfcee09d1" providerId="ADAL" clId="{ECDE6D38-AF4C-4730-9F76-EF678508F4A6}" dt="2026-03-11T21:56:11.565" v="491" actId="478"/>
          <ac:spMkLst>
            <pc:docMk/>
            <pc:sldMk cId="3963639589" sldId="265"/>
            <ac:spMk id="3" creationId="{705F8AD1-A19F-48E2-AD2E-45E272A59C58}"/>
          </ac:spMkLst>
        </pc:spChg>
        <pc:spChg chg="add mod">
          <ac:chgData name="Cesar Augusto Lopez Gallego" userId="0dfa9112-9251-4882-b472-cf2dfcee09d1" providerId="ADAL" clId="{ECDE6D38-AF4C-4730-9F76-EF678508F4A6}" dt="2026-03-11T21:58:25.303" v="533" actId="21"/>
          <ac:spMkLst>
            <pc:docMk/>
            <pc:sldMk cId="3963639589" sldId="265"/>
            <ac:spMk id="5" creationId="{C288E1FD-2A4F-4DB6-9050-C42116F0D2FA}"/>
          </ac:spMkLst>
        </pc:spChg>
      </pc:sldChg>
      <pc:sldMasterChg chg="addSldLayout">
        <pc:chgData name="Cesar Augusto Lopez Gallego" userId="0dfa9112-9251-4882-b472-cf2dfcee09d1" providerId="ADAL" clId="{ECDE6D38-AF4C-4730-9F76-EF678508F4A6}" dt="2026-03-07T22:51:25.338" v="0" actId="680"/>
        <pc:sldMasterMkLst>
          <pc:docMk/>
          <pc:sldMasterMk cId="3120075465" sldId="2147483648"/>
        </pc:sldMasterMkLst>
        <pc:sldLayoutChg chg="add">
          <pc:chgData name="Cesar Augusto Lopez Gallego" userId="0dfa9112-9251-4882-b472-cf2dfcee09d1" providerId="ADAL" clId="{ECDE6D38-AF4C-4730-9F76-EF678508F4A6}" dt="2026-03-07T22:51:25.338" v="0" actId="680"/>
          <pc:sldLayoutMkLst>
            <pc:docMk/>
            <pc:sldMasterMk cId="3120075465" sldId="2147483648"/>
            <pc:sldLayoutMk cId="3107944814"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de título Medellín">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2596E66B-05E0-5444-8A9C-D3EB1F16D416}"/>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7" name="Marcador de texto 6">
            <a:extLst>
              <a:ext uri="{FF2B5EF4-FFF2-40B4-BE49-F238E27FC236}">
                <a16:creationId xmlns:a16="http://schemas.microsoft.com/office/drawing/2014/main" id="{72EAC24B-8E5A-8243-AE31-3EF52762FFE5}"/>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Medellín</a:t>
            </a:r>
            <a:endParaRPr lang="es-CO" dirty="0"/>
          </a:p>
        </p:txBody>
      </p:sp>
    </p:spTree>
    <p:extLst>
      <p:ext uri="{BB962C8B-B14F-4D97-AF65-F5344CB8AC3E}">
        <p14:creationId xmlns:p14="http://schemas.microsoft.com/office/powerpoint/2010/main" val="1101759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apositiva de título Bucaramanga">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64902D8C-5974-7645-9CED-F972FEE3FDAA}"/>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5" name="Marcador de texto 6">
            <a:extLst>
              <a:ext uri="{FF2B5EF4-FFF2-40B4-BE49-F238E27FC236}">
                <a16:creationId xmlns:a16="http://schemas.microsoft.com/office/drawing/2014/main" id="{8716CF4F-DD12-CE44-9367-00355C6C1C07}"/>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Bucaramanga</a:t>
            </a:r>
            <a:endParaRPr lang="es-CO" dirty="0"/>
          </a:p>
        </p:txBody>
      </p:sp>
    </p:spTree>
    <p:extLst>
      <p:ext uri="{BB962C8B-B14F-4D97-AF65-F5344CB8AC3E}">
        <p14:creationId xmlns:p14="http://schemas.microsoft.com/office/powerpoint/2010/main" val="2267253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a de Título Montería">
    <p:spTree>
      <p:nvGrpSpPr>
        <p:cNvPr id="1" name=""/>
        <p:cNvGrpSpPr/>
        <p:nvPr/>
      </p:nvGrpSpPr>
      <p:grpSpPr>
        <a:xfrm>
          <a:off x="0" y="0"/>
          <a:ext cx="0" cy="0"/>
          <a:chOff x="0" y="0"/>
          <a:chExt cx="0" cy="0"/>
        </a:xfrm>
      </p:grpSpPr>
      <p:sp>
        <p:nvSpPr>
          <p:cNvPr id="3" name="Marcador de texto 3">
            <a:extLst>
              <a:ext uri="{FF2B5EF4-FFF2-40B4-BE49-F238E27FC236}">
                <a16:creationId xmlns:a16="http://schemas.microsoft.com/office/drawing/2014/main" id="{E415E9DB-A2B7-C448-82DB-70C3AF6F1A55}"/>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4" name="Marcador de texto 6">
            <a:extLst>
              <a:ext uri="{FF2B5EF4-FFF2-40B4-BE49-F238E27FC236}">
                <a16:creationId xmlns:a16="http://schemas.microsoft.com/office/drawing/2014/main" id="{4673C5EA-B31B-AF44-864D-09A9EB6DC439}"/>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Montería</a:t>
            </a:r>
            <a:endParaRPr lang="es-CO" dirty="0"/>
          </a:p>
        </p:txBody>
      </p:sp>
    </p:spTree>
    <p:extLst>
      <p:ext uri="{BB962C8B-B14F-4D97-AF65-F5344CB8AC3E}">
        <p14:creationId xmlns:p14="http://schemas.microsoft.com/office/powerpoint/2010/main" val="1028839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sitiva de Título Palmira">
    <p:spTree>
      <p:nvGrpSpPr>
        <p:cNvPr id="1" name=""/>
        <p:cNvGrpSpPr/>
        <p:nvPr/>
      </p:nvGrpSpPr>
      <p:grpSpPr>
        <a:xfrm>
          <a:off x="0" y="0"/>
          <a:ext cx="0" cy="0"/>
          <a:chOff x="0" y="0"/>
          <a:chExt cx="0" cy="0"/>
        </a:xfrm>
      </p:grpSpPr>
      <p:sp>
        <p:nvSpPr>
          <p:cNvPr id="3" name="Marcador de texto 3">
            <a:extLst>
              <a:ext uri="{FF2B5EF4-FFF2-40B4-BE49-F238E27FC236}">
                <a16:creationId xmlns:a16="http://schemas.microsoft.com/office/drawing/2014/main" id="{ACD3065D-D187-F24F-802B-82D917750B68}"/>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4" name="Marcador de texto 6">
            <a:extLst>
              <a:ext uri="{FF2B5EF4-FFF2-40B4-BE49-F238E27FC236}">
                <a16:creationId xmlns:a16="http://schemas.microsoft.com/office/drawing/2014/main" id="{A2D5DE44-AD08-DB48-B4DE-6FC84952E471}"/>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Palmira</a:t>
            </a:r>
            <a:endParaRPr lang="es-CO" dirty="0"/>
          </a:p>
        </p:txBody>
      </p:sp>
    </p:spTree>
    <p:extLst>
      <p:ext uri="{BB962C8B-B14F-4D97-AF65-F5344CB8AC3E}">
        <p14:creationId xmlns:p14="http://schemas.microsoft.com/office/powerpoint/2010/main" val="2875884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ítulo y text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1F73B532-45B4-2C46-A8D5-63C800784919}"/>
              </a:ext>
            </a:extLst>
          </p:cNvPr>
          <p:cNvSpPr>
            <a:spLocks noGrp="1"/>
          </p:cNvSpPr>
          <p:nvPr>
            <p:ph type="title"/>
          </p:nvPr>
        </p:nvSpPr>
        <p:spPr>
          <a:xfrm>
            <a:off x="599005" y="1203891"/>
            <a:ext cx="9559128"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8" name="Marcador de texto 7">
            <a:extLst>
              <a:ext uri="{FF2B5EF4-FFF2-40B4-BE49-F238E27FC236}">
                <a16:creationId xmlns:a16="http://schemas.microsoft.com/office/drawing/2014/main" id="{3CB2CCC8-6A51-0448-B720-4D06071CFDCF}"/>
              </a:ext>
            </a:extLst>
          </p:cNvPr>
          <p:cNvSpPr>
            <a:spLocks noGrp="1"/>
          </p:cNvSpPr>
          <p:nvPr>
            <p:ph type="body" sz="quarter" idx="11"/>
          </p:nvPr>
        </p:nvSpPr>
        <p:spPr>
          <a:xfrm>
            <a:off x="599005" y="2896721"/>
            <a:ext cx="9559127" cy="2384051"/>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1611208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texto-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73F491-1BDC-0443-9398-BE5406EACA58}"/>
              </a:ext>
            </a:extLst>
          </p:cNvPr>
          <p:cNvSpPr>
            <a:spLocks noGrp="1"/>
          </p:cNvSpPr>
          <p:nvPr>
            <p:ph type="title"/>
          </p:nvPr>
        </p:nvSpPr>
        <p:spPr>
          <a:xfrm>
            <a:off x="448855" y="1203891"/>
            <a:ext cx="11262311"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exto 4">
            <a:extLst>
              <a:ext uri="{FF2B5EF4-FFF2-40B4-BE49-F238E27FC236}">
                <a16:creationId xmlns:a16="http://schemas.microsoft.com/office/drawing/2014/main" id="{07058790-96AD-CA4D-A66F-9786E6AA400D}"/>
              </a:ext>
            </a:extLst>
          </p:cNvPr>
          <p:cNvSpPr>
            <a:spLocks noGrp="1"/>
          </p:cNvSpPr>
          <p:nvPr>
            <p:ph type="body" sz="quarter" idx="10"/>
          </p:nvPr>
        </p:nvSpPr>
        <p:spPr>
          <a:xfrm>
            <a:off x="448236" y="2909328"/>
            <a:ext cx="6042772" cy="32034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posición de imagen 6">
            <a:extLst>
              <a:ext uri="{FF2B5EF4-FFF2-40B4-BE49-F238E27FC236}">
                <a16:creationId xmlns:a16="http://schemas.microsoft.com/office/drawing/2014/main" id="{4DDFD31F-1FED-CC47-939B-20E7A96EEEDD}"/>
              </a:ext>
            </a:extLst>
          </p:cNvPr>
          <p:cNvSpPr>
            <a:spLocks noGrp="1"/>
          </p:cNvSpPr>
          <p:nvPr>
            <p:ph type="pic" sz="quarter" idx="11"/>
          </p:nvPr>
        </p:nvSpPr>
        <p:spPr>
          <a:xfrm>
            <a:off x="6674504" y="2860302"/>
            <a:ext cx="5035643" cy="3252507"/>
          </a:xfrm>
        </p:spPr>
        <p:txBody>
          <a:bodyPr/>
          <a:lstStyle/>
          <a:p>
            <a:endParaRPr lang="es-CO"/>
          </a:p>
        </p:txBody>
      </p:sp>
    </p:spTree>
    <p:extLst>
      <p:ext uri="{BB962C8B-B14F-4D97-AF65-F5344CB8AC3E}">
        <p14:creationId xmlns:p14="http://schemas.microsoft.com/office/powerpoint/2010/main" val="88074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ítulo y multimedia">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63E924A9-CAF5-9B4B-98E0-85F673CB30AC}"/>
              </a:ext>
            </a:extLst>
          </p:cNvPr>
          <p:cNvSpPr>
            <a:spLocks noGrp="1"/>
          </p:cNvSpPr>
          <p:nvPr>
            <p:ph type="title"/>
          </p:nvPr>
        </p:nvSpPr>
        <p:spPr>
          <a:xfrm>
            <a:off x="623454" y="531538"/>
            <a:ext cx="9559128" cy="1106559"/>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medios 4">
            <a:extLst>
              <a:ext uri="{FF2B5EF4-FFF2-40B4-BE49-F238E27FC236}">
                <a16:creationId xmlns:a16="http://schemas.microsoft.com/office/drawing/2014/main" id="{BEF3CE8C-793C-1145-84DD-7B818CE544BC}"/>
              </a:ext>
            </a:extLst>
          </p:cNvPr>
          <p:cNvSpPr>
            <a:spLocks noGrp="1"/>
          </p:cNvSpPr>
          <p:nvPr>
            <p:ph type="media" sz="quarter" idx="10"/>
          </p:nvPr>
        </p:nvSpPr>
        <p:spPr>
          <a:xfrm>
            <a:off x="623327" y="1857101"/>
            <a:ext cx="9558618" cy="4096024"/>
          </a:xfrm>
        </p:spPr>
        <p:txBody>
          <a:bodyPr/>
          <a:lstStyle/>
          <a:p>
            <a:endParaRPr lang="es-CO"/>
          </a:p>
        </p:txBody>
      </p:sp>
    </p:spTree>
    <p:extLst>
      <p:ext uri="{BB962C8B-B14F-4D97-AF65-F5344CB8AC3E}">
        <p14:creationId xmlns:p14="http://schemas.microsoft.com/office/powerpoint/2010/main" val="4104944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abla-gráfico-texto">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F673202-8B18-514D-9685-8D97863D7A53}"/>
              </a:ext>
            </a:extLst>
          </p:cNvPr>
          <p:cNvSpPr>
            <a:spLocks noGrp="1"/>
          </p:cNvSpPr>
          <p:nvPr>
            <p:ph type="title"/>
          </p:nvPr>
        </p:nvSpPr>
        <p:spPr>
          <a:xfrm>
            <a:off x="448856" y="1338366"/>
            <a:ext cx="10443263"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abla 4">
            <a:extLst>
              <a:ext uri="{FF2B5EF4-FFF2-40B4-BE49-F238E27FC236}">
                <a16:creationId xmlns:a16="http://schemas.microsoft.com/office/drawing/2014/main" id="{6450A7A0-43E0-1440-B983-790CAD8F434B}"/>
              </a:ext>
            </a:extLst>
          </p:cNvPr>
          <p:cNvSpPr>
            <a:spLocks noGrp="1"/>
          </p:cNvSpPr>
          <p:nvPr>
            <p:ph type="tbl" sz="quarter" idx="10"/>
          </p:nvPr>
        </p:nvSpPr>
        <p:spPr>
          <a:xfrm>
            <a:off x="448855" y="2994776"/>
            <a:ext cx="3781365" cy="2970960"/>
          </a:xfrm>
        </p:spPr>
        <p:txBody>
          <a:bodyPr/>
          <a:lstStyle/>
          <a:p>
            <a:endParaRPr lang="es-CO"/>
          </a:p>
        </p:txBody>
      </p:sp>
      <p:sp>
        <p:nvSpPr>
          <p:cNvPr id="7" name="Marcador de gráfico 6">
            <a:extLst>
              <a:ext uri="{FF2B5EF4-FFF2-40B4-BE49-F238E27FC236}">
                <a16:creationId xmlns:a16="http://schemas.microsoft.com/office/drawing/2014/main" id="{BD301C88-2BAD-5147-A445-06CFDF36B11C}"/>
              </a:ext>
            </a:extLst>
          </p:cNvPr>
          <p:cNvSpPr>
            <a:spLocks noGrp="1"/>
          </p:cNvSpPr>
          <p:nvPr>
            <p:ph type="chart" sz="quarter" idx="11"/>
          </p:nvPr>
        </p:nvSpPr>
        <p:spPr>
          <a:xfrm>
            <a:off x="4450137" y="3007001"/>
            <a:ext cx="3263713" cy="2970960"/>
          </a:xfrm>
        </p:spPr>
        <p:txBody>
          <a:bodyPr/>
          <a:lstStyle/>
          <a:p>
            <a:endParaRPr lang="es-CO"/>
          </a:p>
        </p:txBody>
      </p:sp>
      <p:sp>
        <p:nvSpPr>
          <p:cNvPr id="9" name="Marcador de texto 8">
            <a:extLst>
              <a:ext uri="{FF2B5EF4-FFF2-40B4-BE49-F238E27FC236}">
                <a16:creationId xmlns:a16="http://schemas.microsoft.com/office/drawing/2014/main" id="{EE5037AD-8243-C146-BBB8-4B269A3DE6F8}"/>
              </a:ext>
            </a:extLst>
          </p:cNvPr>
          <p:cNvSpPr>
            <a:spLocks noGrp="1"/>
          </p:cNvSpPr>
          <p:nvPr>
            <p:ph type="body" sz="quarter" idx="12"/>
          </p:nvPr>
        </p:nvSpPr>
        <p:spPr>
          <a:xfrm>
            <a:off x="7909953" y="3007001"/>
            <a:ext cx="2982165" cy="29709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541510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legio Marinilla">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4179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legio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2379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legio-texto e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C6558C-9957-AE48-B09C-A4407EA0C8AC}"/>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exto 4">
            <a:extLst>
              <a:ext uri="{FF2B5EF4-FFF2-40B4-BE49-F238E27FC236}">
                <a16:creationId xmlns:a16="http://schemas.microsoft.com/office/drawing/2014/main" id="{00D30D66-9919-7345-8589-FCCA19022206}"/>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80974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Personas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4551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magen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8078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ostgrad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4C6B46-AE0A-2242-9732-D30BEEE455A8}"/>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3" name="Marcador de texto 4">
            <a:extLst>
              <a:ext uri="{FF2B5EF4-FFF2-40B4-BE49-F238E27FC236}">
                <a16:creationId xmlns:a16="http://schemas.microsoft.com/office/drawing/2014/main" id="{95848E47-E960-F840-BCAE-22AFDD09C7E0}"/>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35676376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Imagen Bucaramanga">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31189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Personas Bucaramanga">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6253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ersonas Monter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2835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Imagen Montería">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4D7DA507-BAB2-9D4E-9E47-F7A0ED598DF1}"/>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4" name="Marcador de texto 4">
            <a:extLst>
              <a:ext uri="{FF2B5EF4-FFF2-40B4-BE49-F238E27FC236}">
                <a16:creationId xmlns:a16="http://schemas.microsoft.com/office/drawing/2014/main" id="{F1105376-6298-1040-BAAE-3D749FDA6643}"/>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1553768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ersonas Palmira">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0461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parador Me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42399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parador Buc">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12071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parador Mo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5962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parador Pal">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10542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0"/>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222" indent="0">
              <a:buNone/>
              <a:defRPr sz="2000">
                <a:solidFill>
                  <a:schemeClr val="tx1">
                    <a:tint val="75000"/>
                  </a:schemeClr>
                </a:solidFill>
              </a:defRPr>
            </a:lvl2pPr>
            <a:lvl3pPr marL="914443" indent="0">
              <a:buNone/>
              <a:defRPr sz="1800">
                <a:solidFill>
                  <a:schemeClr val="tx1">
                    <a:tint val="75000"/>
                  </a:schemeClr>
                </a:solidFill>
              </a:defRPr>
            </a:lvl3pPr>
            <a:lvl4pPr marL="1371666" indent="0">
              <a:buNone/>
              <a:defRPr sz="1600">
                <a:solidFill>
                  <a:schemeClr val="tx1">
                    <a:tint val="75000"/>
                  </a:schemeClr>
                </a:solidFill>
              </a:defRPr>
            </a:lvl4pPr>
            <a:lvl5pPr marL="1828888" indent="0">
              <a:buNone/>
              <a:defRPr sz="1600">
                <a:solidFill>
                  <a:schemeClr val="tx1">
                    <a:tint val="75000"/>
                  </a:schemeClr>
                </a:solidFill>
              </a:defRPr>
            </a:lvl5pPr>
            <a:lvl6pPr marL="2286110" indent="0">
              <a:buNone/>
              <a:defRPr sz="1600">
                <a:solidFill>
                  <a:schemeClr val="tx1">
                    <a:tint val="75000"/>
                  </a:schemeClr>
                </a:solidFill>
              </a:defRPr>
            </a:lvl6pPr>
            <a:lvl7pPr marL="2743331" indent="0">
              <a:buNone/>
              <a:defRPr sz="1600">
                <a:solidFill>
                  <a:schemeClr val="tx1">
                    <a:tint val="75000"/>
                  </a:schemeClr>
                </a:solidFill>
              </a:defRPr>
            </a:lvl7pPr>
            <a:lvl8pPr marL="3200552" indent="0">
              <a:buNone/>
              <a:defRPr sz="1600">
                <a:solidFill>
                  <a:schemeClr val="tx1">
                    <a:tint val="75000"/>
                  </a:schemeClr>
                </a:solidFill>
              </a:defRPr>
            </a:lvl8pPr>
            <a:lvl9pPr marL="3657775" indent="0">
              <a:buNone/>
              <a:defRPr sz="16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6B86245D-015E-46AE-96CC-32E8A5E9A1DF}" type="datetimeFigureOut">
              <a:rPr lang="es-CO" smtClean="0"/>
              <a:t>6/04/2026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42144319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6/04/2026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34056672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B86245D-015E-46AE-96CC-32E8A5E9A1DF}" type="datetimeFigureOut">
              <a:rPr lang="es-CO" smtClean="0"/>
              <a:t>6/04/2026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34072707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11" indent="0" algn="ctr">
              <a:buNone/>
              <a:defRPr sz="2000"/>
            </a:lvl2pPr>
            <a:lvl3pPr marL="914422" indent="0" algn="ctr">
              <a:buNone/>
              <a:defRPr sz="1800"/>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6/04/2026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3468166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562" y="287047"/>
            <a:ext cx="11294289"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13563" y="1747546"/>
            <a:ext cx="11294289" cy="4169160"/>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60607809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Lst>
  <p:txStyles>
    <p:titleStyle>
      <a:lvl1pPr algn="l" defTabSz="914422" rtl="0" eaLnBrk="1" latinLnBrk="0" hangingPunct="1">
        <a:lnSpc>
          <a:spcPct val="90000"/>
        </a:lnSpc>
        <a:spcBef>
          <a:spcPct val="0"/>
        </a:spcBef>
        <a:buNone/>
        <a:defRPr sz="4401" kern="1200">
          <a:solidFill>
            <a:schemeClr val="tx1">
              <a:lumMod val="75000"/>
              <a:lumOff val="25000"/>
            </a:schemeClr>
          </a:solidFill>
          <a:latin typeface="Flama Condensed Light" panose="02000000000000000000" pitchFamily="50" charset="0"/>
          <a:ea typeface="+mj-ea"/>
          <a:cs typeface="+mj-cs"/>
        </a:defRPr>
      </a:lvl1pPr>
    </p:titleStyle>
    <p:bodyStyle>
      <a:lvl1pPr marL="228605" indent="-228605" algn="l" defTabSz="914422"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Flama Condensed Light" panose="02000000000000000000" pitchFamily="50" charset="0"/>
          <a:ea typeface="+mn-ea"/>
          <a:cs typeface="+mn-cs"/>
        </a:defRPr>
      </a:lvl1pPr>
      <a:lvl2pPr marL="685816" indent="-228605" algn="l" defTabSz="914422"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Flama Condensed Light" panose="02000000000000000000" pitchFamily="50" charset="0"/>
          <a:ea typeface="+mn-ea"/>
          <a:cs typeface="+mn-cs"/>
        </a:defRPr>
      </a:lvl2pPr>
      <a:lvl3pPr marL="1143027" indent="-228605" algn="l" defTabSz="914422"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Flama Condensed Light" panose="02000000000000000000" pitchFamily="50" charset="0"/>
          <a:ea typeface="+mn-ea"/>
          <a:cs typeface="+mn-cs"/>
        </a:defRPr>
      </a:lvl3pPr>
      <a:lvl4pPr marL="1600239" indent="-228605" algn="l" defTabSz="914422"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Flama Condensed Light" panose="02000000000000000000" pitchFamily="50" charset="0"/>
          <a:ea typeface="+mn-ea"/>
          <a:cs typeface="+mn-cs"/>
        </a:defRPr>
      </a:lvl4pPr>
      <a:lvl5pPr marL="2057449" indent="-228605" algn="l" defTabSz="914422"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Flama Condensed Light" panose="02000000000000000000" pitchFamily="50" charset="0"/>
          <a:ea typeface="+mn-ea"/>
          <a:cs typeface="+mn-cs"/>
        </a:defRPr>
      </a:lvl5pPr>
      <a:lvl6pPr marL="2514660"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1"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2"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3"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2" rtl="0" eaLnBrk="1" latinLnBrk="0" hangingPunct="1">
        <a:defRPr sz="1800" kern="1200">
          <a:solidFill>
            <a:schemeClr val="tx1"/>
          </a:solidFill>
          <a:latin typeface="+mn-lt"/>
          <a:ea typeface="+mn-ea"/>
          <a:cs typeface="+mn-cs"/>
        </a:defRPr>
      </a:lvl1pPr>
      <a:lvl2pPr marL="457211" algn="l" defTabSz="914422" rtl="0" eaLnBrk="1" latinLnBrk="0" hangingPunct="1">
        <a:defRPr sz="1800" kern="1200">
          <a:solidFill>
            <a:schemeClr val="tx1"/>
          </a:solidFill>
          <a:latin typeface="+mn-lt"/>
          <a:ea typeface="+mn-ea"/>
          <a:cs typeface="+mn-cs"/>
        </a:defRPr>
      </a:lvl2pPr>
      <a:lvl3pPr marL="914422" algn="l" defTabSz="914422" rtl="0" eaLnBrk="1" latinLnBrk="0" hangingPunct="1">
        <a:defRPr sz="1800" kern="1200">
          <a:solidFill>
            <a:schemeClr val="tx1"/>
          </a:solidFill>
          <a:latin typeface="+mn-lt"/>
          <a:ea typeface="+mn-ea"/>
          <a:cs typeface="+mn-cs"/>
        </a:defRPr>
      </a:lvl3pPr>
      <a:lvl4pPr marL="1371633" algn="l" defTabSz="914422" rtl="0" eaLnBrk="1" latinLnBrk="0" hangingPunct="1">
        <a:defRPr sz="1800" kern="1200">
          <a:solidFill>
            <a:schemeClr val="tx1"/>
          </a:solidFill>
          <a:latin typeface="+mn-lt"/>
          <a:ea typeface="+mn-ea"/>
          <a:cs typeface="+mn-cs"/>
        </a:defRPr>
      </a:lvl4pPr>
      <a:lvl5pPr marL="1828844" algn="l" defTabSz="914422" rtl="0" eaLnBrk="1" latinLnBrk="0" hangingPunct="1">
        <a:defRPr sz="1800" kern="1200">
          <a:solidFill>
            <a:schemeClr val="tx1"/>
          </a:solidFill>
          <a:latin typeface="+mn-lt"/>
          <a:ea typeface="+mn-ea"/>
          <a:cs typeface="+mn-cs"/>
        </a:defRPr>
      </a:lvl5pPr>
      <a:lvl6pPr marL="2286055" algn="l" defTabSz="914422" rtl="0" eaLnBrk="1" latinLnBrk="0" hangingPunct="1">
        <a:defRPr sz="1800" kern="1200">
          <a:solidFill>
            <a:schemeClr val="tx1"/>
          </a:solidFill>
          <a:latin typeface="+mn-lt"/>
          <a:ea typeface="+mn-ea"/>
          <a:cs typeface="+mn-cs"/>
        </a:defRPr>
      </a:lvl6pPr>
      <a:lvl7pPr marL="2743266" algn="l" defTabSz="914422" rtl="0" eaLnBrk="1" latinLnBrk="0" hangingPunct="1">
        <a:defRPr sz="1800" kern="1200">
          <a:solidFill>
            <a:schemeClr val="tx1"/>
          </a:solidFill>
          <a:latin typeface="+mn-lt"/>
          <a:ea typeface="+mn-ea"/>
          <a:cs typeface="+mn-cs"/>
        </a:defRPr>
      </a:lvl7pPr>
      <a:lvl8pPr marL="3200476" algn="l" defTabSz="914422" rtl="0" eaLnBrk="1" latinLnBrk="0" hangingPunct="1">
        <a:defRPr sz="1800" kern="1200">
          <a:solidFill>
            <a:schemeClr val="tx1"/>
          </a:solidFill>
          <a:latin typeface="+mn-lt"/>
          <a:ea typeface="+mn-ea"/>
          <a:cs typeface="+mn-cs"/>
        </a:defRPr>
      </a:lvl8pPr>
      <a:lvl9pPr marL="3657687" algn="l" defTabSz="91442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8.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4.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5.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6.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7.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8.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9.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0.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1.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3.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4.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5.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hyperlink" Target="https://learn.microsoft.com/es-es/azure/architecture/best-practices/api-implementation" TargetMode="External"/><Relationship Id="rId2" Type="http://schemas.openxmlformats.org/officeDocument/2006/relationships/hyperlink" Target="https://learn.microsoft.com/es-es/azure/architecture/guide/architecture-styles/microservices" TargetMode="External"/><Relationship Id="rId1" Type="http://schemas.openxmlformats.org/officeDocument/2006/relationships/slideLayout" Target="../slideLayouts/slideLayout27.xml"/><Relationship Id="rId4" Type="http://schemas.openxmlformats.org/officeDocument/2006/relationships/hyperlink" Target="https://vfunction.com/blog/microservices-architecture-guid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DB5F6C-84A5-44C0-8050-8FAF5E3CE5F8}"/>
              </a:ext>
            </a:extLst>
          </p:cNvPr>
          <p:cNvSpPr>
            <a:spLocks noGrp="1"/>
          </p:cNvSpPr>
          <p:nvPr>
            <p:ph type="ctrTitle"/>
          </p:nvPr>
        </p:nvSpPr>
        <p:spPr>
          <a:xfrm>
            <a:off x="1524000" y="4582292"/>
            <a:ext cx="9144000" cy="1009134"/>
          </a:xfrm>
        </p:spPr>
        <p:txBody>
          <a:bodyPr>
            <a:normAutofit/>
          </a:bodyPr>
          <a:lstStyle/>
          <a:p>
            <a:r>
              <a:rPr lang="es-ES" sz="4400" dirty="0"/>
              <a:t>MICROSERVICIOS</a:t>
            </a:r>
            <a:endParaRPr lang="es-419" sz="4400" dirty="0"/>
          </a:p>
        </p:txBody>
      </p:sp>
      <p:pic>
        <p:nvPicPr>
          <p:cNvPr id="8" name="Imagen 7">
            <a:extLst>
              <a:ext uri="{FF2B5EF4-FFF2-40B4-BE49-F238E27FC236}">
                <a16:creationId xmlns:a16="http://schemas.microsoft.com/office/drawing/2014/main" id="{DD04D954-2598-4B9A-98E6-DCFF464ADD03}"/>
              </a:ext>
            </a:extLst>
          </p:cNvPr>
          <p:cNvPicPr>
            <a:picLocks noChangeAspect="1"/>
          </p:cNvPicPr>
          <p:nvPr/>
        </p:nvPicPr>
        <p:blipFill>
          <a:blip r:embed="rId4"/>
          <a:stretch>
            <a:fillRect/>
          </a:stretch>
        </p:blipFill>
        <p:spPr>
          <a:xfrm>
            <a:off x="2729282" y="1016919"/>
            <a:ext cx="6492803" cy="3238781"/>
          </a:xfrm>
          <a:prstGeom prst="rect">
            <a:avLst/>
          </a:prstGeom>
        </p:spPr>
      </p:pic>
    </p:spTree>
    <p:extLst>
      <p:ext uri="{BB962C8B-B14F-4D97-AF65-F5344CB8AC3E}">
        <p14:creationId xmlns:p14="http://schemas.microsoft.com/office/powerpoint/2010/main" val="89879763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1EE08B34-1EEF-4A87-8B7C-AA9967DC297F}"/>
              </a:ext>
            </a:extLst>
          </p:cNvPr>
          <p:cNvSpPr txBox="1"/>
          <p:nvPr/>
        </p:nvSpPr>
        <p:spPr>
          <a:xfrm>
            <a:off x="3898231" y="1859339"/>
            <a:ext cx="6689534" cy="3139321"/>
          </a:xfrm>
          <a:prstGeom prst="rect">
            <a:avLst/>
          </a:prstGeom>
          <a:noFill/>
        </p:spPr>
        <p:txBody>
          <a:bodyPr wrap="square">
            <a:spAutoFit/>
          </a:bodyPr>
          <a:lstStyle/>
          <a:p>
            <a:r>
              <a:rPr lang="es-ES" dirty="0"/>
              <a:t>Los microservicios son un enfoque arquitectónico para construir software empresarial que descompone una aplicación en un conjunto de servicios pequeños, independientes, </a:t>
            </a:r>
            <a:r>
              <a:rPr lang="es-ES" b="0" i="0" dirty="0">
                <a:solidFill>
                  <a:srgbClr val="000000"/>
                </a:solidFill>
                <a:effectLst/>
                <a:latin typeface="DM Sans"/>
              </a:rPr>
              <a:t>autónomos y específicos que conforman una aplicación empresarial más amplia. </a:t>
            </a:r>
            <a:endParaRPr lang="es-ES" dirty="0"/>
          </a:p>
          <a:p>
            <a:endParaRPr lang="es-ES" dirty="0"/>
          </a:p>
          <a:p>
            <a:r>
              <a:rPr lang="es-ES" b="0" i="0" dirty="0">
                <a:solidFill>
                  <a:srgbClr val="000000"/>
                </a:solidFill>
                <a:effectLst/>
                <a:latin typeface="DM Sans"/>
              </a:rPr>
              <a:t>Como arquitectura proporciona un marco para escribir, actualizar e implementar servicios de forma independiente sin interrumpir la funcionalidad general de la aplicación. </a:t>
            </a:r>
            <a:endParaRPr lang="es-ES" dirty="0"/>
          </a:p>
          <a:p>
            <a:endParaRPr lang="es-ES" dirty="0"/>
          </a:p>
          <a:p>
            <a:r>
              <a:rPr lang="es-ES" b="0" i="0" dirty="0">
                <a:solidFill>
                  <a:srgbClr val="0A0A0A"/>
                </a:solidFill>
                <a:effectLst/>
                <a:latin typeface="Google Sans"/>
              </a:rPr>
              <a:t>Cada microservicio se ejecuta en su propio proceso y cumple una función de negocio específica.</a:t>
            </a:r>
          </a:p>
        </p:txBody>
      </p:sp>
      <p:pic>
        <p:nvPicPr>
          <p:cNvPr id="3" name="Imagen 2">
            <a:extLst>
              <a:ext uri="{FF2B5EF4-FFF2-40B4-BE49-F238E27FC236}">
                <a16:creationId xmlns:a16="http://schemas.microsoft.com/office/drawing/2014/main" id="{B6BCDB8D-D728-499D-AB0B-F7C0A43AB8F7}"/>
              </a:ext>
            </a:extLst>
          </p:cNvPr>
          <p:cNvPicPr>
            <a:picLocks noChangeAspect="1"/>
          </p:cNvPicPr>
          <p:nvPr/>
        </p:nvPicPr>
        <p:blipFill>
          <a:blip r:embed="rId4"/>
          <a:stretch>
            <a:fillRect/>
          </a:stretch>
        </p:blipFill>
        <p:spPr>
          <a:xfrm>
            <a:off x="988653" y="1744179"/>
            <a:ext cx="2432690" cy="3369642"/>
          </a:xfrm>
          <a:prstGeom prst="rect">
            <a:avLst/>
          </a:prstGeom>
        </p:spPr>
      </p:pic>
    </p:spTree>
    <p:extLst>
      <p:ext uri="{BB962C8B-B14F-4D97-AF65-F5344CB8AC3E}">
        <p14:creationId xmlns:p14="http://schemas.microsoft.com/office/powerpoint/2010/main" val="210476937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10AE910-9D6E-4D09-9881-9102ACE749A2}"/>
              </a:ext>
            </a:extLst>
          </p:cNvPr>
          <p:cNvSpPr txBox="1"/>
          <p:nvPr/>
        </p:nvSpPr>
        <p:spPr>
          <a:xfrm>
            <a:off x="953502" y="609418"/>
            <a:ext cx="7215940" cy="646331"/>
          </a:xfrm>
          <a:prstGeom prst="rect">
            <a:avLst/>
          </a:prstGeom>
          <a:noFill/>
        </p:spPr>
        <p:txBody>
          <a:bodyPr wrap="square" rtlCol="0">
            <a:spAutoFit/>
          </a:bodyPr>
          <a:lstStyle>
            <a:defPPr>
              <a:defRPr lang="es-419"/>
            </a:defPPr>
            <a:lvl1pPr>
              <a:defRPr sz="3600"/>
            </a:lvl1pPr>
          </a:lstStyle>
          <a:p>
            <a:r>
              <a:rPr lang="es-419" dirty="0"/>
              <a:t>Característica Cloud-Native</a:t>
            </a:r>
          </a:p>
        </p:txBody>
      </p:sp>
      <p:sp>
        <p:nvSpPr>
          <p:cNvPr id="7" name="CuadroTexto 6">
            <a:extLst>
              <a:ext uri="{FF2B5EF4-FFF2-40B4-BE49-F238E27FC236}">
                <a16:creationId xmlns:a16="http://schemas.microsoft.com/office/drawing/2014/main" id="{BAF9E4CD-A632-4205-A518-884882DB5703}"/>
              </a:ext>
            </a:extLst>
          </p:cNvPr>
          <p:cNvSpPr txBox="1"/>
          <p:nvPr/>
        </p:nvSpPr>
        <p:spPr>
          <a:xfrm>
            <a:off x="1469356" y="2033934"/>
            <a:ext cx="6184232" cy="3970318"/>
          </a:xfrm>
          <a:prstGeom prst="rect">
            <a:avLst/>
          </a:prstGeom>
          <a:noFill/>
        </p:spPr>
        <p:txBody>
          <a:bodyPr wrap="square">
            <a:spAutoFit/>
          </a:bodyPr>
          <a:lstStyle/>
          <a:p>
            <a:pPr marL="285750" indent="-285750">
              <a:buFont typeface="Arial" panose="020B0604020202020204" pitchFamily="34" charset="0"/>
              <a:buChar char="•"/>
            </a:pPr>
            <a:r>
              <a:rPr lang="es-ES" dirty="0"/>
              <a:t>Su diseño independiente optimiza el uso de recursos en la nube.</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Permiten una escalabilidad bajo demanda, evitando gastos innecesarios.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Su naturaleza efímera facilita crearlos o eliminarlos sin afectar al sistema.</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Deben ser lo más sin estado (</a:t>
            </a:r>
            <a:r>
              <a:rPr lang="es-ES" dirty="0" err="1"/>
              <a:t>stateless</a:t>
            </a:r>
            <a:r>
              <a:rPr lang="es-ES" dirty="0"/>
              <a:t>) posible para operar con agilidad.</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El estado y los datos temporales se gestionan en cachés o almacenes externos.</a:t>
            </a:r>
            <a:endParaRPr lang="es-419" dirty="0"/>
          </a:p>
        </p:txBody>
      </p:sp>
      <p:pic>
        <p:nvPicPr>
          <p:cNvPr id="3" name="Imagen 2">
            <a:extLst>
              <a:ext uri="{FF2B5EF4-FFF2-40B4-BE49-F238E27FC236}">
                <a16:creationId xmlns:a16="http://schemas.microsoft.com/office/drawing/2014/main" id="{9793ACF0-A981-4079-AE0A-E547C8742E83}"/>
              </a:ext>
            </a:extLst>
          </p:cNvPr>
          <p:cNvPicPr>
            <a:picLocks noChangeAspect="1"/>
          </p:cNvPicPr>
          <p:nvPr/>
        </p:nvPicPr>
        <p:blipFill>
          <a:blip r:embed="rId4"/>
          <a:stretch>
            <a:fillRect/>
          </a:stretch>
        </p:blipFill>
        <p:spPr>
          <a:xfrm>
            <a:off x="8068176" y="2827421"/>
            <a:ext cx="3298015" cy="1713423"/>
          </a:xfrm>
          <a:prstGeom prst="rect">
            <a:avLst/>
          </a:prstGeom>
        </p:spPr>
      </p:pic>
    </p:spTree>
    <p:extLst>
      <p:ext uri="{BB962C8B-B14F-4D97-AF65-F5344CB8AC3E}">
        <p14:creationId xmlns:p14="http://schemas.microsoft.com/office/powerpoint/2010/main" val="64269035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6568290-CD8F-48B9-865D-7383BA0A8AFF}"/>
              </a:ext>
            </a:extLst>
          </p:cNvPr>
          <p:cNvPicPr>
            <a:picLocks noChangeAspect="1"/>
          </p:cNvPicPr>
          <p:nvPr/>
        </p:nvPicPr>
        <p:blipFill>
          <a:blip r:embed="rId4"/>
          <a:stretch>
            <a:fillRect/>
          </a:stretch>
        </p:blipFill>
        <p:spPr>
          <a:xfrm>
            <a:off x="8238531" y="1809747"/>
            <a:ext cx="2845650" cy="1998010"/>
          </a:xfrm>
          <a:prstGeom prst="rect">
            <a:avLst/>
          </a:prstGeom>
        </p:spPr>
      </p:pic>
      <p:sp>
        <p:nvSpPr>
          <p:cNvPr id="4" name="CuadroTexto 3">
            <a:extLst>
              <a:ext uri="{FF2B5EF4-FFF2-40B4-BE49-F238E27FC236}">
                <a16:creationId xmlns:a16="http://schemas.microsoft.com/office/drawing/2014/main" id="{F9B44224-3AF9-4616-89F0-B2B6EEAD6698}"/>
              </a:ext>
            </a:extLst>
          </p:cNvPr>
          <p:cNvSpPr txBox="1"/>
          <p:nvPr/>
        </p:nvSpPr>
        <p:spPr>
          <a:xfrm>
            <a:off x="953502" y="609418"/>
            <a:ext cx="7215940" cy="1200329"/>
          </a:xfrm>
          <a:prstGeom prst="rect">
            <a:avLst/>
          </a:prstGeom>
          <a:noFill/>
        </p:spPr>
        <p:txBody>
          <a:bodyPr wrap="square" rtlCol="0">
            <a:spAutoFit/>
          </a:bodyPr>
          <a:lstStyle>
            <a:defPPr>
              <a:defRPr lang="es-419"/>
            </a:defPPr>
            <a:lvl1pPr>
              <a:defRPr sz="3600"/>
            </a:lvl1pPr>
          </a:lstStyle>
          <a:p>
            <a:r>
              <a:rPr lang="es-419" dirty="0"/>
              <a:t>Característica: Alineados con capacidades organizacionales</a:t>
            </a:r>
          </a:p>
        </p:txBody>
      </p:sp>
      <p:sp>
        <p:nvSpPr>
          <p:cNvPr id="6" name="CuadroTexto 5">
            <a:extLst>
              <a:ext uri="{FF2B5EF4-FFF2-40B4-BE49-F238E27FC236}">
                <a16:creationId xmlns:a16="http://schemas.microsoft.com/office/drawing/2014/main" id="{DD5291C9-7FB5-4F11-9EA1-20E64E6A20D0}"/>
              </a:ext>
            </a:extLst>
          </p:cNvPr>
          <p:cNvSpPr txBox="1"/>
          <p:nvPr/>
        </p:nvSpPr>
        <p:spPr>
          <a:xfrm>
            <a:off x="712869" y="3116775"/>
            <a:ext cx="8948487" cy="2585323"/>
          </a:xfrm>
          <a:prstGeom prst="rect">
            <a:avLst/>
          </a:prstGeom>
          <a:noFill/>
        </p:spPr>
        <p:txBody>
          <a:bodyPr wrap="square">
            <a:spAutoFit/>
          </a:bodyPr>
          <a:lstStyle/>
          <a:p>
            <a:pPr marL="285750" indent="-285750">
              <a:buFont typeface="Arial" panose="020B0604020202020204" pitchFamily="34" charset="0"/>
              <a:buChar char="•"/>
            </a:pPr>
            <a:r>
              <a:rPr lang="es-ES" dirty="0"/>
              <a:t>Los equipos se estructuran por </a:t>
            </a:r>
            <a:r>
              <a:rPr lang="es-ES" u="sng" dirty="0"/>
              <a:t>dominios</a:t>
            </a:r>
            <a:r>
              <a:rPr lang="es-ES" dirty="0"/>
              <a:t> de negocio específicos.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Asumen la responsabilidad total de todo el ciclo de vida del servicio.</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Este enfoque fomenta un fuerte sentido de pertenencia y compromiso.</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Agiliza el desarrollo al reducir las dependencias entre distintos equipos.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Se alinea con el Diseño Orientado al Dominio (DDD) para reflejar al negocio</a:t>
            </a:r>
            <a:endParaRPr lang="es-419" dirty="0"/>
          </a:p>
        </p:txBody>
      </p:sp>
    </p:spTree>
    <p:extLst>
      <p:ext uri="{BB962C8B-B14F-4D97-AF65-F5344CB8AC3E}">
        <p14:creationId xmlns:p14="http://schemas.microsoft.com/office/powerpoint/2010/main" val="43475133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20A92DD-4FFC-49F9-A4A8-734E136E6EBC}"/>
              </a:ext>
            </a:extLst>
          </p:cNvPr>
          <p:cNvSpPr txBox="1"/>
          <p:nvPr/>
        </p:nvSpPr>
        <p:spPr>
          <a:xfrm>
            <a:off x="953502" y="609418"/>
            <a:ext cx="7215940" cy="1200329"/>
          </a:xfrm>
          <a:prstGeom prst="rect">
            <a:avLst/>
          </a:prstGeom>
          <a:noFill/>
        </p:spPr>
        <p:txBody>
          <a:bodyPr wrap="square" rtlCol="0">
            <a:spAutoFit/>
          </a:bodyPr>
          <a:lstStyle>
            <a:defPPr>
              <a:defRPr lang="es-419"/>
            </a:defPPr>
            <a:lvl1pPr>
              <a:defRPr sz="3600"/>
            </a:lvl1pPr>
          </a:lstStyle>
          <a:p>
            <a:r>
              <a:rPr lang="es-419" dirty="0"/>
              <a:t>Característica: Despliegue Automatizado</a:t>
            </a:r>
          </a:p>
        </p:txBody>
      </p:sp>
      <p:sp>
        <p:nvSpPr>
          <p:cNvPr id="8" name="CuadroTexto 7">
            <a:extLst>
              <a:ext uri="{FF2B5EF4-FFF2-40B4-BE49-F238E27FC236}">
                <a16:creationId xmlns:a16="http://schemas.microsoft.com/office/drawing/2014/main" id="{B12714A7-6358-47D7-B5D1-11AAA798A081}"/>
              </a:ext>
            </a:extLst>
          </p:cNvPr>
          <p:cNvSpPr txBox="1"/>
          <p:nvPr/>
        </p:nvSpPr>
        <p:spPr>
          <a:xfrm>
            <a:off x="4029258" y="2106124"/>
            <a:ext cx="7579894" cy="3970318"/>
          </a:xfrm>
          <a:prstGeom prst="rect">
            <a:avLst/>
          </a:prstGeom>
          <a:noFill/>
        </p:spPr>
        <p:txBody>
          <a:bodyPr wrap="square">
            <a:spAutoFit/>
          </a:bodyPr>
          <a:lstStyle/>
          <a:p>
            <a:pPr marL="285750" indent="-285750">
              <a:buFont typeface="Arial" panose="020B0604020202020204" pitchFamily="34" charset="0"/>
              <a:buChar char="•"/>
            </a:pPr>
            <a:r>
              <a:rPr lang="es-ES" dirty="0"/>
              <a:t>Los microservicios emplean pipelines de CI/CD para despliegues automatizados.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La automatización garantiza entregas frecuentes y fiables con mínima intervención.</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Acelera la llegada de nuevas funciones mediante ciclos de retroalimentación rápidos.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Reduce significativamente el riesgo de errores humanos en cada actualización.</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Permite realizar múltiples cambios diarios, aumentando la agilidad del negocio.</a:t>
            </a:r>
            <a:endParaRPr lang="es-419" dirty="0"/>
          </a:p>
        </p:txBody>
      </p:sp>
      <p:pic>
        <p:nvPicPr>
          <p:cNvPr id="3" name="Imagen 2">
            <a:extLst>
              <a:ext uri="{FF2B5EF4-FFF2-40B4-BE49-F238E27FC236}">
                <a16:creationId xmlns:a16="http://schemas.microsoft.com/office/drawing/2014/main" id="{037CB833-70DA-4E95-875B-E7E5D5C602C0}"/>
              </a:ext>
            </a:extLst>
          </p:cNvPr>
          <p:cNvPicPr>
            <a:picLocks noChangeAspect="1"/>
          </p:cNvPicPr>
          <p:nvPr/>
        </p:nvPicPr>
        <p:blipFill>
          <a:blip r:embed="rId4"/>
          <a:stretch>
            <a:fillRect/>
          </a:stretch>
        </p:blipFill>
        <p:spPr>
          <a:xfrm>
            <a:off x="811448" y="2997025"/>
            <a:ext cx="2922354" cy="1490755"/>
          </a:xfrm>
          <a:prstGeom prst="rect">
            <a:avLst/>
          </a:prstGeom>
        </p:spPr>
      </p:pic>
    </p:spTree>
    <p:extLst>
      <p:ext uri="{BB962C8B-B14F-4D97-AF65-F5344CB8AC3E}">
        <p14:creationId xmlns:p14="http://schemas.microsoft.com/office/powerpoint/2010/main" val="121861805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20A92DD-4FFC-49F9-A4A8-734E136E6EBC}"/>
              </a:ext>
            </a:extLst>
          </p:cNvPr>
          <p:cNvSpPr txBox="1"/>
          <p:nvPr/>
        </p:nvSpPr>
        <p:spPr>
          <a:xfrm>
            <a:off x="953502" y="609418"/>
            <a:ext cx="7215940" cy="1200329"/>
          </a:xfrm>
          <a:prstGeom prst="rect">
            <a:avLst/>
          </a:prstGeom>
          <a:noFill/>
        </p:spPr>
        <p:txBody>
          <a:bodyPr wrap="square" rtlCol="0">
            <a:spAutoFit/>
          </a:bodyPr>
          <a:lstStyle>
            <a:defPPr>
              <a:defRPr lang="es-419"/>
            </a:defPPr>
            <a:lvl1pPr>
              <a:defRPr sz="3600"/>
            </a:lvl1pPr>
          </a:lstStyle>
          <a:p>
            <a:r>
              <a:rPr lang="es-419" dirty="0"/>
              <a:t>Característica: </a:t>
            </a:r>
            <a:r>
              <a:rPr lang="es-ES" dirty="0"/>
              <a:t>Inteligencia en los puntos finales</a:t>
            </a:r>
            <a:endParaRPr lang="es-419" dirty="0"/>
          </a:p>
        </p:txBody>
      </p:sp>
      <p:sp>
        <p:nvSpPr>
          <p:cNvPr id="5" name="CuadroTexto 4">
            <a:extLst>
              <a:ext uri="{FF2B5EF4-FFF2-40B4-BE49-F238E27FC236}">
                <a16:creationId xmlns:a16="http://schemas.microsoft.com/office/drawing/2014/main" id="{0AC18F1B-8958-4593-90BC-D7C9B8F35FE1}"/>
              </a:ext>
            </a:extLst>
          </p:cNvPr>
          <p:cNvSpPr txBox="1"/>
          <p:nvPr/>
        </p:nvSpPr>
        <p:spPr>
          <a:xfrm>
            <a:off x="480257" y="2210268"/>
            <a:ext cx="7023436" cy="3693319"/>
          </a:xfrm>
          <a:prstGeom prst="rect">
            <a:avLst/>
          </a:prstGeom>
          <a:noFill/>
        </p:spPr>
        <p:txBody>
          <a:bodyPr wrap="square">
            <a:spAutoFit/>
          </a:bodyPr>
          <a:lstStyle/>
          <a:p>
            <a:pPr marL="285750" indent="-285750">
              <a:buFont typeface="Arial" panose="020B0604020202020204" pitchFamily="34" charset="0"/>
              <a:buChar char="•"/>
            </a:pPr>
            <a:r>
              <a:rPr lang="es-ES" dirty="0"/>
              <a:t>La lógica inteligente reside en los servicios y no en la red.</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Utilizan protocolos sencillos o buses ligeros como Kafka para comunicarse.</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Promueven un acoplamiento flexible entre los diferentes componentes.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Reducen la dependencia crítica de infraestructuras centralizadas complejas.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Permiten mayor flexibilidad tecnológica al elegir herramientas por servicio.</a:t>
            </a:r>
            <a:endParaRPr lang="es-419" dirty="0"/>
          </a:p>
        </p:txBody>
      </p:sp>
      <p:pic>
        <p:nvPicPr>
          <p:cNvPr id="7" name="Imagen 6">
            <a:extLst>
              <a:ext uri="{FF2B5EF4-FFF2-40B4-BE49-F238E27FC236}">
                <a16:creationId xmlns:a16="http://schemas.microsoft.com/office/drawing/2014/main" id="{43DD1A17-7BA0-4E95-8588-B6E7CC8F3500}"/>
              </a:ext>
            </a:extLst>
          </p:cNvPr>
          <p:cNvPicPr>
            <a:picLocks noChangeAspect="1"/>
          </p:cNvPicPr>
          <p:nvPr/>
        </p:nvPicPr>
        <p:blipFill>
          <a:blip r:embed="rId4"/>
          <a:stretch>
            <a:fillRect/>
          </a:stretch>
        </p:blipFill>
        <p:spPr>
          <a:xfrm>
            <a:off x="8169442" y="2756836"/>
            <a:ext cx="2684559" cy="1865949"/>
          </a:xfrm>
          <a:prstGeom prst="rect">
            <a:avLst/>
          </a:prstGeom>
        </p:spPr>
      </p:pic>
    </p:spTree>
    <p:extLst>
      <p:ext uri="{BB962C8B-B14F-4D97-AF65-F5344CB8AC3E}">
        <p14:creationId xmlns:p14="http://schemas.microsoft.com/office/powerpoint/2010/main" val="388408439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7479144-36B0-4205-B53F-1EFC60AE61F5}"/>
              </a:ext>
            </a:extLst>
          </p:cNvPr>
          <p:cNvSpPr txBox="1"/>
          <p:nvPr/>
        </p:nvSpPr>
        <p:spPr>
          <a:xfrm>
            <a:off x="953502" y="609418"/>
            <a:ext cx="7215940" cy="1200329"/>
          </a:xfrm>
          <a:prstGeom prst="rect">
            <a:avLst/>
          </a:prstGeom>
          <a:noFill/>
        </p:spPr>
        <p:txBody>
          <a:bodyPr wrap="square" rtlCol="0">
            <a:spAutoFit/>
          </a:bodyPr>
          <a:lstStyle>
            <a:defPPr>
              <a:defRPr lang="es-419"/>
            </a:defPPr>
            <a:lvl1pPr>
              <a:defRPr sz="3600"/>
            </a:lvl1pPr>
          </a:lstStyle>
          <a:p>
            <a:r>
              <a:rPr lang="es-419" dirty="0"/>
              <a:t>Característica: </a:t>
            </a:r>
            <a:r>
              <a:rPr lang="es-ES" dirty="0"/>
              <a:t>Control Descentralizado</a:t>
            </a:r>
            <a:endParaRPr lang="es-419" dirty="0"/>
          </a:p>
        </p:txBody>
      </p:sp>
      <p:sp>
        <p:nvSpPr>
          <p:cNvPr id="6" name="CuadroTexto 5">
            <a:extLst>
              <a:ext uri="{FF2B5EF4-FFF2-40B4-BE49-F238E27FC236}">
                <a16:creationId xmlns:a16="http://schemas.microsoft.com/office/drawing/2014/main" id="{A5FBA6A8-E13A-4D65-B26F-E15B13D84187}"/>
              </a:ext>
            </a:extLst>
          </p:cNvPr>
          <p:cNvSpPr txBox="1"/>
          <p:nvPr/>
        </p:nvSpPr>
        <p:spPr>
          <a:xfrm>
            <a:off x="4561472" y="2395425"/>
            <a:ext cx="7086599" cy="2862322"/>
          </a:xfrm>
          <a:prstGeom prst="rect">
            <a:avLst/>
          </a:prstGeom>
          <a:noFill/>
        </p:spPr>
        <p:txBody>
          <a:bodyPr wrap="square">
            <a:spAutoFit/>
          </a:bodyPr>
          <a:lstStyle/>
          <a:p>
            <a:pPr marL="285750" indent="-285750">
              <a:buFont typeface="Arial" panose="020B0604020202020204" pitchFamily="34" charset="0"/>
              <a:buChar char="•"/>
            </a:pPr>
            <a:r>
              <a:rPr lang="es-ES" dirty="0"/>
              <a:t>Los equipos seleccionan las tecnologías óptimas para cada servicio específico.</a:t>
            </a:r>
          </a:p>
          <a:p>
            <a:endParaRPr lang="es-ES" dirty="0"/>
          </a:p>
          <a:p>
            <a:pPr marL="285750" indent="-285750">
              <a:buFont typeface="Arial" panose="020B0604020202020204" pitchFamily="34" charset="0"/>
              <a:buChar char="•"/>
            </a:pPr>
            <a:r>
              <a:rPr lang="es-ES" dirty="0"/>
              <a:t>El control descentralizado fomenta la innovación constante en el desarrollo.</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Permite optimizar el rendimiento y la escalabilidad de forma individual.</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La libertad técnica elimina las restricciones de un conjunto único de herramientas.</a:t>
            </a:r>
            <a:endParaRPr lang="es-419" dirty="0"/>
          </a:p>
        </p:txBody>
      </p:sp>
      <p:pic>
        <p:nvPicPr>
          <p:cNvPr id="8" name="Imagen 7">
            <a:extLst>
              <a:ext uri="{FF2B5EF4-FFF2-40B4-BE49-F238E27FC236}">
                <a16:creationId xmlns:a16="http://schemas.microsoft.com/office/drawing/2014/main" id="{9B680C5C-6D9E-4927-85E2-A2CBFA5775BF}"/>
              </a:ext>
            </a:extLst>
          </p:cNvPr>
          <p:cNvPicPr>
            <a:picLocks noChangeAspect="1"/>
          </p:cNvPicPr>
          <p:nvPr/>
        </p:nvPicPr>
        <p:blipFill>
          <a:blip r:embed="rId4"/>
          <a:stretch>
            <a:fillRect/>
          </a:stretch>
        </p:blipFill>
        <p:spPr>
          <a:xfrm>
            <a:off x="1547629" y="2567848"/>
            <a:ext cx="2242319" cy="2356722"/>
          </a:xfrm>
          <a:prstGeom prst="rect">
            <a:avLst/>
          </a:prstGeom>
        </p:spPr>
      </p:pic>
    </p:spTree>
    <p:extLst>
      <p:ext uri="{BB962C8B-B14F-4D97-AF65-F5344CB8AC3E}">
        <p14:creationId xmlns:p14="http://schemas.microsoft.com/office/powerpoint/2010/main" val="1028143568"/>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15D4A5B0-0131-4E64-B8FF-AE9C2F6E0077}"/>
              </a:ext>
            </a:extLst>
          </p:cNvPr>
          <p:cNvSpPr txBox="1"/>
          <p:nvPr/>
        </p:nvSpPr>
        <p:spPr>
          <a:xfrm>
            <a:off x="953502" y="2466525"/>
            <a:ext cx="6830929" cy="3139321"/>
          </a:xfrm>
          <a:prstGeom prst="rect">
            <a:avLst/>
          </a:prstGeom>
          <a:noFill/>
        </p:spPr>
        <p:txBody>
          <a:bodyPr wrap="square">
            <a:spAutoFit/>
          </a:bodyPr>
          <a:lstStyle/>
          <a:p>
            <a:pPr marL="285750" indent="-285750">
              <a:buFont typeface="Arial" panose="020B0604020202020204" pitchFamily="34" charset="0"/>
              <a:buChar char="•"/>
            </a:pPr>
            <a:r>
              <a:rPr lang="es-ES" dirty="0"/>
              <a:t>Se diseñan para ser tolerantes a fallos, asumiendo que estos son inevitables.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Implementan mecanismos de recuperación automatizada para ganar resiliencia.</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Aíslan los errores para evitar que un fallo local afecte a todo el sistema.</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Minimizan las interrupciones para mantener la salud general de la aplicación</a:t>
            </a:r>
            <a:endParaRPr lang="es-419" dirty="0"/>
          </a:p>
        </p:txBody>
      </p:sp>
      <p:sp>
        <p:nvSpPr>
          <p:cNvPr id="8" name="CuadroTexto 7">
            <a:extLst>
              <a:ext uri="{FF2B5EF4-FFF2-40B4-BE49-F238E27FC236}">
                <a16:creationId xmlns:a16="http://schemas.microsoft.com/office/drawing/2014/main" id="{BE4015A0-A779-44C8-A801-96B447D4C638}"/>
              </a:ext>
            </a:extLst>
          </p:cNvPr>
          <p:cNvSpPr txBox="1"/>
          <p:nvPr/>
        </p:nvSpPr>
        <p:spPr>
          <a:xfrm>
            <a:off x="953502" y="609418"/>
            <a:ext cx="7215940" cy="1200329"/>
          </a:xfrm>
          <a:prstGeom prst="rect">
            <a:avLst/>
          </a:prstGeom>
          <a:noFill/>
        </p:spPr>
        <p:txBody>
          <a:bodyPr wrap="square" rtlCol="0">
            <a:spAutoFit/>
          </a:bodyPr>
          <a:lstStyle>
            <a:defPPr>
              <a:defRPr lang="es-419"/>
            </a:defPPr>
            <a:lvl1pPr>
              <a:defRPr sz="3600"/>
            </a:lvl1pPr>
          </a:lstStyle>
          <a:p>
            <a:r>
              <a:rPr lang="es-419" dirty="0"/>
              <a:t>Característica: </a:t>
            </a:r>
            <a:r>
              <a:rPr lang="es-ES" dirty="0"/>
              <a:t>Diseño Tolerante a Fallas</a:t>
            </a:r>
            <a:endParaRPr lang="es-419" dirty="0"/>
          </a:p>
        </p:txBody>
      </p:sp>
      <p:pic>
        <p:nvPicPr>
          <p:cNvPr id="10" name="Imagen 9">
            <a:extLst>
              <a:ext uri="{FF2B5EF4-FFF2-40B4-BE49-F238E27FC236}">
                <a16:creationId xmlns:a16="http://schemas.microsoft.com/office/drawing/2014/main" id="{4189AA20-A59B-465E-9372-E003E964A4BA}"/>
              </a:ext>
            </a:extLst>
          </p:cNvPr>
          <p:cNvPicPr>
            <a:picLocks noChangeAspect="1"/>
          </p:cNvPicPr>
          <p:nvPr/>
        </p:nvPicPr>
        <p:blipFill>
          <a:blip r:embed="rId4"/>
          <a:stretch>
            <a:fillRect/>
          </a:stretch>
        </p:blipFill>
        <p:spPr>
          <a:xfrm>
            <a:off x="8398043" y="2466524"/>
            <a:ext cx="2269722" cy="2703425"/>
          </a:xfrm>
          <a:prstGeom prst="rect">
            <a:avLst/>
          </a:prstGeom>
        </p:spPr>
      </p:pic>
    </p:spTree>
    <p:extLst>
      <p:ext uri="{BB962C8B-B14F-4D97-AF65-F5344CB8AC3E}">
        <p14:creationId xmlns:p14="http://schemas.microsoft.com/office/powerpoint/2010/main" val="1790857240"/>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026" name="Picture 2" descr="imagen">
            <a:extLst>
              <a:ext uri="{FF2B5EF4-FFF2-40B4-BE49-F238E27FC236}">
                <a16:creationId xmlns:a16="http://schemas.microsoft.com/office/drawing/2014/main" id="{8D5621BB-3EAC-4F4A-8287-D54C0C20F2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4084" y="1466103"/>
            <a:ext cx="6053872" cy="3293209"/>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BA5DCDAA-F2C5-4045-AB98-1E1D1A6B8286}"/>
              </a:ext>
            </a:extLst>
          </p:cNvPr>
          <p:cNvSpPr txBox="1"/>
          <p:nvPr/>
        </p:nvSpPr>
        <p:spPr>
          <a:xfrm>
            <a:off x="9507956" y="4252727"/>
            <a:ext cx="1414362" cy="276999"/>
          </a:xfrm>
          <a:prstGeom prst="rect">
            <a:avLst/>
          </a:prstGeom>
          <a:noFill/>
        </p:spPr>
        <p:txBody>
          <a:bodyPr wrap="none" rtlCol="0">
            <a:spAutoFit/>
          </a:bodyPr>
          <a:lstStyle/>
          <a:p>
            <a:r>
              <a:rPr lang="es-ES" sz="1200" dirty="0"/>
              <a:t>Fuente: redhat.com</a:t>
            </a:r>
            <a:endParaRPr lang="es-419" sz="1200" dirty="0"/>
          </a:p>
        </p:txBody>
      </p:sp>
      <p:sp>
        <p:nvSpPr>
          <p:cNvPr id="7" name="CuadroTexto 6">
            <a:extLst>
              <a:ext uri="{FF2B5EF4-FFF2-40B4-BE49-F238E27FC236}">
                <a16:creationId xmlns:a16="http://schemas.microsoft.com/office/drawing/2014/main" id="{EC0949FE-313C-4643-937D-D3DE13417FC7}"/>
              </a:ext>
            </a:extLst>
          </p:cNvPr>
          <p:cNvSpPr txBox="1"/>
          <p:nvPr/>
        </p:nvSpPr>
        <p:spPr>
          <a:xfrm>
            <a:off x="399309" y="2391925"/>
            <a:ext cx="2698035" cy="3293209"/>
          </a:xfrm>
          <a:prstGeom prst="rect">
            <a:avLst/>
          </a:prstGeom>
          <a:noFill/>
        </p:spPr>
        <p:txBody>
          <a:bodyPr wrap="square">
            <a:spAutoFit/>
          </a:bodyPr>
          <a:lstStyle/>
          <a:p>
            <a:r>
              <a:rPr lang="es-ES" sz="1600" dirty="0"/>
              <a:t>Monolito: </a:t>
            </a:r>
          </a:p>
          <a:p>
            <a:endParaRPr lang="es-ES" sz="1600" dirty="0"/>
          </a:p>
          <a:p>
            <a:r>
              <a:rPr lang="es-ES" sz="1600" dirty="0"/>
              <a:t>En este tipo de arquitectura, todas las funciones y los servicios dentro de una aplicación se unen y operan como una sola unidad. </a:t>
            </a:r>
          </a:p>
          <a:p>
            <a:endParaRPr lang="es-ES" sz="1600" dirty="0"/>
          </a:p>
          <a:p>
            <a:r>
              <a:rPr lang="es-ES" sz="1600" dirty="0"/>
              <a:t>Cuando a la aplicación se le agregan elementos o se mejora de alguna manera, la arquitectura se vuelve más compleja.</a:t>
            </a:r>
          </a:p>
        </p:txBody>
      </p:sp>
      <p:sp>
        <p:nvSpPr>
          <p:cNvPr id="9" name="CuadroTexto 8">
            <a:extLst>
              <a:ext uri="{FF2B5EF4-FFF2-40B4-BE49-F238E27FC236}">
                <a16:creationId xmlns:a16="http://schemas.microsoft.com/office/drawing/2014/main" id="{284407A1-37F9-4AC7-96B7-9A6A3D166B99}"/>
              </a:ext>
            </a:extLst>
          </p:cNvPr>
          <p:cNvSpPr txBox="1"/>
          <p:nvPr/>
        </p:nvSpPr>
        <p:spPr>
          <a:xfrm>
            <a:off x="7223221" y="4854138"/>
            <a:ext cx="4569470" cy="830997"/>
          </a:xfrm>
          <a:prstGeom prst="rect">
            <a:avLst/>
          </a:prstGeom>
          <a:noFill/>
        </p:spPr>
        <p:txBody>
          <a:bodyPr wrap="square">
            <a:spAutoFit/>
          </a:bodyPr>
          <a:lstStyle>
            <a:defPPr>
              <a:defRPr lang="es-419"/>
            </a:defPPr>
            <a:lvl1pPr>
              <a:defRPr sz="1400"/>
            </a:lvl1pPr>
          </a:lstStyle>
          <a:p>
            <a:r>
              <a:rPr lang="es-ES" sz="1600" dirty="0"/>
              <a:t>Microservicios: una aplicación se crea con componentes independientes que ejecutan cada proceso de la aplicación como un servicio. </a:t>
            </a:r>
            <a:endParaRPr lang="es-419" sz="1600" dirty="0"/>
          </a:p>
        </p:txBody>
      </p:sp>
      <p:sp>
        <p:nvSpPr>
          <p:cNvPr id="2" name="CuadroTexto 1">
            <a:extLst>
              <a:ext uri="{FF2B5EF4-FFF2-40B4-BE49-F238E27FC236}">
                <a16:creationId xmlns:a16="http://schemas.microsoft.com/office/drawing/2014/main" id="{9F66EB5E-43C5-4C91-AE94-D44896F34AAE}"/>
              </a:ext>
            </a:extLst>
          </p:cNvPr>
          <p:cNvSpPr txBox="1"/>
          <p:nvPr/>
        </p:nvSpPr>
        <p:spPr>
          <a:xfrm>
            <a:off x="806116" y="329546"/>
            <a:ext cx="7483642" cy="646331"/>
          </a:xfrm>
          <a:prstGeom prst="rect">
            <a:avLst/>
          </a:prstGeom>
          <a:noFill/>
        </p:spPr>
        <p:txBody>
          <a:bodyPr wrap="square" rtlCol="0">
            <a:spAutoFit/>
          </a:bodyPr>
          <a:lstStyle/>
          <a:p>
            <a:r>
              <a:rPr lang="es-ES" sz="3600" dirty="0"/>
              <a:t>Monolitos vs Microservicios</a:t>
            </a:r>
            <a:endParaRPr lang="es-419" sz="3600" dirty="0"/>
          </a:p>
        </p:txBody>
      </p:sp>
    </p:spTree>
    <p:extLst>
      <p:ext uri="{BB962C8B-B14F-4D97-AF65-F5344CB8AC3E}">
        <p14:creationId xmlns:p14="http://schemas.microsoft.com/office/powerpoint/2010/main" val="3517133405"/>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134A6040-66D7-4235-884C-207F8A8F8468}"/>
              </a:ext>
            </a:extLst>
          </p:cNvPr>
          <p:cNvPicPr>
            <a:picLocks noChangeAspect="1"/>
          </p:cNvPicPr>
          <p:nvPr/>
        </p:nvPicPr>
        <p:blipFill>
          <a:blip r:embed="rId4"/>
          <a:stretch>
            <a:fillRect/>
          </a:stretch>
        </p:blipFill>
        <p:spPr>
          <a:xfrm>
            <a:off x="1040669" y="1452335"/>
            <a:ext cx="4855318" cy="2942616"/>
          </a:xfrm>
          <a:prstGeom prst="rect">
            <a:avLst/>
          </a:prstGeom>
          <a:ln w="19050">
            <a:solidFill>
              <a:schemeClr val="tx1"/>
            </a:solidFill>
          </a:ln>
        </p:spPr>
      </p:pic>
      <p:pic>
        <p:nvPicPr>
          <p:cNvPr id="13" name="Imagen 12">
            <a:extLst>
              <a:ext uri="{FF2B5EF4-FFF2-40B4-BE49-F238E27FC236}">
                <a16:creationId xmlns:a16="http://schemas.microsoft.com/office/drawing/2014/main" id="{7ABBF7FE-EEFC-4317-8B6E-DDD4CAA19B30}"/>
              </a:ext>
            </a:extLst>
          </p:cNvPr>
          <p:cNvPicPr>
            <a:picLocks noChangeAspect="1"/>
          </p:cNvPicPr>
          <p:nvPr/>
        </p:nvPicPr>
        <p:blipFill>
          <a:blip r:embed="rId5"/>
          <a:stretch>
            <a:fillRect/>
          </a:stretch>
        </p:blipFill>
        <p:spPr>
          <a:xfrm>
            <a:off x="6705087" y="2923643"/>
            <a:ext cx="5040208" cy="1708545"/>
          </a:xfrm>
          <a:prstGeom prst="rect">
            <a:avLst/>
          </a:prstGeom>
          <a:ln w="19050">
            <a:solidFill>
              <a:schemeClr val="tx1"/>
            </a:solidFill>
          </a:ln>
        </p:spPr>
      </p:pic>
      <p:pic>
        <p:nvPicPr>
          <p:cNvPr id="15" name="Imagen 14">
            <a:extLst>
              <a:ext uri="{FF2B5EF4-FFF2-40B4-BE49-F238E27FC236}">
                <a16:creationId xmlns:a16="http://schemas.microsoft.com/office/drawing/2014/main" id="{7F43E346-DA74-480F-A76D-529F295301F7}"/>
              </a:ext>
            </a:extLst>
          </p:cNvPr>
          <p:cNvPicPr>
            <a:picLocks noChangeAspect="1"/>
          </p:cNvPicPr>
          <p:nvPr/>
        </p:nvPicPr>
        <p:blipFill>
          <a:blip r:embed="rId6"/>
          <a:stretch>
            <a:fillRect/>
          </a:stretch>
        </p:blipFill>
        <p:spPr>
          <a:xfrm>
            <a:off x="2328738" y="4812602"/>
            <a:ext cx="4984045" cy="1708546"/>
          </a:xfrm>
          <a:prstGeom prst="rect">
            <a:avLst/>
          </a:prstGeom>
          <a:ln w="19050">
            <a:solidFill>
              <a:schemeClr val="tx1"/>
            </a:solidFill>
          </a:ln>
        </p:spPr>
      </p:pic>
      <p:sp>
        <p:nvSpPr>
          <p:cNvPr id="16" name="CuadroTexto 15">
            <a:extLst>
              <a:ext uri="{FF2B5EF4-FFF2-40B4-BE49-F238E27FC236}">
                <a16:creationId xmlns:a16="http://schemas.microsoft.com/office/drawing/2014/main" id="{98CBA189-9BD4-4742-B070-8E857ABFC871}"/>
              </a:ext>
            </a:extLst>
          </p:cNvPr>
          <p:cNvSpPr txBox="1"/>
          <p:nvPr/>
        </p:nvSpPr>
        <p:spPr>
          <a:xfrm>
            <a:off x="806116" y="329546"/>
            <a:ext cx="7483642" cy="646331"/>
          </a:xfrm>
          <a:prstGeom prst="rect">
            <a:avLst/>
          </a:prstGeom>
          <a:noFill/>
        </p:spPr>
        <p:txBody>
          <a:bodyPr wrap="square" rtlCol="0">
            <a:spAutoFit/>
          </a:bodyPr>
          <a:lstStyle/>
          <a:p>
            <a:r>
              <a:rPr lang="es-ES" sz="3600" dirty="0"/>
              <a:t>Monolitos vs Microservicios</a:t>
            </a:r>
            <a:endParaRPr lang="es-419" sz="3600" dirty="0"/>
          </a:p>
        </p:txBody>
      </p:sp>
    </p:spTree>
    <p:extLst>
      <p:ext uri="{BB962C8B-B14F-4D97-AF65-F5344CB8AC3E}">
        <p14:creationId xmlns:p14="http://schemas.microsoft.com/office/powerpoint/2010/main" val="327903414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2022D9F-8570-4D3C-9E85-DD8E5148EA53}"/>
              </a:ext>
            </a:extLst>
          </p:cNvPr>
          <p:cNvSpPr txBox="1"/>
          <p:nvPr/>
        </p:nvSpPr>
        <p:spPr>
          <a:xfrm>
            <a:off x="1188358" y="2613231"/>
            <a:ext cx="9036686" cy="3416320"/>
          </a:xfrm>
          <a:prstGeom prst="rect">
            <a:avLst/>
          </a:prstGeom>
          <a:noFill/>
        </p:spPr>
        <p:txBody>
          <a:bodyPr wrap="square">
            <a:spAutoFit/>
          </a:bodyPr>
          <a:lstStyle/>
          <a:p>
            <a:r>
              <a:rPr lang="es-419" dirty="0"/>
              <a:t>SOA: </a:t>
            </a:r>
            <a:r>
              <a:rPr lang="es-419" b="0" i="0" dirty="0">
                <a:solidFill>
                  <a:srgbClr val="151515"/>
                </a:solidFill>
                <a:effectLst/>
              </a:rPr>
              <a:t>Es un enfoque de arquitectura para toda la empresa</a:t>
            </a:r>
          </a:p>
          <a:p>
            <a:endParaRPr lang="es-ES" dirty="0"/>
          </a:p>
          <a:p>
            <a:r>
              <a:rPr lang="es-ES" dirty="0"/>
              <a:t>Limitaciones de la SOA:</a:t>
            </a:r>
          </a:p>
          <a:p>
            <a:endParaRPr lang="es-ES" dirty="0"/>
          </a:p>
          <a:p>
            <a:pPr marL="285750" indent="-285750">
              <a:buFont typeface="Arial" panose="020B0604020202020204" pitchFamily="34" charset="0"/>
              <a:buChar char="•"/>
            </a:pPr>
            <a:r>
              <a:rPr lang="es-ES" dirty="0"/>
              <a:t>El bus de servicios empresariales (ESB) conecta varios servicios entre sí, lo que lo convierte en un único punto de error. </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Todos los servicios comparten un repositorio de datos común. Esto dificulta la gestión individual de los  servicios.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Cada servicio tiene un alcance amplio. Por lo tanto, si uno de los servicios falla, todo el flujo de trabajo empresarial se verá afectado. </a:t>
            </a:r>
            <a:endParaRPr lang="es-419" dirty="0"/>
          </a:p>
        </p:txBody>
      </p:sp>
      <p:sp>
        <p:nvSpPr>
          <p:cNvPr id="6" name="CuadroTexto 5">
            <a:extLst>
              <a:ext uri="{FF2B5EF4-FFF2-40B4-BE49-F238E27FC236}">
                <a16:creationId xmlns:a16="http://schemas.microsoft.com/office/drawing/2014/main" id="{3990A427-D20E-4B04-8652-4D710BC7052E}"/>
              </a:ext>
            </a:extLst>
          </p:cNvPr>
          <p:cNvSpPr txBox="1"/>
          <p:nvPr/>
        </p:nvSpPr>
        <p:spPr>
          <a:xfrm>
            <a:off x="1144243" y="976223"/>
            <a:ext cx="6094674" cy="369332"/>
          </a:xfrm>
          <a:prstGeom prst="rect">
            <a:avLst/>
          </a:prstGeom>
          <a:noFill/>
        </p:spPr>
        <p:txBody>
          <a:bodyPr wrap="square" rtlCol="0">
            <a:spAutoFit/>
          </a:bodyPr>
          <a:lstStyle>
            <a:defPPr>
              <a:defRPr lang="es-419"/>
            </a:defPPr>
            <a:lvl1pPr>
              <a:defRPr sz="3600"/>
            </a:lvl1pPr>
          </a:lstStyle>
          <a:p>
            <a:r>
              <a:rPr lang="es-ES" dirty="0"/>
              <a:t>Microservicios vs SOA</a:t>
            </a:r>
          </a:p>
        </p:txBody>
      </p:sp>
      <p:pic>
        <p:nvPicPr>
          <p:cNvPr id="8" name="Imagen 7">
            <a:extLst>
              <a:ext uri="{FF2B5EF4-FFF2-40B4-BE49-F238E27FC236}">
                <a16:creationId xmlns:a16="http://schemas.microsoft.com/office/drawing/2014/main" id="{98904A6F-8F57-41A5-AA81-D7687CDD7637}"/>
              </a:ext>
            </a:extLst>
          </p:cNvPr>
          <p:cNvPicPr>
            <a:picLocks noChangeAspect="1"/>
          </p:cNvPicPr>
          <p:nvPr/>
        </p:nvPicPr>
        <p:blipFill>
          <a:blip r:embed="rId4"/>
          <a:stretch>
            <a:fillRect/>
          </a:stretch>
        </p:blipFill>
        <p:spPr>
          <a:xfrm>
            <a:off x="7820442" y="1299388"/>
            <a:ext cx="2218531" cy="2021328"/>
          </a:xfrm>
          <a:prstGeom prst="rect">
            <a:avLst/>
          </a:prstGeom>
        </p:spPr>
      </p:pic>
    </p:spTree>
    <p:extLst>
      <p:ext uri="{BB962C8B-B14F-4D97-AF65-F5344CB8AC3E}">
        <p14:creationId xmlns:p14="http://schemas.microsoft.com/office/powerpoint/2010/main" val="2197924130"/>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4718E90-4894-47B3-A680-5F46F17D6821}"/>
              </a:ext>
            </a:extLst>
          </p:cNvPr>
          <p:cNvSpPr txBox="1"/>
          <p:nvPr/>
        </p:nvSpPr>
        <p:spPr>
          <a:xfrm>
            <a:off x="4361446" y="1203159"/>
            <a:ext cx="7631209" cy="5077163"/>
          </a:xfrm>
          <a:prstGeom prst="rect">
            <a:avLst/>
          </a:prstGeom>
          <a:noFill/>
        </p:spPr>
        <p:txBody>
          <a:bodyPr wrap="square">
            <a:spAutoFit/>
          </a:bodyPr>
          <a:lstStyle/>
          <a:p>
            <a:pPr algn="l"/>
            <a:r>
              <a:rPr lang="es-ES" b="1" i="0" dirty="0" err="1">
                <a:solidFill>
                  <a:srgbClr val="232F3E"/>
                </a:solidFill>
                <a:effectLst/>
              </a:rPr>
              <a:t>Scope</a:t>
            </a:r>
            <a:endParaRPr lang="es-ES" b="1" i="0" dirty="0">
              <a:solidFill>
                <a:srgbClr val="232F3E"/>
              </a:solidFill>
              <a:effectLst/>
            </a:endParaRPr>
          </a:p>
          <a:p>
            <a:pPr algn="l"/>
            <a:endParaRPr lang="es-ES" b="0" i="0" dirty="0">
              <a:solidFill>
                <a:srgbClr val="232F3E"/>
              </a:solidFill>
              <a:effectLst/>
            </a:endParaRPr>
          </a:p>
          <a:p>
            <a:pPr algn="l"/>
            <a:r>
              <a:rPr lang="es-ES" b="0" i="0" dirty="0">
                <a:solidFill>
                  <a:srgbClr val="232F3E"/>
                </a:solidFill>
                <a:effectLst/>
              </a:rPr>
              <a:t>La arquitectura orientada a servicios (SOA) abarca un ámbito empresarial más amplio</a:t>
            </a:r>
            <a:r>
              <a:rPr lang="es-ES" dirty="0">
                <a:solidFill>
                  <a:srgbClr val="232F3E"/>
                </a:solidFill>
              </a:rPr>
              <a:t>, </a:t>
            </a:r>
            <a:r>
              <a:rPr lang="es-ES" b="0" i="0" dirty="0">
                <a:solidFill>
                  <a:srgbClr val="232F3E"/>
                </a:solidFill>
                <a:effectLst/>
              </a:rPr>
              <a:t>los microservicios se aplican a un ámbito más limitado.</a:t>
            </a:r>
          </a:p>
          <a:p>
            <a:pPr algn="l"/>
            <a:endParaRPr lang="es-ES" b="0" i="0" dirty="0">
              <a:solidFill>
                <a:srgbClr val="232F3E"/>
              </a:solidFill>
              <a:effectLst/>
            </a:endParaRPr>
          </a:p>
          <a:p>
            <a:r>
              <a:rPr lang="es-419" b="1" i="0" dirty="0">
                <a:solidFill>
                  <a:srgbClr val="333333"/>
                </a:solidFill>
                <a:effectLst/>
              </a:rPr>
              <a:t>Implementación</a:t>
            </a:r>
          </a:p>
          <a:p>
            <a:pPr algn="l"/>
            <a:endParaRPr lang="es-ES" b="1" dirty="0">
              <a:solidFill>
                <a:srgbClr val="FF0000"/>
              </a:solidFill>
            </a:endParaRPr>
          </a:p>
          <a:p>
            <a:pPr algn="l"/>
            <a:r>
              <a:rPr lang="es-ES" b="1" dirty="0">
                <a:solidFill>
                  <a:srgbClr val="FF0000"/>
                </a:solidFill>
              </a:rPr>
              <a:t>L</a:t>
            </a:r>
            <a:r>
              <a:rPr lang="es-ES" b="1" i="0" dirty="0">
                <a:solidFill>
                  <a:srgbClr val="FF0000"/>
                </a:solidFill>
                <a:effectLst/>
              </a:rPr>
              <a:t>a arquitectura de microservicios es una implementación más granular e independiente de la SOA</a:t>
            </a:r>
            <a:r>
              <a:rPr lang="es-ES" b="0" i="0" dirty="0">
                <a:solidFill>
                  <a:srgbClr val="333333"/>
                </a:solidFill>
                <a:effectLst/>
              </a:rPr>
              <a:t>. Los microservicios no comparten recursos como lo hacen los servicios de SOA. Cada microservicio funciona de forma independiente para proporcionar funcionalidades muy específicas.</a:t>
            </a:r>
            <a:endParaRPr lang="es-ES" b="0" i="0" dirty="0">
              <a:solidFill>
                <a:srgbClr val="232F3E"/>
              </a:solidFill>
              <a:effectLst/>
            </a:endParaRPr>
          </a:p>
          <a:p>
            <a:pPr algn="l"/>
            <a:endParaRPr lang="es-ES" dirty="0">
              <a:solidFill>
                <a:srgbClr val="232F3E"/>
              </a:solidFill>
            </a:endParaRPr>
          </a:p>
          <a:p>
            <a:r>
              <a:rPr lang="es-419" b="1" i="0" dirty="0">
                <a:solidFill>
                  <a:srgbClr val="333333"/>
                </a:solidFill>
                <a:effectLst/>
              </a:rPr>
              <a:t>Comunicación</a:t>
            </a:r>
          </a:p>
          <a:p>
            <a:pPr algn="l"/>
            <a:endParaRPr lang="es-ES" dirty="0">
              <a:solidFill>
                <a:srgbClr val="333333"/>
              </a:solidFill>
            </a:endParaRPr>
          </a:p>
          <a:p>
            <a:pPr algn="l"/>
            <a:r>
              <a:rPr lang="es-ES" dirty="0">
                <a:solidFill>
                  <a:srgbClr val="333333"/>
                </a:solidFill>
              </a:rPr>
              <a:t>L</a:t>
            </a:r>
            <a:r>
              <a:rPr lang="es-ES" b="0" i="0" dirty="0">
                <a:solidFill>
                  <a:srgbClr val="333333"/>
                </a:solidFill>
                <a:effectLst/>
              </a:rPr>
              <a:t>as arquitecturas de microservicios utilizan sistemas de mensajería más sencillos en lugar de </a:t>
            </a:r>
            <a:r>
              <a:rPr lang="es-ES" dirty="0">
                <a:solidFill>
                  <a:srgbClr val="333333"/>
                </a:solidFill>
              </a:rPr>
              <a:t>un </a:t>
            </a:r>
            <a:r>
              <a:rPr lang="es-ES" b="0" i="0" dirty="0">
                <a:solidFill>
                  <a:srgbClr val="333333"/>
                </a:solidFill>
                <a:effectLst/>
              </a:rPr>
              <a:t>(ESB) centralizado API </a:t>
            </a:r>
            <a:r>
              <a:rPr lang="es-ES" b="0" i="0" dirty="0" err="1">
                <a:solidFill>
                  <a:srgbClr val="333333"/>
                </a:solidFill>
                <a:effectLst/>
              </a:rPr>
              <a:t>RESTful</a:t>
            </a:r>
            <a:r>
              <a:rPr lang="es-ES" b="0" i="0" dirty="0">
                <a:solidFill>
                  <a:srgbClr val="333333"/>
                </a:solidFill>
                <a:effectLst/>
              </a:rPr>
              <a:t>, el Servicio de mensajes de Java (JMS). Estos métodos no requieren que los microservicios mantengan una conexión activa cuando intercambian datos. </a:t>
            </a:r>
            <a:endParaRPr lang="pt-BR" b="0" i="0" dirty="0">
              <a:solidFill>
                <a:srgbClr val="232F3E"/>
              </a:solidFill>
              <a:effectLst/>
            </a:endParaRPr>
          </a:p>
        </p:txBody>
      </p:sp>
      <p:sp>
        <p:nvSpPr>
          <p:cNvPr id="4" name="CuadroTexto 3">
            <a:extLst>
              <a:ext uri="{FF2B5EF4-FFF2-40B4-BE49-F238E27FC236}">
                <a16:creationId xmlns:a16="http://schemas.microsoft.com/office/drawing/2014/main" id="{A7095BA7-942B-47CC-9AA7-46A35DAA9E49}"/>
              </a:ext>
            </a:extLst>
          </p:cNvPr>
          <p:cNvSpPr txBox="1"/>
          <p:nvPr/>
        </p:nvSpPr>
        <p:spPr>
          <a:xfrm>
            <a:off x="1121945" y="457362"/>
            <a:ext cx="6093994" cy="369332"/>
          </a:xfrm>
          <a:prstGeom prst="rect">
            <a:avLst/>
          </a:prstGeom>
          <a:noFill/>
        </p:spPr>
        <p:txBody>
          <a:bodyPr wrap="square" rtlCol="0">
            <a:spAutoFit/>
          </a:bodyPr>
          <a:lstStyle>
            <a:defPPr>
              <a:defRPr lang="es-419"/>
            </a:defPPr>
            <a:lvl1pPr>
              <a:defRPr sz="3600"/>
            </a:lvl1pPr>
          </a:lstStyle>
          <a:p>
            <a:r>
              <a:rPr lang="es-ES" dirty="0"/>
              <a:t>Microservicios vs SOA</a:t>
            </a:r>
          </a:p>
        </p:txBody>
      </p:sp>
      <p:pic>
        <p:nvPicPr>
          <p:cNvPr id="8" name="Imagen 7">
            <a:extLst>
              <a:ext uri="{FF2B5EF4-FFF2-40B4-BE49-F238E27FC236}">
                <a16:creationId xmlns:a16="http://schemas.microsoft.com/office/drawing/2014/main" id="{1CD98EB9-5372-4C8B-9853-7C9305100931}"/>
              </a:ext>
            </a:extLst>
          </p:cNvPr>
          <p:cNvPicPr>
            <a:picLocks noChangeAspect="1"/>
          </p:cNvPicPr>
          <p:nvPr/>
        </p:nvPicPr>
        <p:blipFill>
          <a:blip r:embed="rId4"/>
          <a:stretch>
            <a:fillRect/>
          </a:stretch>
        </p:blipFill>
        <p:spPr>
          <a:xfrm>
            <a:off x="656986" y="2455544"/>
            <a:ext cx="3177815" cy="2331922"/>
          </a:xfrm>
          <a:prstGeom prst="rect">
            <a:avLst/>
          </a:prstGeom>
        </p:spPr>
      </p:pic>
    </p:spTree>
    <p:extLst>
      <p:ext uri="{BB962C8B-B14F-4D97-AF65-F5344CB8AC3E}">
        <p14:creationId xmlns:p14="http://schemas.microsoft.com/office/powerpoint/2010/main" val="3245992086"/>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D5CEF40-845F-489A-A103-6BF475F3502A}"/>
              </a:ext>
            </a:extLst>
          </p:cNvPr>
          <p:cNvSpPr txBox="1"/>
          <p:nvPr/>
        </p:nvSpPr>
        <p:spPr>
          <a:xfrm>
            <a:off x="1121945" y="661899"/>
            <a:ext cx="6093994" cy="646331"/>
          </a:xfrm>
          <a:prstGeom prst="rect">
            <a:avLst/>
          </a:prstGeom>
          <a:noFill/>
        </p:spPr>
        <p:txBody>
          <a:bodyPr wrap="square" rtlCol="0">
            <a:spAutoFit/>
          </a:bodyPr>
          <a:lstStyle>
            <a:defPPr>
              <a:defRPr lang="es-419"/>
            </a:defPPr>
            <a:lvl1pPr>
              <a:defRPr sz="3600"/>
            </a:lvl1pPr>
          </a:lstStyle>
          <a:p>
            <a:r>
              <a:rPr lang="es-ES" dirty="0"/>
              <a:t>Ejemplos Uso Microservicios</a:t>
            </a:r>
          </a:p>
        </p:txBody>
      </p:sp>
      <p:sp>
        <p:nvSpPr>
          <p:cNvPr id="6" name="CuadroTexto 5">
            <a:extLst>
              <a:ext uri="{FF2B5EF4-FFF2-40B4-BE49-F238E27FC236}">
                <a16:creationId xmlns:a16="http://schemas.microsoft.com/office/drawing/2014/main" id="{B03B9E8F-C561-4FA9-9F53-06194544B192}"/>
              </a:ext>
            </a:extLst>
          </p:cNvPr>
          <p:cNvSpPr txBox="1"/>
          <p:nvPr/>
        </p:nvSpPr>
        <p:spPr>
          <a:xfrm>
            <a:off x="1121945" y="2473769"/>
            <a:ext cx="3113171" cy="2585323"/>
          </a:xfrm>
          <a:prstGeom prst="rect">
            <a:avLst/>
          </a:prstGeom>
          <a:noFill/>
          <a:ln w="28575">
            <a:solidFill>
              <a:schemeClr val="accent1"/>
            </a:solidFill>
          </a:ln>
        </p:spPr>
        <p:txBody>
          <a:bodyPr wrap="square">
            <a:spAutoFit/>
          </a:bodyPr>
          <a:lstStyle/>
          <a:p>
            <a:r>
              <a:rPr lang="es-ES" dirty="0">
                <a:highlight>
                  <a:srgbClr val="FFFF00"/>
                </a:highlight>
              </a:rPr>
              <a:t>Las plataformas de comercio</a:t>
            </a:r>
          </a:p>
          <a:p>
            <a:r>
              <a:rPr lang="es-ES" dirty="0">
                <a:highlight>
                  <a:srgbClr val="FFFF00"/>
                </a:highlight>
              </a:rPr>
              <a:t>Electrónico: </a:t>
            </a:r>
          </a:p>
          <a:p>
            <a:r>
              <a:rPr lang="es-ES" dirty="0"/>
              <a:t>Dividir funcionalidades como catálogos de productos, procesamiento de pagos, gestión de pedidos y perfiles de usuario en servicios independientes. </a:t>
            </a:r>
          </a:p>
          <a:p>
            <a:endParaRPr lang="es-419" dirty="0"/>
          </a:p>
        </p:txBody>
      </p:sp>
      <p:sp>
        <p:nvSpPr>
          <p:cNvPr id="8" name="CuadroTexto 7">
            <a:extLst>
              <a:ext uri="{FF2B5EF4-FFF2-40B4-BE49-F238E27FC236}">
                <a16:creationId xmlns:a16="http://schemas.microsoft.com/office/drawing/2014/main" id="{F9639A10-4C5E-4D70-A53A-E70DE522B598}"/>
              </a:ext>
            </a:extLst>
          </p:cNvPr>
          <p:cNvSpPr txBox="1"/>
          <p:nvPr/>
        </p:nvSpPr>
        <p:spPr>
          <a:xfrm>
            <a:off x="4599070" y="2473769"/>
            <a:ext cx="3357816" cy="2585323"/>
          </a:xfrm>
          <a:prstGeom prst="rect">
            <a:avLst/>
          </a:prstGeom>
          <a:noFill/>
          <a:ln w="28575">
            <a:solidFill>
              <a:schemeClr val="accent1"/>
            </a:solidFill>
          </a:ln>
        </p:spPr>
        <p:txBody>
          <a:bodyPr wrap="square">
            <a:spAutoFit/>
          </a:bodyPr>
          <a:lstStyle>
            <a:defPPr>
              <a:defRPr lang="es-419"/>
            </a:defPPr>
            <a:lvl1pPr>
              <a:defRPr>
                <a:highlight>
                  <a:srgbClr val="FFFF00"/>
                </a:highlight>
              </a:defRPr>
            </a:lvl1pPr>
          </a:lstStyle>
          <a:p>
            <a:r>
              <a:rPr lang="es-ES" dirty="0"/>
              <a:t>Servicios de </a:t>
            </a:r>
            <a:r>
              <a:rPr lang="es-ES" dirty="0" err="1"/>
              <a:t>streaming</a:t>
            </a:r>
            <a:r>
              <a:rPr lang="es-ES" dirty="0"/>
              <a:t>:</a:t>
            </a:r>
          </a:p>
          <a:p>
            <a:r>
              <a:rPr lang="es-ES" dirty="0"/>
              <a:t>Gestionar de forma independiente diversas funcionalidades, como la transmisión de vídeo, las recomendaciones de usuario, la búsqueda y los perfiles de usuario. </a:t>
            </a:r>
          </a:p>
          <a:p>
            <a:endParaRPr lang="es-419" dirty="0"/>
          </a:p>
        </p:txBody>
      </p:sp>
      <p:sp>
        <p:nvSpPr>
          <p:cNvPr id="10" name="CuadroTexto 9">
            <a:extLst>
              <a:ext uri="{FF2B5EF4-FFF2-40B4-BE49-F238E27FC236}">
                <a16:creationId xmlns:a16="http://schemas.microsoft.com/office/drawing/2014/main" id="{1A117405-D3C0-4DC8-BE0F-E8BCF466B987}"/>
              </a:ext>
            </a:extLst>
          </p:cNvPr>
          <p:cNvSpPr txBox="1"/>
          <p:nvPr/>
        </p:nvSpPr>
        <p:spPr>
          <a:xfrm>
            <a:off x="8236619" y="2481064"/>
            <a:ext cx="3357816" cy="2585323"/>
          </a:xfrm>
          <a:prstGeom prst="rect">
            <a:avLst/>
          </a:prstGeom>
          <a:noFill/>
          <a:ln w="28575">
            <a:solidFill>
              <a:schemeClr val="accent1"/>
            </a:solidFill>
          </a:ln>
        </p:spPr>
        <p:txBody>
          <a:bodyPr wrap="square">
            <a:spAutoFit/>
          </a:bodyPr>
          <a:lstStyle>
            <a:defPPr>
              <a:defRPr lang="es-419"/>
            </a:defPPr>
            <a:lvl1pPr>
              <a:defRPr>
                <a:highlight>
                  <a:srgbClr val="FFFF00"/>
                </a:highlight>
              </a:defRPr>
            </a:lvl1pPr>
          </a:lstStyle>
          <a:p>
            <a:r>
              <a:rPr lang="es-ES" dirty="0"/>
              <a:t>Aplicaciones bancarias y financieras:</a:t>
            </a:r>
          </a:p>
          <a:p>
            <a:r>
              <a:rPr lang="es-ES" dirty="0"/>
              <a:t>Separar funciones como la gestión de cuentas, el procesamiento de transacciones, la atención al cliente y la detección de fraudes. </a:t>
            </a:r>
          </a:p>
          <a:p>
            <a:endParaRPr lang="es-ES" dirty="0"/>
          </a:p>
          <a:p>
            <a:endParaRPr lang="es-419" dirty="0"/>
          </a:p>
        </p:txBody>
      </p:sp>
    </p:spTree>
    <p:extLst>
      <p:ext uri="{BB962C8B-B14F-4D97-AF65-F5344CB8AC3E}">
        <p14:creationId xmlns:p14="http://schemas.microsoft.com/office/powerpoint/2010/main" val="259201893"/>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D5CEF40-845F-489A-A103-6BF475F3502A}"/>
              </a:ext>
            </a:extLst>
          </p:cNvPr>
          <p:cNvSpPr txBox="1"/>
          <p:nvPr/>
        </p:nvSpPr>
        <p:spPr>
          <a:xfrm>
            <a:off x="1121945" y="661899"/>
            <a:ext cx="6093994" cy="1200329"/>
          </a:xfrm>
          <a:prstGeom prst="rect">
            <a:avLst/>
          </a:prstGeom>
          <a:noFill/>
        </p:spPr>
        <p:txBody>
          <a:bodyPr wrap="square" rtlCol="0">
            <a:spAutoFit/>
          </a:bodyPr>
          <a:lstStyle>
            <a:defPPr>
              <a:defRPr lang="es-419"/>
            </a:defPPr>
            <a:lvl1pPr>
              <a:defRPr sz="3600"/>
            </a:lvl1pPr>
          </a:lstStyle>
          <a:p>
            <a:r>
              <a:rPr lang="es-ES" dirty="0"/>
              <a:t>Aspectos Tecnológicos para los Microservicios</a:t>
            </a:r>
          </a:p>
        </p:txBody>
      </p:sp>
      <p:sp>
        <p:nvSpPr>
          <p:cNvPr id="7" name="CuadroTexto 6">
            <a:extLst>
              <a:ext uri="{FF2B5EF4-FFF2-40B4-BE49-F238E27FC236}">
                <a16:creationId xmlns:a16="http://schemas.microsoft.com/office/drawing/2014/main" id="{32F0F0F5-C3C2-4415-8397-BA67E8A93FD7}"/>
              </a:ext>
            </a:extLst>
          </p:cNvPr>
          <p:cNvSpPr txBox="1"/>
          <p:nvPr/>
        </p:nvSpPr>
        <p:spPr>
          <a:xfrm>
            <a:off x="3660607" y="2605844"/>
            <a:ext cx="7324224" cy="2585323"/>
          </a:xfrm>
          <a:prstGeom prst="rect">
            <a:avLst/>
          </a:prstGeom>
          <a:noFill/>
        </p:spPr>
        <p:txBody>
          <a:bodyPr wrap="square">
            <a:spAutoFit/>
          </a:bodyPr>
          <a:lstStyle/>
          <a:p>
            <a:r>
              <a:rPr lang="es-ES" b="1" dirty="0"/>
              <a:t>Contenedores</a:t>
            </a:r>
            <a:r>
              <a:rPr lang="es-ES" dirty="0"/>
              <a:t>  (Docker)</a:t>
            </a:r>
          </a:p>
          <a:p>
            <a:endParaRPr lang="es-ES" dirty="0"/>
          </a:p>
          <a:p>
            <a:r>
              <a:rPr lang="es-ES" dirty="0"/>
              <a:t>Los contenedores empaquetan las aplicaciones y sus dependencias en unidades aisladas, lo que garantiza entornos de ejecución consistentes en diferentes entornos virtuales subyacentes y simplifica la implementación y la gestión. </a:t>
            </a:r>
          </a:p>
          <a:p>
            <a:endParaRPr lang="es-ES" dirty="0"/>
          </a:p>
          <a:p>
            <a:r>
              <a:rPr lang="es-ES" dirty="0"/>
              <a:t>Este aislamiento beneficia a los microservicios, permitiendo el desarrollo, las pruebas y la implementación independientes.</a:t>
            </a:r>
            <a:endParaRPr lang="es-419" dirty="0"/>
          </a:p>
        </p:txBody>
      </p:sp>
      <p:pic>
        <p:nvPicPr>
          <p:cNvPr id="5" name="Imagen 4">
            <a:extLst>
              <a:ext uri="{FF2B5EF4-FFF2-40B4-BE49-F238E27FC236}">
                <a16:creationId xmlns:a16="http://schemas.microsoft.com/office/drawing/2014/main" id="{BCB7755F-D2D0-43E2-9946-FB90C9148BB5}"/>
              </a:ext>
            </a:extLst>
          </p:cNvPr>
          <p:cNvPicPr>
            <a:picLocks noChangeAspect="1"/>
          </p:cNvPicPr>
          <p:nvPr/>
        </p:nvPicPr>
        <p:blipFill>
          <a:blip r:embed="rId4"/>
          <a:stretch>
            <a:fillRect/>
          </a:stretch>
        </p:blipFill>
        <p:spPr>
          <a:xfrm>
            <a:off x="1207168" y="3142604"/>
            <a:ext cx="1669155" cy="1573775"/>
          </a:xfrm>
          <a:prstGeom prst="rect">
            <a:avLst/>
          </a:prstGeom>
        </p:spPr>
      </p:pic>
    </p:spTree>
    <p:extLst>
      <p:ext uri="{BB962C8B-B14F-4D97-AF65-F5344CB8AC3E}">
        <p14:creationId xmlns:p14="http://schemas.microsoft.com/office/powerpoint/2010/main" val="1409638390"/>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D5CEF40-845F-489A-A103-6BF475F3502A}"/>
              </a:ext>
            </a:extLst>
          </p:cNvPr>
          <p:cNvSpPr txBox="1"/>
          <p:nvPr/>
        </p:nvSpPr>
        <p:spPr>
          <a:xfrm>
            <a:off x="1121945" y="661899"/>
            <a:ext cx="6093994" cy="1200329"/>
          </a:xfrm>
          <a:prstGeom prst="rect">
            <a:avLst/>
          </a:prstGeom>
          <a:noFill/>
        </p:spPr>
        <p:txBody>
          <a:bodyPr wrap="square" rtlCol="0">
            <a:spAutoFit/>
          </a:bodyPr>
          <a:lstStyle>
            <a:defPPr>
              <a:defRPr lang="es-419"/>
            </a:defPPr>
            <a:lvl1pPr>
              <a:defRPr sz="3600"/>
            </a:lvl1pPr>
          </a:lstStyle>
          <a:p>
            <a:r>
              <a:rPr lang="es-ES" dirty="0"/>
              <a:t>Aspectos Tecnológicos para los Microservicios</a:t>
            </a:r>
          </a:p>
        </p:txBody>
      </p:sp>
      <p:sp>
        <p:nvSpPr>
          <p:cNvPr id="7" name="CuadroTexto 6">
            <a:extLst>
              <a:ext uri="{FF2B5EF4-FFF2-40B4-BE49-F238E27FC236}">
                <a16:creationId xmlns:a16="http://schemas.microsoft.com/office/drawing/2014/main" id="{32F0F0F5-C3C2-4415-8397-BA67E8A93FD7}"/>
              </a:ext>
            </a:extLst>
          </p:cNvPr>
          <p:cNvSpPr txBox="1"/>
          <p:nvPr/>
        </p:nvSpPr>
        <p:spPr>
          <a:xfrm>
            <a:off x="1275347" y="2687449"/>
            <a:ext cx="6316578" cy="2308324"/>
          </a:xfrm>
          <a:prstGeom prst="rect">
            <a:avLst/>
          </a:prstGeom>
          <a:noFill/>
        </p:spPr>
        <p:txBody>
          <a:bodyPr wrap="square">
            <a:spAutoFit/>
          </a:bodyPr>
          <a:lstStyle/>
          <a:p>
            <a:r>
              <a:rPr lang="es-ES" dirty="0"/>
              <a:t>Plataformas de orquestación (</a:t>
            </a:r>
            <a:r>
              <a:rPr lang="es-ES" dirty="0" err="1"/>
              <a:t>Kubernetes</a:t>
            </a:r>
            <a:r>
              <a:rPr lang="es-ES" dirty="0"/>
              <a:t>): </a:t>
            </a:r>
          </a:p>
          <a:p>
            <a:endParaRPr lang="es-ES" dirty="0"/>
          </a:p>
          <a:p>
            <a:r>
              <a:rPr lang="es-ES" dirty="0"/>
              <a:t>Automatiza el despliegue, el escalado y la gestión de aplicaciones en contenedores. </a:t>
            </a:r>
          </a:p>
          <a:p>
            <a:endParaRPr lang="es-ES" dirty="0"/>
          </a:p>
          <a:p>
            <a:r>
              <a:rPr lang="es-ES" dirty="0"/>
              <a:t>Se encarga de tareas como el equilibrio de carga, las actualizaciones progresivas y la </a:t>
            </a:r>
            <a:r>
              <a:rPr lang="es-ES" dirty="0" err="1"/>
              <a:t>autorreparación</a:t>
            </a:r>
            <a:r>
              <a:rPr lang="es-ES" dirty="0"/>
              <a:t>, lo que permite a los desarrolladores centrarse en la lógica de la aplicación.</a:t>
            </a:r>
            <a:endParaRPr lang="es-419" dirty="0"/>
          </a:p>
        </p:txBody>
      </p:sp>
      <p:pic>
        <p:nvPicPr>
          <p:cNvPr id="3" name="Imagen 2">
            <a:extLst>
              <a:ext uri="{FF2B5EF4-FFF2-40B4-BE49-F238E27FC236}">
                <a16:creationId xmlns:a16="http://schemas.microsoft.com/office/drawing/2014/main" id="{0E6DE017-A79C-4224-8D3A-5DB8C5DB9593}"/>
              </a:ext>
            </a:extLst>
          </p:cNvPr>
          <p:cNvPicPr>
            <a:picLocks noChangeAspect="1"/>
          </p:cNvPicPr>
          <p:nvPr/>
        </p:nvPicPr>
        <p:blipFill>
          <a:blip r:embed="rId4"/>
          <a:stretch>
            <a:fillRect/>
          </a:stretch>
        </p:blipFill>
        <p:spPr>
          <a:xfrm>
            <a:off x="8698777" y="2823866"/>
            <a:ext cx="2342079" cy="1844386"/>
          </a:xfrm>
          <a:prstGeom prst="rect">
            <a:avLst/>
          </a:prstGeom>
        </p:spPr>
      </p:pic>
    </p:spTree>
    <p:extLst>
      <p:ext uri="{BB962C8B-B14F-4D97-AF65-F5344CB8AC3E}">
        <p14:creationId xmlns:p14="http://schemas.microsoft.com/office/powerpoint/2010/main" val="12030612"/>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D5CEF40-845F-489A-A103-6BF475F3502A}"/>
              </a:ext>
            </a:extLst>
          </p:cNvPr>
          <p:cNvSpPr txBox="1"/>
          <p:nvPr/>
        </p:nvSpPr>
        <p:spPr>
          <a:xfrm>
            <a:off x="1121945" y="661899"/>
            <a:ext cx="6093994" cy="1200329"/>
          </a:xfrm>
          <a:prstGeom prst="rect">
            <a:avLst/>
          </a:prstGeom>
          <a:noFill/>
        </p:spPr>
        <p:txBody>
          <a:bodyPr wrap="square" rtlCol="0">
            <a:spAutoFit/>
          </a:bodyPr>
          <a:lstStyle>
            <a:defPPr>
              <a:defRPr lang="es-419"/>
            </a:defPPr>
            <a:lvl1pPr>
              <a:defRPr sz="3600"/>
            </a:lvl1pPr>
          </a:lstStyle>
          <a:p>
            <a:r>
              <a:rPr lang="es-ES" dirty="0"/>
              <a:t>Aspectos Tecnológicos para los Microservicios</a:t>
            </a:r>
          </a:p>
        </p:txBody>
      </p:sp>
      <p:sp>
        <p:nvSpPr>
          <p:cNvPr id="7" name="CuadroTexto 6">
            <a:extLst>
              <a:ext uri="{FF2B5EF4-FFF2-40B4-BE49-F238E27FC236}">
                <a16:creationId xmlns:a16="http://schemas.microsoft.com/office/drawing/2014/main" id="{32F0F0F5-C3C2-4415-8397-BA67E8A93FD7}"/>
              </a:ext>
            </a:extLst>
          </p:cNvPr>
          <p:cNvSpPr txBox="1"/>
          <p:nvPr/>
        </p:nvSpPr>
        <p:spPr>
          <a:xfrm>
            <a:off x="5257800" y="2479640"/>
            <a:ext cx="6316578" cy="2862322"/>
          </a:xfrm>
          <a:prstGeom prst="rect">
            <a:avLst/>
          </a:prstGeom>
          <a:noFill/>
        </p:spPr>
        <p:txBody>
          <a:bodyPr wrap="square">
            <a:spAutoFit/>
          </a:bodyPr>
          <a:lstStyle/>
          <a:p>
            <a:r>
              <a:rPr lang="es-ES" dirty="0"/>
              <a:t>Malla de servicios:</a:t>
            </a:r>
          </a:p>
          <a:p>
            <a:r>
              <a:rPr lang="es-ES" dirty="0"/>
              <a:t>Mejora la comunicación entre microservicios, proporcionando funcionalidades como gestión de tráfico, seguridad y observabilidad. </a:t>
            </a:r>
          </a:p>
          <a:p>
            <a:endParaRPr lang="es-ES" dirty="0"/>
          </a:p>
          <a:p>
            <a:r>
              <a:rPr lang="es-ES" dirty="0"/>
              <a:t>Actúa como una capa de infraestructura dedicada a la comunicación entre servicios, mejorando la resiliencia y reduciendo los costes de desarrollo. </a:t>
            </a:r>
          </a:p>
          <a:p>
            <a:endParaRPr lang="es-ES" dirty="0"/>
          </a:p>
          <a:p>
            <a:r>
              <a:rPr lang="es-ES" dirty="0"/>
              <a:t>(</a:t>
            </a:r>
            <a:r>
              <a:rPr lang="es-ES" dirty="0" err="1"/>
              <a:t>p.e.Istio</a:t>
            </a:r>
            <a:r>
              <a:rPr lang="es-ES" dirty="0"/>
              <a:t>)</a:t>
            </a:r>
          </a:p>
        </p:txBody>
      </p:sp>
      <p:pic>
        <p:nvPicPr>
          <p:cNvPr id="3" name="Imagen 2">
            <a:extLst>
              <a:ext uri="{FF2B5EF4-FFF2-40B4-BE49-F238E27FC236}">
                <a16:creationId xmlns:a16="http://schemas.microsoft.com/office/drawing/2014/main" id="{1F5E9F7C-1422-4A7B-8243-DD354888B7AF}"/>
              </a:ext>
            </a:extLst>
          </p:cNvPr>
          <p:cNvPicPr>
            <a:picLocks noChangeAspect="1"/>
          </p:cNvPicPr>
          <p:nvPr/>
        </p:nvPicPr>
        <p:blipFill>
          <a:blip r:embed="rId4"/>
          <a:stretch>
            <a:fillRect/>
          </a:stretch>
        </p:blipFill>
        <p:spPr>
          <a:xfrm>
            <a:off x="1336634" y="3038698"/>
            <a:ext cx="2686750" cy="1557365"/>
          </a:xfrm>
          <a:prstGeom prst="rect">
            <a:avLst/>
          </a:prstGeom>
        </p:spPr>
      </p:pic>
    </p:spTree>
    <p:extLst>
      <p:ext uri="{BB962C8B-B14F-4D97-AF65-F5344CB8AC3E}">
        <p14:creationId xmlns:p14="http://schemas.microsoft.com/office/powerpoint/2010/main" val="408514942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F9158A7-1A60-47D4-96D7-F5F819572708}"/>
              </a:ext>
            </a:extLst>
          </p:cNvPr>
          <p:cNvSpPr txBox="1"/>
          <p:nvPr/>
        </p:nvSpPr>
        <p:spPr>
          <a:xfrm>
            <a:off x="3913270" y="2687449"/>
            <a:ext cx="6605337" cy="2308324"/>
          </a:xfrm>
          <a:prstGeom prst="rect">
            <a:avLst/>
          </a:prstGeom>
          <a:noFill/>
        </p:spPr>
        <p:txBody>
          <a:bodyPr wrap="square">
            <a:spAutoFit/>
          </a:bodyPr>
          <a:lstStyle/>
          <a:p>
            <a:r>
              <a:rPr lang="es-ES" b="1" dirty="0" err="1"/>
              <a:t>Serverless</a:t>
            </a:r>
            <a:r>
              <a:rPr lang="es-ES" b="1" dirty="0"/>
              <a:t>:</a:t>
            </a:r>
            <a:r>
              <a:rPr lang="es-ES" dirty="0"/>
              <a:t> </a:t>
            </a:r>
          </a:p>
          <a:p>
            <a:endParaRPr lang="es-ES" dirty="0"/>
          </a:p>
          <a:p>
            <a:r>
              <a:rPr lang="es-ES" dirty="0"/>
              <a:t>La abstracción de la gestión de la infraestructura, permite a los desarrolladores centrarse exclusivamente en el código. </a:t>
            </a:r>
          </a:p>
          <a:p>
            <a:endParaRPr lang="es-ES" dirty="0"/>
          </a:p>
          <a:p>
            <a:r>
              <a:rPr lang="es-ES" dirty="0"/>
              <a:t>Este modelo puede ser muy rentable para los microservicios, ya que los recursos se consumen solo cuando son necesarios y la escalabilidad de la infraestructura es fluida.</a:t>
            </a:r>
            <a:endParaRPr lang="es-419" dirty="0"/>
          </a:p>
        </p:txBody>
      </p:sp>
      <p:sp>
        <p:nvSpPr>
          <p:cNvPr id="6" name="CuadroTexto 5">
            <a:extLst>
              <a:ext uri="{FF2B5EF4-FFF2-40B4-BE49-F238E27FC236}">
                <a16:creationId xmlns:a16="http://schemas.microsoft.com/office/drawing/2014/main" id="{B232F870-EBAF-4B8D-B3C2-1A0A6D257830}"/>
              </a:ext>
            </a:extLst>
          </p:cNvPr>
          <p:cNvSpPr txBox="1"/>
          <p:nvPr/>
        </p:nvSpPr>
        <p:spPr>
          <a:xfrm>
            <a:off x="1121945" y="661899"/>
            <a:ext cx="6093994" cy="1200329"/>
          </a:xfrm>
          <a:prstGeom prst="rect">
            <a:avLst/>
          </a:prstGeom>
          <a:noFill/>
        </p:spPr>
        <p:txBody>
          <a:bodyPr wrap="square" rtlCol="0">
            <a:spAutoFit/>
          </a:bodyPr>
          <a:lstStyle>
            <a:defPPr>
              <a:defRPr lang="es-419"/>
            </a:defPPr>
            <a:lvl1pPr>
              <a:defRPr sz="3600"/>
            </a:lvl1pPr>
          </a:lstStyle>
          <a:p>
            <a:r>
              <a:rPr lang="es-ES" dirty="0"/>
              <a:t>Aspectos Tecnológicos para los Microservicios</a:t>
            </a:r>
          </a:p>
        </p:txBody>
      </p:sp>
      <p:pic>
        <p:nvPicPr>
          <p:cNvPr id="8" name="Imagen 7">
            <a:extLst>
              <a:ext uri="{FF2B5EF4-FFF2-40B4-BE49-F238E27FC236}">
                <a16:creationId xmlns:a16="http://schemas.microsoft.com/office/drawing/2014/main" id="{9AE2739E-EF0C-45E7-A525-E1321D5384EB}"/>
              </a:ext>
            </a:extLst>
          </p:cNvPr>
          <p:cNvPicPr>
            <a:picLocks noChangeAspect="1"/>
          </p:cNvPicPr>
          <p:nvPr/>
        </p:nvPicPr>
        <p:blipFill>
          <a:blip r:embed="rId4"/>
          <a:stretch>
            <a:fillRect/>
          </a:stretch>
        </p:blipFill>
        <p:spPr>
          <a:xfrm>
            <a:off x="1328432" y="3080084"/>
            <a:ext cx="1530003" cy="1455821"/>
          </a:xfrm>
          <a:prstGeom prst="rect">
            <a:avLst/>
          </a:prstGeom>
        </p:spPr>
      </p:pic>
    </p:spTree>
    <p:extLst>
      <p:ext uri="{BB962C8B-B14F-4D97-AF65-F5344CB8AC3E}">
        <p14:creationId xmlns:p14="http://schemas.microsoft.com/office/powerpoint/2010/main" val="3819188889"/>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5912263-4A72-46E2-A240-BA1302C20A10}"/>
              </a:ext>
            </a:extLst>
          </p:cNvPr>
          <p:cNvSpPr txBox="1"/>
          <p:nvPr/>
        </p:nvSpPr>
        <p:spPr>
          <a:xfrm>
            <a:off x="1121945" y="661899"/>
            <a:ext cx="6093994" cy="1200329"/>
          </a:xfrm>
          <a:prstGeom prst="rect">
            <a:avLst/>
          </a:prstGeom>
          <a:noFill/>
        </p:spPr>
        <p:txBody>
          <a:bodyPr wrap="square" rtlCol="0">
            <a:spAutoFit/>
          </a:bodyPr>
          <a:lstStyle>
            <a:defPPr>
              <a:defRPr lang="es-419"/>
            </a:defPPr>
            <a:lvl1pPr>
              <a:defRPr sz="3600"/>
            </a:lvl1pPr>
          </a:lstStyle>
          <a:p>
            <a:r>
              <a:rPr lang="es-ES" dirty="0"/>
              <a:t>Buenas prácticas para diseñar y desarrollar los Microservicios</a:t>
            </a:r>
          </a:p>
        </p:txBody>
      </p:sp>
      <p:sp>
        <p:nvSpPr>
          <p:cNvPr id="6" name="CuadroTexto 5">
            <a:extLst>
              <a:ext uri="{FF2B5EF4-FFF2-40B4-BE49-F238E27FC236}">
                <a16:creationId xmlns:a16="http://schemas.microsoft.com/office/drawing/2014/main" id="{634365BB-1626-434F-B93C-8BCA3B274829}"/>
              </a:ext>
            </a:extLst>
          </p:cNvPr>
          <p:cNvSpPr txBox="1"/>
          <p:nvPr/>
        </p:nvSpPr>
        <p:spPr>
          <a:xfrm>
            <a:off x="3696702" y="2200468"/>
            <a:ext cx="8023058" cy="3693319"/>
          </a:xfrm>
          <a:prstGeom prst="rect">
            <a:avLst/>
          </a:prstGeom>
          <a:noFill/>
        </p:spPr>
        <p:txBody>
          <a:bodyPr wrap="square">
            <a:spAutoFit/>
          </a:bodyPr>
          <a:lstStyle/>
          <a:p>
            <a:pPr marL="285750" indent="-285750">
              <a:buFont typeface="Arial" panose="020B0604020202020204" pitchFamily="34" charset="0"/>
              <a:buChar char="•"/>
            </a:pPr>
            <a:r>
              <a:rPr lang="es-ES" b="1" u="sng" dirty="0"/>
              <a:t>Basar el diseño de los servicios en las características del negocio</a:t>
            </a:r>
            <a:r>
              <a:rPr lang="es-ES" dirty="0"/>
              <a:t>, no en la tecnología. Cada servicio debe tener una única responsabilidad.</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Descentralizar, otorgar a los equipos la autonomía necesaria para diseñar y desarrollar servicios.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No compartir datos, la propiedad de los datos es responsabilidad de cada microservicio y no deben compartirse entre varios servicios para evitar una alta latencia.</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Evitar el acoplamiento estrecho entre servicios para evitar ineficiencias en la nube. Los servicios deben tener una alta cohesión funcional. Las funciones que probablemente cambien juntas deben formar parte del mismo servicio.</a:t>
            </a:r>
          </a:p>
        </p:txBody>
      </p:sp>
      <p:pic>
        <p:nvPicPr>
          <p:cNvPr id="8" name="Imagen 7">
            <a:extLst>
              <a:ext uri="{FF2B5EF4-FFF2-40B4-BE49-F238E27FC236}">
                <a16:creationId xmlns:a16="http://schemas.microsoft.com/office/drawing/2014/main" id="{DA3BD4DC-8FE3-4FDE-B8EA-A3528201D659}"/>
              </a:ext>
            </a:extLst>
          </p:cNvPr>
          <p:cNvPicPr>
            <a:picLocks noChangeAspect="1"/>
          </p:cNvPicPr>
          <p:nvPr/>
        </p:nvPicPr>
        <p:blipFill>
          <a:blip r:embed="rId4"/>
          <a:stretch>
            <a:fillRect/>
          </a:stretch>
        </p:blipFill>
        <p:spPr>
          <a:xfrm>
            <a:off x="668891" y="3082365"/>
            <a:ext cx="2717594" cy="1913408"/>
          </a:xfrm>
          <a:prstGeom prst="rect">
            <a:avLst/>
          </a:prstGeom>
        </p:spPr>
      </p:pic>
    </p:spTree>
    <p:extLst>
      <p:ext uri="{BB962C8B-B14F-4D97-AF65-F5344CB8AC3E}">
        <p14:creationId xmlns:p14="http://schemas.microsoft.com/office/powerpoint/2010/main" val="293114626"/>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5912263-4A72-46E2-A240-BA1302C20A10}"/>
              </a:ext>
            </a:extLst>
          </p:cNvPr>
          <p:cNvSpPr txBox="1"/>
          <p:nvPr/>
        </p:nvSpPr>
        <p:spPr>
          <a:xfrm>
            <a:off x="1121945" y="661899"/>
            <a:ext cx="6093994" cy="1200329"/>
          </a:xfrm>
          <a:prstGeom prst="rect">
            <a:avLst/>
          </a:prstGeom>
          <a:noFill/>
        </p:spPr>
        <p:txBody>
          <a:bodyPr wrap="square" rtlCol="0">
            <a:spAutoFit/>
          </a:bodyPr>
          <a:lstStyle>
            <a:defPPr>
              <a:defRPr lang="es-419"/>
            </a:defPPr>
            <a:lvl1pPr>
              <a:defRPr sz="3600"/>
            </a:lvl1pPr>
          </a:lstStyle>
          <a:p>
            <a:r>
              <a:rPr lang="es-ES" dirty="0"/>
              <a:t>Buenas prácticas para diseñar y desarrollar los Microservicios</a:t>
            </a:r>
          </a:p>
        </p:txBody>
      </p:sp>
      <p:sp>
        <p:nvSpPr>
          <p:cNvPr id="7" name="CuadroTexto 6">
            <a:extLst>
              <a:ext uri="{FF2B5EF4-FFF2-40B4-BE49-F238E27FC236}">
                <a16:creationId xmlns:a16="http://schemas.microsoft.com/office/drawing/2014/main" id="{3C36D86A-99C2-426E-883C-A1BC404CADFA}"/>
              </a:ext>
            </a:extLst>
          </p:cNvPr>
          <p:cNvSpPr txBox="1"/>
          <p:nvPr/>
        </p:nvSpPr>
        <p:spPr>
          <a:xfrm>
            <a:off x="4259179" y="2376698"/>
            <a:ext cx="7531768" cy="3693319"/>
          </a:xfrm>
          <a:prstGeom prst="rect">
            <a:avLst/>
          </a:prstGeom>
          <a:noFill/>
        </p:spPr>
        <p:txBody>
          <a:bodyPr wrap="square">
            <a:spAutoFit/>
          </a:bodyPr>
          <a:lstStyle/>
          <a:p>
            <a:r>
              <a:rPr lang="es-ES" dirty="0"/>
              <a:t>Utilizar un bus de mensajes distribuido para evitar llamadas excesivas entre microservicios.</a:t>
            </a:r>
          </a:p>
          <a:p>
            <a:endParaRPr lang="es-ES" dirty="0"/>
          </a:p>
          <a:p>
            <a:r>
              <a:rPr lang="es-ES" dirty="0"/>
              <a:t>Utilizar la comunicación asíncrona para gestionar errores, aislar fallos dentro de un servicio y evitar que se propaguen y generen problemas más amplios.</a:t>
            </a:r>
          </a:p>
          <a:p>
            <a:endParaRPr lang="es-ES" dirty="0"/>
          </a:p>
          <a:p>
            <a:r>
              <a:rPr lang="es-ES" dirty="0"/>
              <a:t>Determina el nivel de abstracción adecuado para cada servicio. </a:t>
            </a:r>
          </a:p>
          <a:p>
            <a:pPr marL="285750" indent="-285750">
              <a:buFont typeface="Arial" panose="020B0604020202020204" pitchFamily="34" charset="0"/>
              <a:buChar char="•"/>
            </a:pPr>
            <a:r>
              <a:rPr lang="es-ES" dirty="0"/>
              <a:t>Si es demasiado general, se desaprovechan las ventajas de los microservicios. </a:t>
            </a:r>
          </a:p>
          <a:p>
            <a:pPr marL="285750" indent="-285750">
              <a:buFont typeface="Arial" panose="020B0604020202020204" pitchFamily="34" charset="0"/>
              <a:buChar char="•"/>
            </a:pPr>
            <a:r>
              <a:rPr lang="es-ES" dirty="0"/>
              <a:t>Si es demasiado específico, la sobreabundancia de servicios resultante provocará un caos operativo. </a:t>
            </a:r>
          </a:p>
          <a:p>
            <a:pPr marL="285750" indent="-285750">
              <a:buFont typeface="Arial" panose="020B0604020202020204" pitchFamily="34" charset="0"/>
              <a:buChar char="•"/>
            </a:pPr>
            <a:r>
              <a:rPr lang="es-ES" dirty="0"/>
              <a:t>Recomendable empezar con un conjunto de servicios generales y refinarlos según las necesidades de escalabilidad.</a:t>
            </a:r>
            <a:endParaRPr lang="es-419" dirty="0"/>
          </a:p>
        </p:txBody>
      </p:sp>
      <p:pic>
        <p:nvPicPr>
          <p:cNvPr id="8" name="Imagen 7">
            <a:extLst>
              <a:ext uri="{FF2B5EF4-FFF2-40B4-BE49-F238E27FC236}">
                <a16:creationId xmlns:a16="http://schemas.microsoft.com/office/drawing/2014/main" id="{D8C70ED1-9A4D-4A22-A684-8BE36E785F81}"/>
              </a:ext>
            </a:extLst>
          </p:cNvPr>
          <p:cNvPicPr>
            <a:picLocks noChangeAspect="1"/>
          </p:cNvPicPr>
          <p:nvPr/>
        </p:nvPicPr>
        <p:blipFill>
          <a:blip r:embed="rId4"/>
          <a:stretch>
            <a:fillRect/>
          </a:stretch>
        </p:blipFill>
        <p:spPr>
          <a:xfrm>
            <a:off x="1121945" y="2877828"/>
            <a:ext cx="2717594" cy="1913408"/>
          </a:xfrm>
          <a:prstGeom prst="rect">
            <a:avLst/>
          </a:prstGeom>
        </p:spPr>
      </p:pic>
    </p:spTree>
    <p:extLst>
      <p:ext uri="{BB962C8B-B14F-4D97-AF65-F5344CB8AC3E}">
        <p14:creationId xmlns:p14="http://schemas.microsoft.com/office/powerpoint/2010/main" val="970258909"/>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EDC2D04-1DFE-4A0F-9D84-924376FC6521}"/>
              </a:ext>
            </a:extLst>
          </p:cNvPr>
          <p:cNvSpPr txBox="1"/>
          <p:nvPr/>
        </p:nvSpPr>
        <p:spPr>
          <a:xfrm>
            <a:off x="1121945" y="661899"/>
            <a:ext cx="6093994" cy="646331"/>
          </a:xfrm>
          <a:prstGeom prst="rect">
            <a:avLst/>
          </a:prstGeom>
          <a:noFill/>
        </p:spPr>
        <p:txBody>
          <a:bodyPr wrap="square" rtlCol="0">
            <a:spAutoFit/>
          </a:bodyPr>
          <a:lstStyle>
            <a:defPPr>
              <a:defRPr lang="es-419"/>
            </a:defPPr>
            <a:lvl1pPr>
              <a:defRPr sz="3600"/>
            </a:lvl1pPr>
          </a:lstStyle>
          <a:p>
            <a:r>
              <a:rPr lang="es-ES" dirty="0"/>
              <a:t>Tamaño de los Microservicios</a:t>
            </a:r>
          </a:p>
        </p:txBody>
      </p:sp>
      <p:sp>
        <p:nvSpPr>
          <p:cNvPr id="6" name="CuadroTexto 5">
            <a:extLst>
              <a:ext uri="{FF2B5EF4-FFF2-40B4-BE49-F238E27FC236}">
                <a16:creationId xmlns:a16="http://schemas.microsoft.com/office/drawing/2014/main" id="{A10CF915-1A0B-4D54-A393-97EA076BA7AE}"/>
              </a:ext>
            </a:extLst>
          </p:cNvPr>
          <p:cNvSpPr txBox="1"/>
          <p:nvPr/>
        </p:nvSpPr>
        <p:spPr>
          <a:xfrm>
            <a:off x="580524" y="2281535"/>
            <a:ext cx="6818897" cy="3416320"/>
          </a:xfrm>
          <a:prstGeom prst="rect">
            <a:avLst/>
          </a:prstGeom>
          <a:noFill/>
        </p:spPr>
        <p:txBody>
          <a:bodyPr wrap="square">
            <a:spAutoFit/>
          </a:bodyPr>
          <a:lstStyle/>
          <a:p>
            <a:r>
              <a:rPr lang="es-ES" dirty="0"/>
              <a:t>Cada microservicio debe gestionar una única funcionalidad empresarial y tener el tamaño adecuado para cumplir eficazmente con esta responsabilidad.</a:t>
            </a:r>
          </a:p>
          <a:p>
            <a:endParaRPr lang="es-ES" dirty="0"/>
          </a:p>
          <a:p>
            <a:r>
              <a:rPr lang="es-ES" dirty="0"/>
              <a:t>Definir qué incluye la funcionalidad empresarial, lo que implica establecer los límites y tamaño del servicio.</a:t>
            </a:r>
          </a:p>
          <a:p>
            <a:endParaRPr lang="es-ES" dirty="0"/>
          </a:p>
          <a:p>
            <a:r>
              <a:rPr lang="es-ES" dirty="0">
                <a:solidFill>
                  <a:srgbClr val="000000"/>
                </a:solidFill>
                <a:latin typeface="DM Sans"/>
              </a:rPr>
              <a:t>Apoyarse en el </a:t>
            </a:r>
            <a:r>
              <a:rPr lang="es-ES" b="0" i="0" dirty="0">
                <a:solidFill>
                  <a:srgbClr val="000000"/>
                </a:solidFill>
                <a:effectLst/>
                <a:latin typeface="DM Sans"/>
              </a:rPr>
              <a:t>Diseño Orientado al Dominio (DDD), para definir el «contexto delimitado» de cada dominio, basado en las funcionalidades empresariales y delimitar el alcance de los servicios individuales.</a:t>
            </a:r>
            <a:endParaRPr lang="es-ES" dirty="0"/>
          </a:p>
          <a:p>
            <a:endParaRPr lang="es-ES" dirty="0"/>
          </a:p>
          <a:p>
            <a:endParaRPr lang="es-419" dirty="0"/>
          </a:p>
        </p:txBody>
      </p:sp>
      <p:pic>
        <p:nvPicPr>
          <p:cNvPr id="8" name="Imagen 7">
            <a:extLst>
              <a:ext uri="{FF2B5EF4-FFF2-40B4-BE49-F238E27FC236}">
                <a16:creationId xmlns:a16="http://schemas.microsoft.com/office/drawing/2014/main" id="{B90BBD46-E3A3-4E0B-9C2F-8819DD6B068F}"/>
              </a:ext>
            </a:extLst>
          </p:cNvPr>
          <p:cNvPicPr>
            <a:picLocks noChangeAspect="1"/>
          </p:cNvPicPr>
          <p:nvPr/>
        </p:nvPicPr>
        <p:blipFill>
          <a:blip r:embed="rId4"/>
          <a:stretch>
            <a:fillRect/>
          </a:stretch>
        </p:blipFill>
        <p:spPr>
          <a:xfrm>
            <a:off x="8217567" y="2678154"/>
            <a:ext cx="2792329" cy="2073512"/>
          </a:xfrm>
          <a:prstGeom prst="rect">
            <a:avLst/>
          </a:prstGeom>
        </p:spPr>
      </p:pic>
    </p:spTree>
    <p:extLst>
      <p:ext uri="{BB962C8B-B14F-4D97-AF65-F5344CB8AC3E}">
        <p14:creationId xmlns:p14="http://schemas.microsoft.com/office/powerpoint/2010/main" val="1796989546"/>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EDC2D04-1DFE-4A0F-9D84-924376FC6521}"/>
              </a:ext>
            </a:extLst>
          </p:cNvPr>
          <p:cNvSpPr txBox="1"/>
          <p:nvPr/>
        </p:nvSpPr>
        <p:spPr>
          <a:xfrm>
            <a:off x="1121945" y="661899"/>
            <a:ext cx="6093994" cy="1200329"/>
          </a:xfrm>
          <a:prstGeom prst="rect">
            <a:avLst/>
          </a:prstGeom>
          <a:noFill/>
        </p:spPr>
        <p:txBody>
          <a:bodyPr wrap="square" rtlCol="0">
            <a:spAutoFit/>
          </a:bodyPr>
          <a:lstStyle>
            <a:defPPr>
              <a:defRPr lang="es-419"/>
            </a:defPPr>
            <a:lvl1pPr>
              <a:defRPr sz="3600"/>
            </a:lvl1pPr>
          </a:lstStyle>
          <a:p>
            <a:r>
              <a:rPr lang="es-ES" dirty="0"/>
              <a:t>Patrones para diseñar Microservicios</a:t>
            </a:r>
          </a:p>
        </p:txBody>
      </p:sp>
      <p:sp>
        <p:nvSpPr>
          <p:cNvPr id="5" name="CuadroTexto 4">
            <a:extLst>
              <a:ext uri="{FF2B5EF4-FFF2-40B4-BE49-F238E27FC236}">
                <a16:creationId xmlns:a16="http://schemas.microsoft.com/office/drawing/2014/main" id="{51C521C5-46E9-4628-989A-775A4812EFB4}"/>
              </a:ext>
            </a:extLst>
          </p:cNvPr>
          <p:cNvSpPr txBox="1"/>
          <p:nvPr/>
        </p:nvSpPr>
        <p:spPr>
          <a:xfrm>
            <a:off x="4343400" y="2225783"/>
            <a:ext cx="6821904" cy="3970318"/>
          </a:xfrm>
          <a:prstGeom prst="rect">
            <a:avLst/>
          </a:prstGeom>
          <a:noFill/>
        </p:spPr>
        <p:txBody>
          <a:bodyPr wrap="square">
            <a:spAutoFit/>
          </a:bodyPr>
          <a:lstStyle/>
          <a:p>
            <a:r>
              <a:rPr lang="es-ES" b="1" dirty="0" err="1">
                <a:solidFill>
                  <a:srgbClr val="00B050"/>
                </a:solidFill>
              </a:rPr>
              <a:t>Ambassador</a:t>
            </a:r>
            <a:endParaRPr lang="es-ES" b="1" dirty="0">
              <a:solidFill>
                <a:srgbClr val="00B050"/>
              </a:solidFill>
            </a:endParaRPr>
          </a:p>
          <a:p>
            <a:r>
              <a:rPr lang="es-ES" dirty="0"/>
              <a:t>Se usa para gestionar tareas de soporte comunes como el monitoreo, registro de eventos, y la seguridad.</a:t>
            </a:r>
          </a:p>
          <a:p>
            <a:endParaRPr lang="es-ES" dirty="0"/>
          </a:p>
          <a:p>
            <a:r>
              <a:rPr lang="es-ES" b="1" dirty="0">
                <a:solidFill>
                  <a:srgbClr val="00B050"/>
                </a:solidFill>
              </a:rPr>
              <a:t>Anticorrupción</a:t>
            </a:r>
          </a:p>
          <a:p>
            <a:r>
              <a:rPr lang="es-ES" dirty="0"/>
              <a:t>Interfaz entre aplicaciones antiguas y modernas. Garantiza que las limitaciones de un sistema antiguo no obstaculicen el diseño óptimo de un nuevo sistema.</a:t>
            </a:r>
          </a:p>
          <a:p>
            <a:endParaRPr lang="es-ES" dirty="0"/>
          </a:p>
          <a:p>
            <a:r>
              <a:rPr lang="es-419" b="1" dirty="0">
                <a:solidFill>
                  <a:srgbClr val="00B050"/>
                </a:solidFill>
              </a:rPr>
              <a:t>Sistemas de </a:t>
            </a:r>
            <a:r>
              <a:rPr lang="es-419" b="1" dirty="0" err="1">
                <a:solidFill>
                  <a:srgbClr val="00B050"/>
                </a:solidFill>
              </a:rPr>
              <a:t>backend</a:t>
            </a:r>
            <a:r>
              <a:rPr lang="es-419" b="1" dirty="0">
                <a:solidFill>
                  <a:srgbClr val="00B050"/>
                </a:solidFill>
              </a:rPr>
              <a:t> para interfaces de usuario</a:t>
            </a:r>
          </a:p>
          <a:p>
            <a:r>
              <a:rPr lang="es-ES" dirty="0"/>
              <a:t>Este patrón de diseño se centra en diseñar diferentes </a:t>
            </a:r>
            <a:r>
              <a:rPr lang="es-ES" dirty="0" err="1"/>
              <a:t>backends</a:t>
            </a:r>
            <a:r>
              <a:rPr lang="es-ES" dirty="0"/>
              <a:t> para gestionar las solicitudes conflictivas provenientes de distintos clientes(móviles, web).</a:t>
            </a:r>
          </a:p>
          <a:p>
            <a:endParaRPr lang="es-ES" dirty="0"/>
          </a:p>
        </p:txBody>
      </p:sp>
      <p:pic>
        <p:nvPicPr>
          <p:cNvPr id="6" name="Imagen 5">
            <a:extLst>
              <a:ext uri="{FF2B5EF4-FFF2-40B4-BE49-F238E27FC236}">
                <a16:creationId xmlns:a16="http://schemas.microsoft.com/office/drawing/2014/main" id="{52627859-8AAA-42D9-BA1D-D656BA200992}"/>
              </a:ext>
            </a:extLst>
          </p:cNvPr>
          <p:cNvPicPr>
            <a:picLocks noChangeAspect="1"/>
          </p:cNvPicPr>
          <p:nvPr/>
        </p:nvPicPr>
        <p:blipFill>
          <a:blip r:embed="rId4"/>
          <a:stretch>
            <a:fillRect/>
          </a:stretch>
        </p:blipFill>
        <p:spPr>
          <a:xfrm>
            <a:off x="859180" y="3001888"/>
            <a:ext cx="2857478" cy="1993885"/>
          </a:xfrm>
          <a:prstGeom prst="rect">
            <a:avLst/>
          </a:prstGeom>
        </p:spPr>
      </p:pic>
    </p:spTree>
    <p:extLst>
      <p:ext uri="{BB962C8B-B14F-4D97-AF65-F5344CB8AC3E}">
        <p14:creationId xmlns:p14="http://schemas.microsoft.com/office/powerpoint/2010/main" val="884776235"/>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EDC2D04-1DFE-4A0F-9D84-924376FC6521}"/>
              </a:ext>
            </a:extLst>
          </p:cNvPr>
          <p:cNvSpPr txBox="1"/>
          <p:nvPr/>
        </p:nvSpPr>
        <p:spPr>
          <a:xfrm>
            <a:off x="1121945" y="661899"/>
            <a:ext cx="6093994" cy="1200329"/>
          </a:xfrm>
          <a:prstGeom prst="rect">
            <a:avLst/>
          </a:prstGeom>
          <a:noFill/>
        </p:spPr>
        <p:txBody>
          <a:bodyPr wrap="square" rtlCol="0">
            <a:spAutoFit/>
          </a:bodyPr>
          <a:lstStyle>
            <a:defPPr>
              <a:defRPr lang="es-419"/>
            </a:defPPr>
            <a:lvl1pPr>
              <a:defRPr sz="3600"/>
            </a:lvl1pPr>
          </a:lstStyle>
          <a:p>
            <a:r>
              <a:rPr lang="es-ES" dirty="0"/>
              <a:t>Patrones para diseñar Microservicios</a:t>
            </a:r>
          </a:p>
        </p:txBody>
      </p:sp>
      <p:sp>
        <p:nvSpPr>
          <p:cNvPr id="5" name="CuadroTexto 4">
            <a:extLst>
              <a:ext uri="{FF2B5EF4-FFF2-40B4-BE49-F238E27FC236}">
                <a16:creationId xmlns:a16="http://schemas.microsoft.com/office/drawing/2014/main" id="{F1063164-D876-4AC5-8C2A-222F3082C204}"/>
              </a:ext>
            </a:extLst>
          </p:cNvPr>
          <p:cNvSpPr txBox="1"/>
          <p:nvPr/>
        </p:nvSpPr>
        <p:spPr>
          <a:xfrm>
            <a:off x="881313" y="2057451"/>
            <a:ext cx="7119687" cy="3970318"/>
          </a:xfrm>
          <a:prstGeom prst="rect">
            <a:avLst/>
          </a:prstGeom>
          <a:noFill/>
        </p:spPr>
        <p:txBody>
          <a:bodyPr wrap="square">
            <a:spAutoFit/>
          </a:bodyPr>
          <a:lstStyle/>
          <a:p>
            <a:r>
              <a:rPr lang="es-ES" b="1" dirty="0">
                <a:solidFill>
                  <a:srgbClr val="00B050"/>
                </a:solidFill>
              </a:rPr>
              <a:t>Mamparo</a:t>
            </a:r>
          </a:p>
          <a:p>
            <a:r>
              <a:rPr lang="es-ES" dirty="0"/>
              <a:t>Describe la asignación de recursos críticos del sistema, como procesador, memoria y grupos de subprocesos, a cada servicio. Además, aísla los recursos asignados para que ninguna entidad los monopolice y deje sin recursos a otros servicios.</a:t>
            </a:r>
          </a:p>
          <a:p>
            <a:endParaRPr lang="es-ES" dirty="0"/>
          </a:p>
          <a:p>
            <a:r>
              <a:rPr lang="es-ES" b="1" dirty="0">
                <a:solidFill>
                  <a:srgbClr val="00B050"/>
                </a:solidFill>
              </a:rPr>
              <a:t>Sidecar</a:t>
            </a:r>
          </a:p>
          <a:p>
            <a:r>
              <a:rPr lang="es-ES" dirty="0"/>
              <a:t>Un microservicio puede incluir algunos componentes auxiliares que no son esenciales para su lógica de negocio, pero que facilitan la codificación, como una clase de calendario especializada. El patrón sidecar especifica el despliegue de estos componentes en un contenedor independiente para garantizar la encapsulación.</a:t>
            </a:r>
          </a:p>
          <a:p>
            <a:endParaRPr lang="es-ES" dirty="0"/>
          </a:p>
          <a:p>
            <a:r>
              <a:rPr lang="es-ES" b="1" dirty="0">
                <a:solidFill>
                  <a:srgbClr val="00B050"/>
                </a:solidFill>
              </a:rPr>
              <a:t>Estrangulador¿?</a:t>
            </a:r>
          </a:p>
        </p:txBody>
      </p:sp>
      <p:pic>
        <p:nvPicPr>
          <p:cNvPr id="6" name="Imagen 5">
            <a:extLst>
              <a:ext uri="{FF2B5EF4-FFF2-40B4-BE49-F238E27FC236}">
                <a16:creationId xmlns:a16="http://schemas.microsoft.com/office/drawing/2014/main" id="{1119D920-7599-4F96-9935-04BFB2FC02AC}"/>
              </a:ext>
            </a:extLst>
          </p:cNvPr>
          <p:cNvPicPr>
            <a:picLocks noChangeAspect="1"/>
          </p:cNvPicPr>
          <p:nvPr/>
        </p:nvPicPr>
        <p:blipFill>
          <a:blip r:embed="rId4"/>
          <a:stretch>
            <a:fillRect/>
          </a:stretch>
        </p:blipFill>
        <p:spPr>
          <a:xfrm>
            <a:off x="8655643" y="2665003"/>
            <a:ext cx="2857478" cy="1993885"/>
          </a:xfrm>
          <a:prstGeom prst="rect">
            <a:avLst/>
          </a:prstGeom>
        </p:spPr>
      </p:pic>
    </p:spTree>
    <p:extLst>
      <p:ext uri="{BB962C8B-B14F-4D97-AF65-F5344CB8AC3E}">
        <p14:creationId xmlns:p14="http://schemas.microsoft.com/office/powerpoint/2010/main" val="489508551"/>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EDC2D04-1DFE-4A0F-9D84-924376FC6521}"/>
              </a:ext>
            </a:extLst>
          </p:cNvPr>
          <p:cNvSpPr txBox="1"/>
          <p:nvPr/>
        </p:nvSpPr>
        <p:spPr>
          <a:xfrm>
            <a:off x="1121944" y="661899"/>
            <a:ext cx="6770771" cy="1200329"/>
          </a:xfrm>
          <a:prstGeom prst="rect">
            <a:avLst/>
          </a:prstGeom>
          <a:noFill/>
        </p:spPr>
        <p:txBody>
          <a:bodyPr wrap="square" rtlCol="0">
            <a:spAutoFit/>
          </a:bodyPr>
          <a:lstStyle>
            <a:defPPr>
              <a:defRPr lang="es-419"/>
            </a:defPPr>
            <a:lvl1pPr>
              <a:defRPr sz="3600"/>
            </a:lvl1pPr>
          </a:lstStyle>
          <a:p>
            <a:r>
              <a:rPr lang="es-ES" dirty="0"/>
              <a:t>Buenas Prácticas Arquitectónicas de Microservicios</a:t>
            </a:r>
          </a:p>
        </p:txBody>
      </p:sp>
      <p:sp>
        <p:nvSpPr>
          <p:cNvPr id="5" name="CuadroTexto 4">
            <a:extLst>
              <a:ext uri="{FF2B5EF4-FFF2-40B4-BE49-F238E27FC236}">
                <a16:creationId xmlns:a16="http://schemas.microsoft.com/office/drawing/2014/main" id="{864D2FEC-DBDE-476D-BE35-725BFCB73804}"/>
              </a:ext>
            </a:extLst>
          </p:cNvPr>
          <p:cNvSpPr txBox="1"/>
          <p:nvPr/>
        </p:nvSpPr>
        <p:spPr>
          <a:xfrm>
            <a:off x="4547938" y="2579922"/>
            <a:ext cx="6196263" cy="2585323"/>
          </a:xfrm>
          <a:prstGeom prst="rect">
            <a:avLst/>
          </a:prstGeom>
          <a:noFill/>
        </p:spPr>
        <p:txBody>
          <a:bodyPr wrap="square">
            <a:spAutoFit/>
          </a:bodyPr>
          <a:lstStyle/>
          <a:p>
            <a:r>
              <a:rPr lang="es-ES" dirty="0"/>
              <a:t>Almacén de datos dedicado por servicio</a:t>
            </a:r>
          </a:p>
          <a:p>
            <a:endParaRPr lang="es-ES" dirty="0"/>
          </a:p>
          <a:p>
            <a:r>
              <a:rPr lang="es-ES" dirty="0"/>
              <a:t>Lo mejor es no usar el mismo almacén de datos en todos los microservicios, ya que esto provocaría que diferentes equipos compartieran elementos y datos de la base de datos. Cada equipo de servicio debería usar su propia base de datos, la que mejor se adapte a sus necesidades, en lugar de compartirla, para garantizar un rendimiento óptimo a gran escala.</a:t>
            </a:r>
          </a:p>
          <a:p>
            <a:endParaRPr lang="es-ES" dirty="0"/>
          </a:p>
        </p:txBody>
      </p:sp>
      <p:pic>
        <p:nvPicPr>
          <p:cNvPr id="6" name="Imagen 5">
            <a:extLst>
              <a:ext uri="{FF2B5EF4-FFF2-40B4-BE49-F238E27FC236}">
                <a16:creationId xmlns:a16="http://schemas.microsoft.com/office/drawing/2014/main" id="{2E76DC13-786A-45CC-949B-B32FDD15BFCC}"/>
              </a:ext>
            </a:extLst>
          </p:cNvPr>
          <p:cNvPicPr>
            <a:picLocks noChangeAspect="1"/>
          </p:cNvPicPr>
          <p:nvPr/>
        </p:nvPicPr>
        <p:blipFill>
          <a:blip r:embed="rId4"/>
          <a:stretch>
            <a:fillRect/>
          </a:stretch>
        </p:blipFill>
        <p:spPr>
          <a:xfrm>
            <a:off x="1626806" y="2923613"/>
            <a:ext cx="2406926" cy="1708543"/>
          </a:xfrm>
          <a:prstGeom prst="rect">
            <a:avLst/>
          </a:prstGeom>
        </p:spPr>
      </p:pic>
    </p:spTree>
    <p:extLst>
      <p:ext uri="{BB962C8B-B14F-4D97-AF65-F5344CB8AC3E}">
        <p14:creationId xmlns:p14="http://schemas.microsoft.com/office/powerpoint/2010/main" val="2230992061"/>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EDC2D04-1DFE-4A0F-9D84-924376FC6521}"/>
              </a:ext>
            </a:extLst>
          </p:cNvPr>
          <p:cNvSpPr txBox="1"/>
          <p:nvPr/>
        </p:nvSpPr>
        <p:spPr>
          <a:xfrm>
            <a:off x="1121944" y="661899"/>
            <a:ext cx="6770771" cy="1200329"/>
          </a:xfrm>
          <a:prstGeom prst="rect">
            <a:avLst/>
          </a:prstGeom>
          <a:noFill/>
        </p:spPr>
        <p:txBody>
          <a:bodyPr wrap="square" rtlCol="0">
            <a:spAutoFit/>
          </a:bodyPr>
          <a:lstStyle>
            <a:defPPr>
              <a:defRPr lang="es-419"/>
            </a:defPPr>
            <a:lvl1pPr>
              <a:defRPr sz="3600"/>
            </a:lvl1pPr>
          </a:lstStyle>
          <a:p>
            <a:r>
              <a:rPr lang="es-ES" dirty="0"/>
              <a:t>Buenas Prácticas Arquitectónicas de Microservicios</a:t>
            </a:r>
          </a:p>
        </p:txBody>
      </p:sp>
      <p:sp>
        <p:nvSpPr>
          <p:cNvPr id="5" name="CuadroTexto 4">
            <a:extLst>
              <a:ext uri="{FF2B5EF4-FFF2-40B4-BE49-F238E27FC236}">
                <a16:creationId xmlns:a16="http://schemas.microsoft.com/office/drawing/2014/main" id="{864D2FEC-DBDE-476D-BE35-725BFCB73804}"/>
              </a:ext>
            </a:extLst>
          </p:cNvPr>
          <p:cNvSpPr txBox="1"/>
          <p:nvPr/>
        </p:nvSpPr>
        <p:spPr>
          <a:xfrm>
            <a:off x="1242260" y="2687449"/>
            <a:ext cx="6157161" cy="2308324"/>
          </a:xfrm>
          <a:prstGeom prst="rect">
            <a:avLst/>
          </a:prstGeom>
          <a:noFill/>
        </p:spPr>
        <p:txBody>
          <a:bodyPr wrap="square">
            <a:spAutoFit/>
          </a:bodyPr>
          <a:lstStyle/>
          <a:p>
            <a:r>
              <a:rPr lang="es-ES" dirty="0"/>
              <a:t>No tocar código estable y maduro.</a:t>
            </a:r>
          </a:p>
          <a:p>
            <a:endParaRPr lang="es-ES" dirty="0"/>
          </a:p>
          <a:p>
            <a:r>
              <a:rPr lang="es-ES" dirty="0"/>
              <a:t>Si necesitas modificar un microservicio que funciona correctamente, es preferible crear uno nuevo y dejar el anterior intacto. Tras probar el nuevo servicio y asegurarte de que no tenga errores, puedes integrarlo en el servicio existente o reemplazarlo.</a:t>
            </a:r>
          </a:p>
          <a:p>
            <a:endParaRPr lang="es-ES" dirty="0"/>
          </a:p>
        </p:txBody>
      </p:sp>
      <p:pic>
        <p:nvPicPr>
          <p:cNvPr id="3" name="Imagen 2">
            <a:extLst>
              <a:ext uri="{FF2B5EF4-FFF2-40B4-BE49-F238E27FC236}">
                <a16:creationId xmlns:a16="http://schemas.microsoft.com/office/drawing/2014/main" id="{D85E3782-CE56-4192-B34A-7A3E5EC54F44}"/>
              </a:ext>
            </a:extLst>
          </p:cNvPr>
          <p:cNvPicPr>
            <a:picLocks noChangeAspect="1"/>
          </p:cNvPicPr>
          <p:nvPr/>
        </p:nvPicPr>
        <p:blipFill>
          <a:blip r:embed="rId2"/>
          <a:stretch>
            <a:fillRect/>
          </a:stretch>
        </p:blipFill>
        <p:spPr>
          <a:xfrm>
            <a:off x="8155554" y="2687449"/>
            <a:ext cx="2059255" cy="1909242"/>
          </a:xfrm>
          <a:prstGeom prst="rect">
            <a:avLst/>
          </a:prstGeom>
        </p:spPr>
      </p:pic>
    </p:spTree>
    <p:extLst>
      <p:ext uri="{BB962C8B-B14F-4D97-AF65-F5344CB8AC3E}">
        <p14:creationId xmlns:p14="http://schemas.microsoft.com/office/powerpoint/2010/main" val="543484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EDC2D04-1DFE-4A0F-9D84-924376FC6521}"/>
              </a:ext>
            </a:extLst>
          </p:cNvPr>
          <p:cNvSpPr txBox="1"/>
          <p:nvPr/>
        </p:nvSpPr>
        <p:spPr>
          <a:xfrm>
            <a:off x="1121944" y="661899"/>
            <a:ext cx="6770771" cy="1200329"/>
          </a:xfrm>
          <a:prstGeom prst="rect">
            <a:avLst/>
          </a:prstGeom>
          <a:noFill/>
        </p:spPr>
        <p:txBody>
          <a:bodyPr wrap="square" rtlCol="0">
            <a:spAutoFit/>
          </a:bodyPr>
          <a:lstStyle>
            <a:defPPr>
              <a:defRPr lang="es-419"/>
            </a:defPPr>
            <a:lvl1pPr>
              <a:defRPr sz="3600"/>
            </a:lvl1pPr>
          </a:lstStyle>
          <a:p>
            <a:r>
              <a:rPr lang="es-ES" dirty="0"/>
              <a:t>Buenas Prácticas Arquitectónicas de Microservicios</a:t>
            </a:r>
          </a:p>
        </p:txBody>
      </p:sp>
      <p:sp>
        <p:nvSpPr>
          <p:cNvPr id="6" name="CuadroTexto 5">
            <a:extLst>
              <a:ext uri="{FF2B5EF4-FFF2-40B4-BE49-F238E27FC236}">
                <a16:creationId xmlns:a16="http://schemas.microsoft.com/office/drawing/2014/main" id="{3DF60153-781E-4B04-9FB6-866B75C43356}"/>
              </a:ext>
            </a:extLst>
          </p:cNvPr>
          <p:cNvSpPr txBox="1"/>
          <p:nvPr/>
        </p:nvSpPr>
        <p:spPr>
          <a:xfrm>
            <a:off x="4764505" y="2690336"/>
            <a:ext cx="6172200" cy="1754326"/>
          </a:xfrm>
          <a:prstGeom prst="rect">
            <a:avLst/>
          </a:prstGeom>
          <a:noFill/>
        </p:spPr>
        <p:txBody>
          <a:bodyPr wrap="square">
            <a:spAutoFit/>
          </a:bodyPr>
          <a:lstStyle/>
          <a:p>
            <a:r>
              <a:rPr lang="es-ES" dirty="0"/>
              <a:t>Versionar cada microservicio de forma independiente.</a:t>
            </a:r>
          </a:p>
          <a:p>
            <a:endParaRPr lang="es-ES" dirty="0"/>
          </a:p>
          <a:p>
            <a:r>
              <a:rPr lang="es-ES" dirty="0"/>
              <a:t>Construir cada microservicio por separado, incorporando las dependencias en el nivel de revisión adecuado. Esto facilita la adición de nuevas funcionalidades sin afectar la funcionalidad existente.</a:t>
            </a:r>
            <a:endParaRPr lang="es-419" dirty="0"/>
          </a:p>
        </p:txBody>
      </p:sp>
      <p:pic>
        <p:nvPicPr>
          <p:cNvPr id="7" name="Imagen 6">
            <a:extLst>
              <a:ext uri="{FF2B5EF4-FFF2-40B4-BE49-F238E27FC236}">
                <a16:creationId xmlns:a16="http://schemas.microsoft.com/office/drawing/2014/main" id="{081BCAF4-24BB-4A66-AF6F-3C6C4AF33061}"/>
              </a:ext>
            </a:extLst>
          </p:cNvPr>
          <p:cNvPicPr>
            <a:picLocks noChangeAspect="1"/>
          </p:cNvPicPr>
          <p:nvPr/>
        </p:nvPicPr>
        <p:blipFill>
          <a:blip r:embed="rId2"/>
          <a:stretch>
            <a:fillRect/>
          </a:stretch>
        </p:blipFill>
        <p:spPr>
          <a:xfrm>
            <a:off x="1881894" y="2940223"/>
            <a:ext cx="2842506" cy="2156647"/>
          </a:xfrm>
          <a:prstGeom prst="rect">
            <a:avLst/>
          </a:prstGeom>
        </p:spPr>
      </p:pic>
    </p:spTree>
    <p:extLst>
      <p:ext uri="{BB962C8B-B14F-4D97-AF65-F5344CB8AC3E}">
        <p14:creationId xmlns:p14="http://schemas.microsoft.com/office/powerpoint/2010/main" val="2374875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EDC2D04-1DFE-4A0F-9D84-924376FC6521}"/>
              </a:ext>
            </a:extLst>
          </p:cNvPr>
          <p:cNvSpPr txBox="1"/>
          <p:nvPr/>
        </p:nvSpPr>
        <p:spPr>
          <a:xfrm>
            <a:off x="1121945" y="661899"/>
            <a:ext cx="6093994" cy="1200329"/>
          </a:xfrm>
          <a:prstGeom prst="rect">
            <a:avLst/>
          </a:prstGeom>
          <a:noFill/>
        </p:spPr>
        <p:txBody>
          <a:bodyPr wrap="square" rtlCol="0">
            <a:spAutoFit/>
          </a:bodyPr>
          <a:lstStyle>
            <a:defPPr>
              <a:defRPr lang="es-419"/>
            </a:defPPr>
            <a:lvl1pPr>
              <a:defRPr sz="3600"/>
            </a:lvl1pPr>
          </a:lstStyle>
          <a:p>
            <a:r>
              <a:rPr lang="es-ES" dirty="0"/>
              <a:t>Buenas prácticas para diseñar y desarrollar los Microservicios</a:t>
            </a:r>
          </a:p>
        </p:txBody>
      </p:sp>
      <p:sp>
        <p:nvSpPr>
          <p:cNvPr id="5" name="CuadroTexto 4">
            <a:extLst>
              <a:ext uri="{FF2B5EF4-FFF2-40B4-BE49-F238E27FC236}">
                <a16:creationId xmlns:a16="http://schemas.microsoft.com/office/drawing/2014/main" id="{958B6CA1-6713-4613-8784-8325B09E52BA}"/>
              </a:ext>
            </a:extLst>
          </p:cNvPr>
          <p:cNvSpPr txBox="1"/>
          <p:nvPr/>
        </p:nvSpPr>
        <p:spPr>
          <a:xfrm>
            <a:off x="3260307" y="2924816"/>
            <a:ext cx="7911264" cy="2308324"/>
          </a:xfrm>
          <a:prstGeom prst="rect">
            <a:avLst/>
          </a:prstGeom>
          <a:noFill/>
        </p:spPr>
        <p:txBody>
          <a:bodyPr wrap="square">
            <a:spAutoFit/>
          </a:bodyPr>
          <a:lstStyle/>
          <a:p>
            <a:r>
              <a:rPr lang="es-ES" dirty="0"/>
              <a:t>Utilizar contenedores para la implementación</a:t>
            </a:r>
          </a:p>
          <a:p>
            <a:endParaRPr lang="es-ES" dirty="0"/>
          </a:p>
          <a:p>
            <a:r>
              <a:rPr lang="es-ES" dirty="0"/>
              <a:t>Al empaquetar microservicios en contenedores, solo se necesita una herramienta para su implementación. Esta herramienta se encargará de desplegar el contenedor. </a:t>
            </a:r>
          </a:p>
          <a:p>
            <a:r>
              <a:rPr lang="es-ES" dirty="0"/>
              <a:t>Los contenedores proporcionan un entorno de ejecución consistente para los microservicios, independientemente de la infraestructura de hardware subyacente en la que se implementen.</a:t>
            </a:r>
          </a:p>
        </p:txBody>
      </p:sp>
      <p:pic>
        <p:nvPicPr>
          <p:cNvPr id="6" name="Imagen 5">
            <a:extLst>
              <a:ext uri="{FF2B5EF4-FFF2-40B4-BE49-F238E27FC236}">
                <a16:creationId xmlns:a16="http://schemas.microsoft.com/office/drawing/2014/main" id="{4A3B79A8-9417-489D-A4FC-41108C1B8D81}"/>
              </a:ext>
            </a:extLst>
          </p:cNvPr>
          <p:cNvPicPr>
            <a:picLocks noChangeAspect="1"/>
          </p:cNvPicPr>
          <p:nvPr/>
        </p:nvPicPr>
        <p:blipFill>
          <a:blip r:embed="rId4"/>
          <a:stretch>
            <a:fillRect/>
          </a:stretch>
        </p:blipFill>
        <p:spPr>
          <a:xfrm>
            <a:off x="1020428" y="2954372"/>
            <a:ext cx="1963403" cy="1748433"/>
          </a:xfrm>
          <a:prstGeom prst="rect">
            <a:avLst/>
          </a:prstGeom>
        </p:spPr>
      </p:pic>
    </p:spTree>
    <p:extLst>
      <p:ext uri="{BB962C8B-B14F-4D97-AF65-F5344CB8AC3E}">
        <p14:creationId xmlns:p14="http://schemas.microsoft.com/office/powerpoint/2010/main" val="1676996734"/>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EDC2D04-1DFE-4A0F-9D84-924376FC6521}"/>
              </a:ext>
            </a:extLst>
          </p:cNvPr>
          <p:cNvSpPr txBox="1"/>
          <p:nvPr/>
        </p:nvSpPr>
        <p:spPr>
          <a:xfrm>
            <a:off x="1121945" y="661899"/>
            <a:ext cx="6093994" cy="1200329"/>
          </a:xfrm>
          <a:prstGeom prst="rect">
            <a:avLst/>
          </a:prstGeom>
          <a:noFill/>
        </p:spPr>
        <p:txBody>
          <a:bodyPr wrap="square" rtlCol="0">
            <a:spAutoFit/>
          </a:bodyPr>
          <a:lstStyle>
            <a:defPPr>
              <a:defRPr lang="es-419"/>
            </a:defPPr>
            <a:lvl1pPr>
              <a:defRPr sz="3600"/>
            </a:lvl1pPr>
          </a:lstStyle>
          <a:p>
            <a:r>
              <a:rPr lang="es-ES" dirty="0"/>
              <a:t>Buenas prácticas para diseñar y desarrollar los Microservicios</a:t>
            </a:r>
          </a:p>
        </p:txBody>
      </p:sp>
      <p:sp>
        <p:nvSpPr>
          <p:cNvPr id="5" name="CuadroTexto 4">
            <a:extLst>
              <a:ext uri="{FF2B5EF4-FFF2-40B4-BE49-F238E27FC236}">
                <a16:creationId xmlns:a16="http://schemas.microsoft.com/office/drawing/2014/main" id="{958B6CA1-6713-4613-8784-8325B09E52BA}"/>
              </a:ext>
            </a:extLst>
          </p:cNvPr>
          <p:cNvSpPr txBox="1"/>
          <p:nvPr/>
        </p:nvSpPr>
        <p:spPr>
          <a:xfrm>
            <a:off x="833187" y="3009037"/>
            <a:ext cx="6590297" cy="2031325"/>
          </a:xfrm>
          <a:prstGeom prst="rect">
            <a:avLst/>
          </a:prstGeom>
          <a:noFill/>
        </p:spPr>
        <p:txBody>
          <a:bodyPr wrap="square">
            <a:spAutoFit/>
          </a:bodyPr>
          <a:lstStyle/>
          <a:p>
            <a:r>
              <a:rPr lang="es-ES" dirty="0"/>
              <a:t>Los servicios son efímeros.</a:t>
            </a:r>
          </a:p>
          <a:p>
            <a:endParaRPr lang="es-ES" dirty="0"/>
          </a:p>
          <a:p>
            <a:r>
              <a:rPr lang="es-ES" dirty="0"/>
              <a:t>Significa que pueden escalarse hacia arriba y hacia abajo. Por lo tanto, no mantenga sesiones con estado ni escriba en el sistema de archivos local dentro de un servicio. En su lugar, utilice cachés y almacenes de datos persistentes fuera del contenedor para proporcionar al servicio el estado necesario. </a:t>
            </a:r>
            <a:endParaRPr lang="es-419" dirty="0"/>
          </a:p>
        </p:txBody>
      </p:sp>
      <p:pic>
        <p:nvPicPr>
          <p:cNvPr id="3" name="Imagen 2">
            <a:extLst>
              <a:ext uri="{FF2B5EF4-FFF2-40B4-BE49-F238E27FC236}">
                <a16:creationId xmlns:a16="http://schemas.microsoft.com/office/drawing/2014/main" id="{E6E67EA3-C7E7-45E7-AB34-8A28B45589C5}"/>
              </a:ext>
            </a:extLst>
          </p:cNvPr>
          <p:cNvPicPr>
            <a:picLocks noChangeAspect="1"/>
          </p:cNvPicPr>
          <p:nvPr/>
        </p:nvPicPr>
        <p:blipFill>
          <a:blip r:embed="rId2"/>
          <a:stretch>
            <a:fillRect/>
          </a:stretch>
        </p:blipFill>
        <p:spPr>
          <a:xfrm>
            <a:off x="8239594" y="3429000"/>
            <a:ext cx="3119219" cy="1478742"/>
          </a:xfrm>
          <a:prstGeom prst="rect">
            <a:avLst/>
          </a:prstGeom>
        </p:spPr>
      </p:pic>
    </p:spTree>
    <p:extLst>
      <p:ext uri="{BB962C8B-B14F-4D97-AF65-F5344CB8AC3E}">
        <p14:creationId xmlns:p14="http://schemas.microsoft.com/office/powerpoint/2010/main" val="859012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EDC2D04-1DFE-4A0F-9D84-924376FC6521}"/>
              </a:ext>
            </a:extLst>
          </p:cNvPr>
          <p:cNvSpPr txBox="1"/>
          <p:nvPr/>
        </p:nvSpPr>
        <p:spPr>
          <a:xfrm>
            <a:off x="1121945" y="661899"/>
            <a:ext cx="6093994" cy="646331"/>
          </a:xfrm>
          <a:prstGeom prst="rect">
            <a:avLst/>
          </a:prstGeom>
          <a:noFill/>
        </p:spPr>
        <p:txBody>
          <a:bodyPr wrap="square" rtlCol="0">
            <a:spAutoFit/>
          </a:bodyPr>
          <a:lstStyle>
            <a:defPPr>
              <a:defRPr lang="es-419"/>
            </a:defPPr>
            <a:lvl1pPr>
              <a:defRPr sz="3600"/>
            </a:lvl1pPr>
          </a:lstStyle>
          <a:p>
            <a:r>
              <a:rPr lang="es-ES" dirty="0" err="1"/>
              <a:t>APIs</a:t>
            </a:r>
            <a:r>
              <a:rPr lang="es-ES" dirty="0"/>
              <a:t> en Microservicios</a:t>
            </a:r>
          </a:p>
        </p:txBody>
      </p:sp>
      <p:sp>
        <p:nvSpPr>
          <p:cNvPr id="5" name="CuadroTexto 4">
            <a:extLst>
              <a:ext uri="{FF2B5EF4-FFF2-40B4-BE49-F238E27FC236}">
                <a16:creationId xmlns:a16="http://schemas.microsoft.com/office/drawing/2014/main" id="{0A7DC09E-D588-45EE-92F3-EE3926532410}"/>
              </a:ext>
            </a:extLst>
          </p:cNvPr>
          <p:cNvSpPr txBox="1"/>
          <p:nvPr/>
        </p:nvSpPr>
        <p:spPr>
          <a:xfrm>
            <a:off x="3456071" y="2430976"/>
            <a:ext cx="8025062" cy="2585323"/>
          </a:xfrm>
          <a:prstGeom prst="rect">
            <a:avLst/>
          </a:prstGeom>
          <a:noFill/>
        </p:spPr>
        <p:txBody>
          <a:bodyPr wrap="square">
            <a:spAutoFit/>
          </a:bodyPr>
          <a:lstStyle/>
          <a:p>
            <a:r>
              <a:rPr lang="es-ES" dirty="0"/>
              <a:t>Dos tipos de API:</a:t>
            </a:r>
          </a:p>
          <a:p>
            <a:endParaRPr lang="es-ES" dirty="0"/>
          </a:p>
          <a:p>
            <a:r>
              <a:rPr lang="es-ES" dirty="0"/>
              <a:t>Los microservicios exponen </a:t>
            </a:r>
            <a:r>
              <a:rPr lang="es-ES" b="1" dirty="0"/>
              <a:t>API públicas </a:t>
            </a:r>
            <a:r>
              <a:rPr lang="es-ES" dirty="0"/>
              <a:t>a las que se puede acceder desde las aplicaciones cliente. Una interfaz denominada puerta de enlace API gestiona esta comunicación.  La puerta de enlace API se encarga del equilibrio de carga, la monitorización, el enrutamiento, el almacenamiento en caché y la medición del uso de la API.</a:t>
            </a:r>
          </a:p>
          <a:p>
            <a:endParaRPr lang="es-ES" dirty="0"/>
          </a:p>
          <a:p>
            <a:r>
              <a:rPr lang="es-ES" dirty="0"/>
              <a:t>La comunicación entre servicios utiliza </a:t>
            </a:r>
            <a:r>
              <a:rPr lang="es-ES" b="1" dirty="0"/>
              <a:t>API privadas</a:t>
            </a:r>
            <a:r>
              <a:rPr lang="es-ES" dirty="0"/>
              <a:t> (o de </a:t>
            </a:r>
            <a:r>
              <a:rPr lang="es-ES" dirty="0" err="1"/>
              <a:t>backend</a:t>
            </a:r>
            <a:r>
              <a:rPr lang="es-ES" dirty="0"/>
              <a:t>).</a:t>
            </a:r>
            <a:endParaRPr lang="es-419" dirty="0"/>
          </a:p>
        </p:txBody>
      </p:sp>
      <p:pic>
        <p:nvPicPr>
          <p:cNvPr id="6" name="Imagen 5">
            <a:extLst>
              <a:ext uri="{FF2B5EF4-FFF2-40B4-BE49-F238E27FC236}">
                <a16:creationId xmlns:a16="http://schemas.microsoft.com/office/drawing/2014/main" id="{F9BC7FA7-867D-447B-81A7-EED67B9F5763}"/>
              </a:ext>
            </a:extLst>
          </p:cNvPr>
          <p:cNvPicPr>
            <a:picLocks noChangeAspect="1"/>
          </p:cNvPicPr>
          <p:nvPr/>
        </p:nvPicPr>
        <p:blipFill>
          <a:blip r:embed="rId4"/>
          <a:stretch>
            <a:fillRect/>
          </a:stretch>
        </p:blipFill>
        <p:spPr>
          <a:xfrm>
            <a:off x="1271470" y="2863516"/>
            <a:ext cx="1844493" cy="1973179"/>
          </a:xfrm>
          <a:prstGeom prst="rect">
            <a:avLst/>
          </a:prstGeom>
        </p:spPr>
      </p:pic>
    </p:spTree>
    <p:extLst>
      <p:ext uri="{BB962C8B-B14F-4D97-AF65-F5344CB8AC3E}">
        <p14:creationId xmlns:p14="http://schemas.microsoft.com/office/powerpoint/2010/main" val="3599526749"/>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1F75C40-8DC0-4C77-AAA4-75A9782654ED}"/>
              </a:ext>
            </a:extLst>
          </p:cNvPr>
          <p:cNvSpPr txBox="1"/>
          <p:nvPr/>
        </p:nvSpPr>
        <p:spPr>
          <a:xfrm>
            <a:off x="534403" y="577678"/>
            <a:ext cx="6093994" cy="646331"/>
          </a:xfrm>
          <a:prstGeom prst="rect">
            <a:avLst/>
          </a:prstGeom>
          <a:noFill/>
        </p:spPr>
        <p:txBody>
          <a:bodyPr wrap="square" rtlCol="0">
            <a:spAutoFit/>
          </a:bodyPr>
          <a:lstStyle>
            <a:defPPr>
              <a:defRPr lang="es-419"/>
            </a:defPPr>
            <a:lvl1pPr>
              <a:defRPr sz="3600"/>
            </a:lvl1pPr>
          </a:lstStyle>
          <a:p>
            <a:r>
              <a:rPr lang="es-ES" dirty="0"/>
              <a:t>Referencias</a:t>
            </a:r>
          </a:p>
        </p:txBody>
      </p:sp>
      <p:sp>
        <p:nvSpPr>
          <p:cNvPr id="5" name="CuadroTexto 4">
            <a:extLst>
              <a:ext uri="{FF2B5EF4-FFF2-40B4-BE49-F238E27FC236}">
                <a16:creationId xmlns:a16="http://schemas.microsoft.com/office/drawing/2014/main" id="{3F954574-D601-4CA5-BF59-CDEBDB4C5C9E}"/>
              </a:ext>
            </a:extLst>
          </p:cNvPr>
          <p:cNvSpPr txBox="1"/>
          <p:nvPr/>
        </p:nvSpPr>
        <p:spPr>
          <a:xfrm>
            <a:off x="1759618" y="1853460"/>
            <a:ext cx="9898981" cy="3693319"/>
          </a:xfrm>
          <a:prstGeom prst="rect">
            <a:avLst/>
          </a:prstGeom>
          <a:noFill/>
        </p:spPr>
        <p:txBody>
          <a:bodyPr wrap="square">
            <a:spAutoFit/>
          </a:bodyPr>
          <a:lstStyle/>
          <a:p>
            <a:r>
              <a:rPr lang="es-ES" dirty="0"/>
              <a:t>Sergey </a:t>
            </a:r>
            <a:r>
              <a:rPr lang="es-ES" dirty="0" err="1"/>
              <a:t>Seroukhov</a:t>
            </a:r>
            <a:r>
              <a:rPr lang="es-ES" dirty="0"/>
              <a:t>. </a:t>
            </a:r>
            <a:r>
              <a:rPr lang="es-ES" dirty="0" err="1"/>
              <a:t>Microservices</a:t>
            </a:r>
            <a:r>
              <a:rPr lang="es-ES" dirty="0"/>
              <a:t> Design </a:t>
            </a:r>
            <a:r>
              <a:rPr lang="es-ES" dirty="0" err="1"/>
              <a:t>Patterns</a:t>
            </a:r>
            <a:r>
              <a:rPr lang="es-ES" dirty="0"/>
              <a:t> </a:t>
            </a:r>
            <a:r>
              <a:rPr lang="es-ES" dirty="0" err="1"/>
              <a:t>with</a:t>
            </a:r>
            <a:r>
              <a:rPr lang="es-ES" dirty="0"/>
              <a:t> Java. </a:t>
            </a:r>
            <a:r>
              <a:rPr lang="es-ES" dirty="0" err="1"/>
              <a:t>Bpb</a:t>
            </a:r>
            <a:r>
              <a:rPr lang="es-ES" dirty="0"/>
              <a:t>. 2024</a:t>
            </a:r>
          </a:p>
          <a:p>
            <a:endParaRPr lang="es-ES" dirty="0"/>
          </a:p>
          <a:p>
            <a:r>
              <a:rPr lang="es-ES" dirty="0"/>
              <a:t>Sam Newman. </a:t>
            </a:r>
            <a:r>
              <a:rPr lang="es-ES" dirty="0" err="1"/>
              <a:t>Building</a:t>
            </a:r>
            <a:r>
              <a:rPr lang="es-ES" dirty="0"/>
              <a:t> </a:t>
            </a:r>
            <a:r>
              <a:rPr lang="es-ES" dirty="0" err="1"/>
              <a:t>Microservices</a:t>
            </a:r>
            <a:r>
              <a:rPr lang="es-ES" dirty="0"/>
              <a:t>. O’Reilly. 2da Ed. 2021.</a:t>
            </a:r>
          </a:p>
          <a:p>
            <a:endParaRPr lang="es-ES" dirty="0"/>
          </a:p>
          <a:p>
            <a:r>
              <a:rPr lang="es-ES" dirty="0">
                <a:hlinkClick r:id="rId2"/>
              </a:rPr>
              <a:t>https://learn.microsoft.com/es-es/azure/architecture/guide/architecture-styles/microservices</a:t>
            </a:r>
            <a:endParaRPr lang="es-ES" dirty="0"/>
          </a:p>
          <a:p>
            <a:endParaRPr lang="es-ES" dirty="0"/>
          </a:p>
          <a:p>
            <a:r>
              <a:rPr lang="es-ES" dirty="0">
                <a:hlinkClick r:id="rId3"/>
              </a:rPr>
              <a:t>https://learn.microsoft.com/es-es/azure/architecture/best-practices/api-implementation</a:t>
            </a:r>
            <a:endParaRPr lang="es-ES" dirty="0"/>
          </a:p>
          <a:p>
            <a:endParaRPr lang="es-ES" dirty="0"/>
          </a:p>
          <a:p>
            <a:r>
              <a:rPr lang="es-ES" dirty="0"/>
              <a:t>https://www.atlassian.com/es/microservices/microservices-architecture/building-microservices</a:t>
            </a:r>
          </a:p>
          <a:p>
            <a:endParaRPr lang="es-ES" dirty="0"/>
          </a:p>
          <a:p>
            <a:r>
              <a:rPr lang="es-419" dirty="0">
                <a:hlinkClick r:id="rId4"/>
              </a:rPr>
              <a:t>https://vfunction.com/blog/microservices-architecture-guide/</a:t>
            </a:r>
            <a:endParaRPr lang="es-ES" dirty="0"/>
          </a:p>
          <a:p>
            <a:endParaRPr lang="es-ES" dirty="0"/>
          </a:p>
          <a:p>
            <a:endParaRPr lang="es-419" dirty="0"/>
          </a:p>
        </p:txBody>
      </p:sp>
    </p:spTree>
    <p:extLst>
      <p:ext uri="{BB962C8B-B14F-4D97-AF65-F5344CB8AC3E}">
        <p14:creationId xmlns:p14="http://schemas.microsoft.com/office/powerpoint/2010/main" val="1158904437"/>
      </p:ext>
    </p:extLst>
  </p:cSld>
  <p:clrMapOvr>
    <a:masterClrMapping/>
  </p:clrMapOvr>
</p:sld>
</file>

<file path=ppt/theme/theme1.xml><?xml version="1.0" encoding="utf-8"?>
<a:theme xmlns:a="http://schemas.openxmlformats.org/drawingml/2006/main" name="1_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 Presentación UPB 2018" id="{36F8BB01-3393-FA4D-8145-86DA81FADD61}" vid="{FB05699F-FE3A-FD40-B367-9B6900AD0EFD}"/>
    </a:ext>
  </a:extLst>
</a:theme>
</file>

<file path=ppt/theme/themeOverride1.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630</TotalTime>
  <Words>1968</Words>
  <Application>Microsoft Office PowerPoint</Application>
  <PresentationFormat>Panorámica</PresentationFormat>
  <Paragraphs>205</Paragraphs>
  <Slides>29</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29</vt:i4>
      </vt:variant>
    </vt:vector>
  </HeadingPairs>
  <TitlesOfParts>
    <vt:vector size="36" baseType="lpstr">
      <vt:lpstr>Arial</vt:lpstr>
      <vt:lpstr>Arial Narrow</vt:lpstr>
      <vt:lpstr>Calibri</vt:lpstr>
      <vt:lpstr>DM Sans</vt:lpstr>
      <vt:lpstr>Flama Condensed Light</vt:lpstr>
      <vt:lpstr>Google Sans</vt:lpstr>
      <vt:lpstr>1_Tema de Office</vt:lpstr>
      <vt:lpstr>MICROSERVICIOS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Cesar Augusto Lopez Gallego</dc:creator>
  <cp:lastModifiedBy>Cesar Augusto Lopez Gallego</cp:lastModifiedBy>
  <cp:revision>15</cp:revision>
  <dcterms:created xsi:type="dcterms:W3CDTF">2026-03-07T22:51:22Z</dcterms:created>
  <dcterms:modified xsi:type="dcterms:W3CDTF">2026-04-06T23:41:32Z</dcterms:modified>
</cp:coreProperties>
</file>