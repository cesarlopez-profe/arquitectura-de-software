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5"/>
  </p:notesMasterIdLst>
  <p:sldIdLst>
    <p:sldId id="265" r:id="rId2"/>
    <p:sldId id="305" r:id="rId3"/>
    <p:sldId id="343" r:id="rId4"/>
    <p:sldId id="307" r:id="rId5"/>
    <p:sldId id="308" r:id="rId6"/>
    <p:sldId id="310" r:id="rId7"/>
    <p:sldId id="306" r:id="rId8"/>
    <p:sldId id="345" r:id="rId9"/>
    <p:sldId id="346" r:id="rId10"/>
    <p:sldId id="347" r:id="rId11"/>
    <p:sldId id="309" r:id="rId12"/>
    <p:sldId id="348" r:id="rId13"/>
    <p:sldId id="349" r:id="rId14"/>
    <p:sldId id="318" r:id="rId15"/>
    <p:sldId id="317" r:id="rId16"/>
    <p:sldId id="311" r:id="rId17"/>
    <p:sldId id="350" r:id="rId18"/>
    <p:sldId id="344" r:id="rId19"/>
    <p:sldId id="370" r:id="rId20"/>
    <p:sldId id="353" r:id="rId21"/>
    <p:sldId id="351" r:id="rId22"/>
    <p:sldId id="352" r:id="rId23"/>
    <p:sldId id="321" r:id="rId24"/>
    <p:sldId id="322" r:id="rId25"/>
    <p:sldId id="354" r:id="rId26"/>
    <p:sldId id="313" r:id="rId27"/>
    <p:sldId id="367" r:id="rId28"/>
    <p:sldId id="358" r:id="rId29"/>
    <p:sldId id="368" r:id="rId30"/>
    <p:sldId id="369" r:id="rId31"/>
    <p:sldId id="335" r:id="rId32"/>
    <p:sldId id="315" r:id="rId33"/>
    <p:sldId id="355" r:id="rId34"/>
    <p:sldId id="312" r:id="rId35"/>
    <p:sldId id="356" r:id="rId36"/>
    <p:sldId id="316" r:id="rId37"/>
    <p:sldId id="319" r:id="rId38"/>
    <p:sldId id="320" r:id="rId39"/>
    <p:sldId id="323" r:id="rId40"/>
    <p:sldId id="325" r:id="rId41"/>
    <p:sldId id="327" r:id="rId42"/>
    <p:sldId id="326" r:id="rId43"/>
    <p:sldId id="328" r:id="rId44"/>
    <p:sldId id="314" r:id="rId45"/>
    <p:sldId id="329" r:id="rId46"/>
    <p:sldId id="330" r:id="rId47"/>
    <p:sldId id="331" r:id="rId48"/>
    <p:sldId id="332" r:id="rId49"/>
    <p:sldId id="360" r:id="rId50"/>
    <p:sldId id="366" r:id="rId51"/>
    <p:sldId id="324" r:id="rId52"/>
    <p:sldId id="273" r:id="rId53"/>
    <p:sldId id="371" r:id="rId54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B8B62DCA-3363-4D8C-88AD-2D5BB864E55F}"/>
    <pc:docChg chg="undo custSel addSld delSld modSld sldOrd delMainMaster">
      <pc:chgData name="Cesar Augusto Lopez Gallego" userId="0dfa9112-9251-4882-b472-cf2dfcee09d1" providerId="ADAL" clId="{B8B62DCA-3363-4D8C-88AD-2D5BB864E55F}" dt="2025-03-25T23:50:13.062" v="6543" actId="20577"/>
      <pc:docMkLst>
        <pc:docMk/>
      </pc:docMkLst>
      <pc:sldChg chg="addSp delSp modSp mod">
        <pc:chgData name="Cesar Augusto Lopez Gallego" userId="0dfa9112-9251-4882-b472-cf2dfcee09d1" providerId="ADAL" clId="{B8B62DCA-3363-4D8C-88AD-2D5BB864E55F}" dt="2025-03-18T18:46:57.674" v="955" actId="1076"/>
        <pc:sldMkLst>
          <pc:docMk/>
          <pc:sldMk cId="2704432805" sldId="265"/>
        </pc:sldMkLst>
        <pc:spChg chg="mod">
          <ac:chgData name="Cesar Augusto Lopez Gallego" userId="0dfa9112-9251-4882-b472-cf2dfcee09d1" providerId="ADAL" clId="{B8B62DCA-3363-4D8C-88AD-2D5BB864E55F}" dt="2025-03-18T15:34:19.136" v="28" actId="20577"/>
          <ac:spMkLst>
            <pc:docMk/>
            <pc:sldMk cId="2704432805" sldId="265"/>
            <ac:spMk id="2" creationId="{00000000-0000-0000-0000-000000000000}"/>
          </ac:spMkLst>
        </pc:spChg>
        <pc:picChg chg="del">
          <ac:chgData name="Cesar Augusto Lopez Gallego" userId="0dfa9112-9251-4882-b472-cf2dfcee09d1" providerId="ADAL" clId="{B8B62DCA-3363-4D8C-88AD-2D5BB864E55F}" dt="2025-03-18T18:44:19.888" v="951" actId="478"/>
          <ac:picMkLst>
            <pc:docMk/>
            <pc:sldMk cId="2704432805" sldId="265"/>
            <ac:picMk id="5" creationId="{BF9E50BB-BB14-4AE6-8970-F16423BD1791}"/>
          </ac:picMkLst>
        </pc:picChg>
        <pc:picChg chg="add mod">
          <ac:chgData name="Cesar Augusto Lopez Gallego" userId="0dfa9112-9251-4882-b472-cf2dfcee09d1" providerId="ADAL" clId="{B8B62DCA-3363-4D8C-88AD-2D5BB864E55F}" dt="2025-03-18T18:46:57.674" v="955" actId="1076"/>
          <ac:picMkLst>
            <pc:docMk/>
            <pc:sldMk cId="2704432805" sldId="265"/>
            <ac:picMk id="6" creationId="{ECEC47BD-4226-4941-A683-9BFE98D4F6E5}"/>
          </ac:picMkLst>
        </pc:picChg>
      </pc:sldChg>
      <pc:sldChg chg="addSp delSp modSp mod">
        <pc:chgData name="Cesar Augusto Lopez Gallego" userId="0dfa9112-9251-4882-b472-cf2dfcee09d1" providerId="ADAL" clId="{B8B62DCA-3363-4D8C-88AD-2D5BB864E55F}" dt="2025-03-18T15:42:15.482" v="318" actId="1076"/>
        <pc:sldMkLst>
          <pc:docMk/>
          <pc:sldMk cId="3840164043" sldId="305"/>
        </pc:sldMkLst>
        <pc:spChg chg="add mod">
          <ac:chgData name="Cesar Augusto Lopez Gallego" userId="0dfa9112-9251-4882-b472-cf2dfcee09d1" providerId="ADAL" clId="{B8B62DCA-3363-4D8C-88AD-2D5BB864E55F}" dt="2025-03-18T15:42:14.310" v="317" actId="20577"/>
          <ac:spMkLst>
            <pc:docMk/>
            <pc:sldMk cId="3840164043" sldId="305"/>
            <ac:spMk id="2" creationId="{5CE1822C-9355-4AFA-BA3E-EA8A1AC7BE7F}"/>
          </ac:spMkLst>
        </pc:spChg>
        <pc:spChg chg="del">
          <ac:chgData name="Cesar Augusto Lopez Gallego" userId="0dfa9112-9251-4882-b472-cf2dfcee09d1" providerId="ADAL" clId="{B8B62DCA-3363-4D8C-88AD-2D5BB864E55F}" dt="2025-03-18T15:34:06.209" v="1" actId="478"/>
          <ac:spMkLst>
            <pc:docMk/>
            <pc:sldMk cId="3840164043" sldId="305"/>
            <ac:spMk id="7" creationId="{4DBAD843-3475-4A8B-A1B0-45D1DCE273D8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10" creationId="{15B6C89A-631A-42B5-BC42-32E4D827BFC0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13" creationId="{43A7BFCD-CB04-4CFE-B66E-1EA3632AF9F0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16" creationId="{79C293AC-B07D-4C42-B62C-420DF3CCE7A4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19" creationId="{9BE36350-A15F-402F-B4A2-D0B7FE6E344C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21" creationId="{FDF1228B-EE91-4A1F-84EB-19F27FF52EBF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26" creationId="{A690EA5B-7A09-4FB6-A9C3-35B700C13314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29" creationId="{D63E0254-ABEE-4858-AD3E-77DC4F6DA279}"/>
          </ac:spMkLst>
        </pc:sp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9" creationId="{0EF889E8-BBF6-425B-A6B5-EC4764484042}"/>
          </ac:picMkLst>
        </pc:pic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12" creationId="{AB37FF7B-C282-4940-A5EB-59A3C11BB5B5}"/>
          </ac:picMkLst>
        </pc:pic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15" creationId="{D2544095-F058-4BCC-95BA-808AE8913A3E}"/>
          </ac:picMkLst>
        </pc:pic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18" creationId="{7F742882-066D-46FB-B80F-25B2DDE89719}"/>
          </ac:picMkLst>
        </pc:pic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23" creationId="{4B779E32-FCDC-4B84-8377-A117F8A5B197}"/>
          </ac:picMkLst>
        </pc:pic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25" creationId="{EC511DCD-9AC6-40CA-9F4A-292C8DB07E6F}"/>
          </ac:picMkLst>
        </pc:pic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28" creationId="{C5874DDE-3C4D-4CD5-BBD6-048FF46965A9}"/>
          </ac:picMkLst>
        </pc:picChg>
        <pc:picChg chg="add mod">
          <ac:chgData name="Cesar Augusto Lopez Gallego" userId="0dfa9112-9251-4882-b472-cf2dfcee09d1" providerId="ADAL" clId="{B8B62DCA-3363-4D8C-88AD-2D5BB864E55F}" dt="2025-03-18T15:42:15.482" v="318" actId="1076"/>
          <ac:picMkLst>
            <pc:docMk/>
            <pc:sldMk cId="3840164043" sldId="305"/>
            <ac:picMk id="1026" creationId="{28C59453-58C9-4ED0-96C7-E196043F717F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18T18:48:27.666" v="995" actId="1076"/>
        <pc:sldMkLst>
          <pc:docMk/>
          <pc:sldMk cId="2653330684" sldId="306"/>
        </pc:sldMkLst>
        <pc:spChg chg="add mod">
          <ac:chgData name="Cesar Augusto Lopez Gallego" userId="0dfa9112-9251-4882-b472-cf2dfcee09d1" providerId="ADAL" clId="{B8B62DCA-3363-4D8C-88AD-2D5BB864E55F}" dt="2025-03-18T15:36:59.988" v="135" actId="1076"/>
          <ac:spMkLst>
            <pc:docMk/>
            <pc:sldMk cId="2653330684" sldId="306"/>
            <ac:spMk id="2" creationId="{A07B3E0F-88FB-486F-B13A-92CBBE8712B7}"/>
          </ac:spMkLst>
        </pc:spChg>
        <pc:spChg chg="add mod">
          <ac:chgData name="Cesar Augusto Lopez Gallego" userId="0dfa9112-9251-4882-b472-cf2dfcee09d1" providerId="ADAL" clId="{B8B62DCA-3363-4D8C-88AD-2D5BB864E55F}" dt="2025-03-18T16:11:24.074" v="646" actId="1076"/>
          <ac:spMkLst>
            <pc:docMk/>
            <pc:sldMk cId="2653330684" sldId="306"/>
            <ac:spMk id="4" creationId="{70DA5BB9-8641-44D6-BB38-96B3492DE28D}"/>
          </ac:spMkLst>
        </pc:spChg>
        <pc:spChg chg="add del mod">
          <ac:chgData name="Cesar Augusto Lopez Gallego" userId="0dfa9112-9251-4882-b472-cf2dfcee09d1" providerId="ADAL" clId="{B8B62DCA-3363-4D8C-88AD-2D5BB864E55F}" dt="2025-03-18T15:40:19.883" v="209" actId="478"/>
          <ac:spMkLst>
            <pc:docMk/>
            <pc:sldMk cId="2653330684" sldId="306"/>
            <ac:spMk id="5" creationId="{A7F3A90E-2888-475F-93D2-9DBBD15B354A}"/>
          </ac:spMkLst>
        </pc:spChg>
        <pc:spChg chg="add del mod">
          <ac:chgData name="Cesar Augusto Lopez Gallego" userId="0dfa9112-9251-4882-b472-cf2dfcee09d1" providerId="ADAL" clId="{B8B62DCA-3363-4D8C-88AD-2D5BB864E55F}" dt="2025-03-18T15:37:59.336" v="176" actId="478"/>
          <ac:spMkLst>
            <pc:docMk/>
            <pc:sldMk cId="2653330684" sldId="306"/>
            <ac:spMk id="6" creationId="{4D883BBD-F1CE-4573-88F0-46ACB8B57FB2}"/>
          </ac:spMkLst>
        </pc:spChg>
        <pc:spChg chg="add del mod">
          <ac:chgData name="Cesar Augusto Lopez Gallego" userId="0dfa9112-9251-4882-b472-cf2dfcee09d1" providerId="ADAL" clId="{B8B62DCA-3363-4D8C-88AD-2D5BB864E55F}" dt="2025-03-18T16:04:38.008" v="529" actId="21"/>
          <ac:spMkLst>
            <pc:docMk/>
            <pc:sldMk cId="2653330684" sldId="306"/>
            <ac:spMk id="9" creationId="{E2912042-37D2-4850-9471-469B13981174}"/>
          </ac:spMkLst>
        </pc:spChg>
        <pc:graphicFrameChg chg="add del mod modGraphic">
          <ac:chgData name="Cesar Augusto Lopez Gallego" userId="0dfa9112-9251-4882-b472-cf2dfcee09d1" providerId="ADAL" clId="{B8B62DCA-3363-4D8C-88AD-2D5BB864E55F}" dt="2025-03-18T15:38:57.353" v="186" actId="1032"/>
          <ac:graphicFrameMkLst>
            <pc:docMk/>
            <pc:sldMk cId="2653330684" sldId="306"/>
            <ac:graphicFrameMk id="7" creationId="{FF57F2EF-D2C8-4DB3-BCC4-610C99D7E882}"/>
          </ac:graphicFrameMkLst>
        </pc:graphicFrameChg>
        <pc:graphicFrameChg chg="add del mod modGraphic">
          <ac:chgData name="Cesar Augusto Lopez Gallego" userId="0dfa9112-9251-4882-b472-cf2dfcee09d1" providerId="ADAL" clId="{B8B62DCA-3363-4D8C-88AD-2D5BB864E55F}" dt="2025-03-18T16:04:38.008" v="529" actId="21"/>
          <ac:graphicFrameMkLst>
            <pc:docMk/>
            <pc:sldMk cId="2653330684" sldId="306"/>
            <ac:graphicFrameMk id="8" creationId="{93D6C1AC-4EEA-4959-B537-8D60DD5AE82E}"/>
          </ac:graphicFrameMkLst>
        </pc:graphicFrameChg>
        <pc:picChg chg="add mod">
          <ac:chgData name="Cesar Augusto Lopez Gallego" userId="0dfa9112-9251-4882-b472-cf2dfcee09d1" providerId="ADAL" clId="{B8B62DCA-3363-4D8C-88AD-2D5BB864E55F}" dt="2025-03-18T18:48:27.666" v="995" actId="1076"/>
          <ac:picMkLst>
            <pc:docMk/>
            <pc:sldMk cId="2653330684" sldId="306"/>
            <ac:picMk id="5" creationId="{55298E30-E7CE-4DB8-94B7-1FDC70683D0F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18T18:47:15.386" v="986" actId="20577"/>
        <pc:sldMkLst>
          <pc:docMk/>
          <pc:sldMk cId="2439680753" sldId="307"/>
        </pc:sldMkLst>
        <pc:spChg chg="add mod">
          <ac:chgData name="Cesar Augusto Lopez Gallego" userId="0dfa9112-9251-4882-b472-cf2dfcee09d1" providerId="ADAL" clId="{B8B62DCA-3363-4D8C-88AD-2D5BB864E55F}" dt="2025-03-18T15:51:31.320" v="414" actId="1076"/>
          <ac:spMkLst>
            <pc:docMk/>
            <pc:sldMk cId="2439680753" sldId="307"/>
            <ac:spMk id="3" creationId="{AAB3E766-1E2F-4437-914A-8DADF5B7AA9B}"/>
          </ac:spMkLst>
        </pc:spChg>
        <pc:spChg chg="add mod">
          <ac:chgData name="Cesar Augusto Lopez Gallego" userId="0dfa9112-9251-4882-b472-cf2dfcee09d1" providerId="ADAL" clId="{B8B62DCA-3363-4D8C-88AD-2D5BB864E55F}" dt="2025-03-18T15:47:46.479" v="365" actId="20577"/>
          <ac:spMkLst>
            <pc:docMk/>
            <pc:sldMk cId="2439680753" sldId="307"/>
            <ac:spMk id="4" creationId="{2DE61891-8367-4E17-8E52-B9B8904C2783}"/>
          </ac:spMkLst>
        </pc:spChg>
        <pc:spChg chg="add mod">
          <ac:chgData name="Cesar Augusto Lopez Gallego" userId="0dfa9112-9251-4882-b472-cf2dfcee09d1" providerId="ADAL" clId="{B8B62DCA-3363-4D8C-88AD-2D5BB864E55F}" dt="2025-03-18T15:51:31.320" v="414" actId="1076"/>
          <ac:spMkLst>
            <pc:docMk/>
            <pc:sldMk cId="2439680753" sldId="307"/>
            <ac:spMk id="6" creationId="{BCF9AE27-D9A4-4390-96C6-BA221A4AC597}"/>
          </ac:spMkLst>
        </pc:spChg>
        <pc:spChg chg="add mod">
          <ac:chgData name="Cesar Augusto Lopez Gallego" userId="0dfa9112-9251-4882-b472-cf2dfcee09d1" providerId="ADAL" clId="{B8B62DCA-3363-4D8C-88AD-2D5BB864E55F}" dt="2025-03-18T18:47:15.386" v="986" actId="20577"/>
          <ac:spMkLst>
            <pc:docMk/>
            <pc:sldMk cId="2439680753" sldId="307"/>
            <ac:spMk id="8" creationId="{AE34F000-183C-4F33-8476-A386BC3704E7}"/>
          </ac:spMkLst>
        </pc:spChg>
      </pc:sldChg>
      <pc:sldChg chg="addSp delSp modSp new mod">
        <pc:chgData name="Cesar Augusto Lopez Gallego" userId="0dfa9112-9251-4882-b472-cf2dfcee09d1" providerId="ADAL" clId="{B8B62DCA-3363-4D8C-88AD-2D5BB864E55F}" dt="2025-03-18T15:58:46.226" v="523" actId="14100"/>
        <pc:sldMkLst>
          <pc:docMk/>
          <pc:sldMk cId="4278008779" sldId="308"/>
        </pc:sldMkLst>
        <pc:spChg chg="add mod">
          <ac:chgData name="Cesar Augusto Lopez Gallego" userId="0dfa9112-9251-4882-b472-cf2dfcee09d1" providerId="ADAL" clId="{B8B62DCA-3363-4D8C-88AD-2D5BB864E55F}" dt="2025-03-18T15:52:02.350" v="416"/>
          <ac:spMkLst>
            <pc:docMk/>
            <pc:sldMk cId="4278008779" sldId="308"/>
            <ac:spMk id="2" creationId="{9FD6A744-D563-4CAC-86CF-0EE23E908603}"/>
          </ac:spMkLst>
        </pc:spChg>
        <pc:spChg chg="add del mod">
          <ac:chgData name="Cesar Augusto Lopez Gallego" userId="0dfa9112-9251-4882-b472-cf2dfcee09d1" providerId="ADAL" clId="{B8B62DCA-3363-4D8C-88AD-2D5BB864E55F}" dt="2025-03-18T15:52:05.005" v="418"/>
          <ac:spMkLst>
            <pc:docMk/>
            <pc:sldMk cId="4278008779" sldId="308"/>
            <ac:spMk id="3" creationId="{EE7E51ED-F945-48A9-A28F-C128A8BA99D5}"/>
          </ac:spMkLst>
        </pc:spChg>
        <pc:spChg chg="add mod">
          <ac:chgData name="Cesar Augusto Lopez Gallego" userId="0dfa9112-9251-4882-b472-cf2dfcee09d1" providerId="ADAL" clId="{B8B62DCA-3363-4D8C-88AD-2D5BB864E55F}" dt="2025-03-18T15:54:29.508" v="472" actId="1076"/>
          <ac:spMkLst>
            <pc:docMk/>
            <pc:sldMk cId="4278008779" sldId="308"/>
            <ac:spMk id="5" creationId="{9AFA704B-5910-4162-A003-95833254BEA9}"/>
          </ac:spMkLst>
        </pc:spChg>
        <pc:spChg chg="add mod">
          <ac:chgData name="Cesar Augusto Lopez Gallego" userId="0dfa9112-9251-4882-b472-cf2dfcee09d1" providerId="ADAL" clId="{B8B62DCA-3363-4D8C-88AD-2D5BB864E55F}" dt="2025-03-18T15:58:46.226" v="523" actId="14100"/>
          <ac:spMkLst>
            <pc:docMk/>
            <pc:sldMk cId="4278008779" sldId="308"/>
            <ac:spMk id="10" creationId="{BFABEC77-6ADD-45FD-8801-B080070B70AB}"/>
          </ac:spMkLst>
        </pc:spChg>
        <pc:picChg chg="add mod">
          <ac:chgData name="Cesar Augusto Lopez Gallego" userId="0dfa9112-9251-4882-b472-cf2dfcee09d1" providerId="ADAL" clId="{B8B62DCA-3363-4D8C-88AD-2D5BB864E55F}" dt="2025-03-18T15:54:21.868" v="468" actId="1076"/>
          <ac:picMkLst>
            <pc:docMk/>
            <pc:sldMk cId="4278008779" sldId="308"/>
            <ac:picMk id="7" creationId="{1D981D38-A1BB-4B85-9A65-1E3FC906D6E3}"/>
          </ac:picMkLst>
        </pc:picChg>
        <pc:picChg chg="add mod">
          <ac:chgData name="Cesar Augusto Lopez Gallego" userId="0dfa9112-9251-4882-b472-cf2dfcee09d1" providerId="ADAL" clId="{B8B62DCA-3363-4D8C-88AD-2D5BB864E55F}" dt="2025-03-18T15:54:31.134" v="473" actId="1076"/>
          <ac:picMkLst>
            <pc:docMk/>
            <pc:sldMk cId="4278008779" sldId="308"/>
            <ac:picMk id="2050" creationId="{E2977C15-F100-4C36-9503-C9B1604C74B6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25T22:05:49.525" v="4862" actId="403"/>
        <pc:sldMkLst>
          <pc:docMk/>
          <pc:sldMk cId="2714570407" sldId="309"/>
        </pc:sldMkLst>
        <pc:spChg chg="add mod">
          <ac:chgData name="Cesar Augusto Lopez Gallego" userId="0dfa9112-9251-4882-b472-cf2dfcee09d1" providerId="ADAL" clId="{B8B62DCA-3363-4D8C-88AD-2D5BB864E55F}" dt="2025-03-18T16:06:48.853" v="620" actId="20577"/>
          <ac:spMkLst>
            <pc:docMk/>
            <pc:sldMk cId="2714570407" sldId="309"/>
            <ac:spMk id="2" creationId="{5C606C55-F16C-4390-805A-6A028FF1BC87}"/>
          </ac:spMkLst>
        </pc:spChg>
        <pc:spChg chg="add del mod">
          <ac:chgData name="Cesar Augusto Lopez Gallego" userId="0dfa9112-9251-4882-b472-cf2dfcee09d1" providerId="ADAL" clId="{B8B62DCA-3363-4D8C-88AD-2D5BB864E55F}" dt="2025-03-18T16:07:17.738" v="621" actId="12084"/>
          <ac:spMkLst>
            <pc:docMk/>
            <pc:sldMk cId="2714570407" sldId="309"/>
            <ac:spMk id="4" creationId="{FA491DE7-5AED-4CD0-95C0-08B720D5AE94}"/>
          </ac:spMkLst>
        </pc:spChg>
        <pc:graphicFrameChg chg="add mod modGraphic">
          <ac:chgData name="Cesar Augusto Lopez Gallego" userId="0dfa9112-9251-4882-b472-cf2dfcee09d1" providerId="ADAL" clId="{B8B62DCA-3363-4D8C-88AD-2D5BB864E55F}" dt="2025-03-25T22:05:49.525" v="4862" actId="403"/>
          <ac:graphicFrameMkLst>
            <pc:docMk/>
            <pc:sldMk cId="2714570407" sldId="309"/>
            <ac:graphicFrameMk id="5" creationId="{785EBED8-2608-4306-99D2-E466B4DA07B9}"/>
          </ac:graphicFrameMkLst>
        </pc:graphicFrameChg>
      </pc:sldChg>
      <pc:sldChg chg="addSp modSp new mod">
        <pc:chgData name="Cesar Augusto Lopez Gallego" userId="0dfa9112-9251-4882-b472-cf2dfcee09d1" providerId="ADAL" clId="{B8B62DCA-3363-4D8C-88AD-2D5BB864E55F}" dt="2025-03-18T18:47:32.770" v="989" actId="1076"/>
        <pc:sldMkLst>
          <pc:docMk/>
          <pc:sldMk cId="4212517099" sldId="310"/>
        </pc:sldMkLst>
        <pc:spChg chg="add mod">
          <ac:chgData name="Cesar Augusto Lopez Gallego" userId="0dfa9112-9251-4882-b472-cf2dfcee09d1" providerId="ADAL" clId="{B8B62DCA-3363-4D8C-88AD-2D5BB864E55F}" dt="2025-03-18T16:04:50.763" v="532" actId="1076"/>
          <ac:spMkLst>
            <pc:docMk/>
            <pc:sldMk cId="4212517099" sldId="310"/>
            <ac:spMk id="3" creationId="{F74E47A2-3EC6-46E8-8305-5BE31FC414D9}"/>
          </ac:spMkLst>
        </pc:spChg>
        <pc:spChg chg="add mod">
          <ac:chgData name="Cesar Augusto Lopez Gallego" userId="0dfa9112-9251-4882-b472-cf2dfcee09d1" providerId="ADAL" clId="{B8B62DCA-3363-4D8C-88AD-2D5BB864E55F}" dt="2025-03-18T16:05:09.525" v="564" actId="20577"/>
          <ac:spMkLst>
            <pc:docMk/>
            <pc:sldMk cId="4212517099" sldId="310"/>
            <ac:spMk id="4" creationId="{1DFCB0CE-43AE-42D1-94C6-403CDE1B2AFC}"/>
          </ac:spMkLst>
        </pc:spChg>
        <pc:graphicFrameChg chg="add mod">
          <ac:chgData name="Cesar Augusto Lopez Gallego" userId="0dfa9112-9251-4882-b472-cf2dfcee09d1" providerId="ADAL" clId="{B8B62DCA-3363-4D8C-88AD-2D5BB864E55F}" dt="2025-03-18T18:47:32.770" v="989" actId="1076"/>
          <ac:graphicFrameMkLst>
            <pc:docMk/>
            <pc:sldMk cId="4212517099" sldId="310"/>
            <ac:graphicFrameMk id="2" creationId="{BA6E0214-1653-48D3-82E3-3658A0143564}"/>
          </ac:graphicFrameMkLst>
        </pc:graphicFrameChg>
      </pc:sldChg>
      <pc:sldChg chg="addSp delSp modSp new mod">
        <pc:chgData name="Cesar Augusto Lopez Gallego" userId="0dfa9112-9251-4882-b472-cf2dfcee09d1" providerId="ADAL" clId="{B8B62DCA-3363-4D8C-88AD-2D5BB864E55F}" dt="2025-03-25T22:21:49.845" v="5516" actId="1076"/>
        <pc:sldMkLst>
          <pc:docMk/>
          <pc:sldMk cId="4098487574" sldId="311"/>
        </pc:sldMkLst>
        <pc:spChg chg="add mod">
          <ac:chgData name="Cesar Augusto Lopez Gallego" userId="0dfa9112-9251-4882-b472-cf2dfcee09d1" providerId="ADAL" clId="{B8B62DCA-3363-4D8C-88AD-2D5BB864E55F}" dt="2025-03-18T16:13:53.251" v="662" actId="20577"/>
          <ac:spMkLst>
            <pc:docMk/>
            <pc:sldMk cId="4098487574" sldId="311"/>
            <ac:spMk id="2" creationId="{CD2AC123-4161-4FC8-ABAF-3B3F50868915}"/>
          </ac:spMkLst>
        </pc:spChg>
        <pc:spChg chg="add mod">
          <ac:chgData name="Cesar Augusto Lopez Gallego" userId="0dfa9112-9251-4882-b472-cf2dfcee09d1" providerId="ADAL" clId="{B8B62DCA-3363-4D8C-88AD-2D5BB864E55F}" dt="2025-03-25T22:21:25.430" v="5513" actId="1076"/>
          <ac:spMkLst>
            <pc:docMk/>
            <pc:sldMk cId="4098487574" sldId="311"/>
            <ac:spMk id="4" creationId="{18424513-0595-4CE1-876E-93D43050C865}"/>
          </ac:spMkLst>
        </pc:spChg>
        <pc:spChg chg="add del">
          <ac:chgData name="Cesar Augusto Lopez Gallego" userId="0dfa9112-9251-4882-b472-cf2dfcee09d1" providerId="ADAL" clId="{B8B62DCA-3363-4D8C-88AD-2D5BB864E55F}" dt="2025-03-18T16:14:35.240" v="668" actId="22"/>
          <ac:spMkLst>
            <pc:docMk/>
            <pc:sldMk cId="4098487574" sldId="311"/>
            <ac:spMk id="6" creationId="{33A2AE91-6E96-4B35-AC3F-A0EDEB4BFDC6}"/>
          </ac:spMkLst>
        </pc:spChg>
        <pc:spChg chg="add mod">
          <ac:chgData name="Cesar Augusto Lopez Gallego" userId="0dfa9112-9251-4882-b472-cf2dfcee09d1" providerId="ADAL" clId="{B8B62DCA-3363-4D8C-88AD-2D5BB864E55F}" dt="2025-03-25T22:21:09.300" v="5508" actId="164"/>
          <ac:spMkLst>
            <pc:docMk/>
            <pc:sldMk cId="4098487574" sldId="311"/>
            <ac:spMk id="6" creationId="{8ED8B039-9D71-4070-A6F2-1EDFE9ED7A80}"/>
          </ac:spMkLst>
        </pc:spChg>
        <pc:spChg chg="add del mod">
          <ac:chgData name="Cesar Augusto Lopez Gallego" userId="0dfa9112-9251-4882-b472-cf2dfcee09d1" providerId="ADAL" clId="{B8B62DCA-3363-4D8C-88AD-2D5BB864E55F}" dt="2025-03-18T16:14:58.179" v="673" actId="478"/>
          <ac:spMkLst>
            <pc:docMk/>
            <pc:sldMk cId="4098487574" sldId="311"/>
            <ac:spMk id="7" creationId="{FE70E890-6509-4B89-85AD-80D83F43337D}"/>
          </ac:spMkLst>
        </pc:spChg>
        <pc:spChg chg="add mod">
          <ac:chgData name="Cesar Augusto Lopez Gallego" userId="0dfa9112-9251-4882-b472-cf2dfcee09d1" providerId="ADAL" clId="{B8B62DCA-3363-4D8C-88AD-2D5BB864E55F}" dt="2025-03-25T22:21:09.300" v="5508" actId="164"/>
          <ac:spMkLst>
            <pc:docMk/>
            <pc:sldMk cId="4098487574" sldId="311"/>
            <ac:spMk id="8" creationId="{50C3F627-F10B-44F8-BEFA-C2ACE6CC19C6}"/>
          </ac:spMkLst>
        </pc:spChg>
        <pc:spChg chg="add mod">
          <ac:chgData name="Cesar Augusto Lopez Gallego" userId="0dfa9112-9251-4882-b472-cf2dfcee09d1" providerId="ADAL" clId="{B8B62DCA-3363-4D8C-88AD-2D5BB864E55F}" dt="2025-03-25T22:21:09.300" v="5508" actId="164"/>
          <ac:spMkLst>
            <pc:docMk/>
            <pc:sldMk cId="4098487574" sldId="311"/>
            <ac:spMk id="10" creationId="{EB6CD4FA-DC03-41FF-A1A0-9F794DB8F116}"/>
          </ac:spMkLst>
        </pc:spChg>
        <pc:spChg chg="add mod">
          <ac:chgData name="Cesar Augusto Lopez Gallego" userId="0dfa9112-9251-4882-b472-cf2dfcee09d1" providerId="ADAL" clId="{B8B62DCA-3363-4D8C-88AD-2D5BB864E55F}" dt="2025-03-25T22:21:09.300" v="5508" actId="164"/>
          <ac:spMkLst>
            <pc:docMk/>
            <pc:sldMk cId="4098487574" sldId="311"/>
            <ac:spMk id="11" creationId="{D79E8F95-8D1C-4ABA-A422-070E1C5497BC}"/>
          </ac:spMkLst>
        </pc:spChg>
        <pc:spChg chg="add mod">
          <ac:chgData name="Cesar Augusto Lopez Gallego" userId="0dfa9112-9251-4882-b472-cf2dfcee09d1" providerId="ADAL" clId="{B8B62DCA-3363-4D8C-88AD-2D5BB864E55F}" dt="2025-03-25T22:21:49.845" v="5516" actId="1076"/>
          <ac:spMkLst>
            <pc:docMk/>
            <pc:sldMk cId="4098487574" sldId="311"/>
            <ac:spMk id="12" creationId="{4AD7A405-4229-4837-9934-ADFDFFA4CB05}"/>
          </ac:spMkLst>
        </pc:spChg>
        <pc:grpChg chg="add mod">
          <ac:chgData name="Cesar Augusto Lopez Gallego" userId="0dfa9112-9251-4882-b472-cf2dfcee09d1" providerId="ADAL" clId="{B8B62DCA-3363-4D8C-88AD-2D5BB864E55F}" dt="2025-03-25T22:21:27.930" v="5514" actId="1076"/>
          <ac:grpSpMkLst>
            <pc:docMk/>
            <pc:sldMk cId="4098487574" sldId="311"/>
            <ac:grpSpMk id="7" creationId="{A9CE84F4-F671-43E5-AAC0-638796B43A9E}"/>
          </ac:grpSpMkLst>
        </pc:grpChg>
        <pc:picChg chg="add mod">
          <ac:chgData name="Cesar Augusto Lopez Gallego" userId="0dfa9112-9251-4882-b472-cf2dfcee09d1" providerId="ADAL" clId="{B8B62DCA-3363-4D8C-88AD-2D5BB864E55F}" dt="2025-03-25T22:21:09.300" v="5508" actId="164"/>
          <ac:picMkLst>
            <pc:docMk/>
            <pc:sldMk cId="4098487574" sldId="311"/>
            <ac:picMk id="5" creationId="{77A298D6-FFAF-478E-8D1C-038ABD7DC22A}"/>
          </ac:picMkLst>
        </pc:picChg>
        <pc:picChg chg="add del mod">
          <ac:chgData name="Cesar Augusto Lopez Gallego" userId="0dfa9112-9251-4882-b472-cf2dfcee09d1" providerId="ADAL" clId="{B8B62DCA-3363-4D8C-88AD-2D5BB864E55F}" dt="2025-03-25T22:12:46.298" v="5015" actId="21"/>
          <ac:picMkLst>
            <pc:docMk/>
            <pc:sldMk cId="4098487574" sldId="311"/>
            <ac:picMk id="9" creationId="{02A74719-8F62-4C60-9944-85E48A0EA49F}"/>
          </ac:picMkLst>
        </pc:picChg>
      </pc:sldChg>
      <pc:sldChg chg="addSp modSp new mod ord">
        <pc:chgData name="Cesar Augusto Lopez Gallego" userId="0dfa9112-9251-4882-b472-cf2dfcee09d1" providerId="ADAL" clId="{B8B62DCA-3363-4D8C-88AD-2D5BB864E55F}" dt="2025-03-25T22:40:05.124" v="5735" actId="20577"/>
        <pc:sldMkLst>
          <pc:docMk/>
          <pc:sldMk cId="680518857" sldId="312"/>
        </pc:sldMkLst>
        <pc:spChg chg="add mod">
          <ac:chgData name="Cesar Augusto Lopez Gallego" userId="0dfa9112-9251-4882-b472-cf2dfcee09d1" providerId="ADAL" clId="{B8B62DCA-3363-4D8C-88AD-2D5BB864E55F}" dt="2025-03-18T16:15:43.004" v="694" actId="20577"/>
          <ac:spMkLst>
            <pc:docMk/>
            <pc:sldMk cId="680518857" sldId="312"/>
            <ac:spMk id="2" creationId="{A89F199D-8369-4994-9489-1BAA9C867668}"/>
          </ac:spMkLst>
        </pc:spChg>
        <pc:spChg chg="add mod">
          <ac:chgData name="Cesar Augusto Lopez Gallego" userId="0dfa9112-9251-4882-b472-cf2dfcee09d1" providerId="ADAL" clId="{B8B62DCA-3363-4D8C-88AD-2D5BB864E55F}" dt="2025-03-25T22:38:23.614" v="5673" actId="20577"/>
          <ac:spMkLst>
            <pc:docMk/>
            <pc:sldMk cId="680518857" sldId="312"/>
            <ac:spMk id="3" creationId="{FE4DF3F5-D421-403C-9C7C-8B7D67A79754}"/>
          </ac:spMkLst>
        </pc:spChg>
        <pc:spChg chg="add mod">
          <ac:chgData name="Cesar Augusto Lopez Gallego" userId="0dfa9112-9251-4882-b472-cf2dfcee09d1" providerId="ADAL" clId="{B8B62DCA-3363-4D8C-88AD-2D5BB864E55F}" dt="2025-03-18T16:15:57.546" v="697" actId="14100"/>
          <ac:spMkLst>
            <pc:docMk/>
            <pc:sldMk cId="680518857" sldId="312"/>
            <ac:spMk id="4" creationId="{794D7761-6F08-4EB2-A228-BA96432C5477}"/>
          </ac:spMkLst>
        </pc:spChg>
        <pc:spChg chg="add mod">
          <ac:chgData name="Cesar Augusto Lopez Gallego" userId="0dfa9112-9251-4882-b472-cf2dfcee09d1" providerId="ADAL" clId="{B8B62DCA-3363-4D8C-88AD-2D5BB864E55F}" dt="2025-03-25T22:40:05.124" v="5735" actId="20577"/>
          <ac:spMkLst>
            <pc:docMk/>
            <pc:sldMk cId="680518857" sldId="312"/>
            <ac:spMk id="5" creationId="{DAC42947-8C9B-4A9C-A6FC-1179696CB699}"/>
          </ac:spMkLst>
        </pc:spChg>
        <pc:spChg chg="add mod">
          <ac:chgData name="Cesar Augusto Lopez Gallego" userId="0dfa9112-9251-4882-b472-cf2dfcee09d1" providerId="ADAL" clId="{B8B62DCA-3363-4D8C-88AD-2D5BB864E55F}" dt="2025-03-25T22:39:24.523" v="5677" actId="14100"/>
          <ac:spMkLst>
            <pc:docMk/>
            <pc:sldMk cId="680518857" sldId="312"/>
            <ac:spMk id="7" creationId="{0E169B71-1B70-4AFB-9589-4B979EA8D3FF}"/>
          </ac:spMkLst>
        </pc:spChg>
        <pc:picChg chg="add mod">
          <ac:chgData name="Cesar Augusto Lopez Gallego" userId="0dfa9112-9251-4882-b472-cf2dfcee09d1" providerId="ADAL" clId="{B8B62DCA-3363-4D8C-88AD-2D5BB864E55F}" dt="2025-03-25T22:33:54.290" v="5636" actId="1076"/>
          <ac:picMkLst>
            <pc:docMk/>
            <pc:sldMk cId="680518857" sldId="312"/>
            <ac:picMk id="6" creationId="{457855AF-A535-4EF9-9C5E-A8EA2E05DBAE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25T23:16:33.343" v="6236" actId="14100"/>
        <pc:sldMkLst>
          <pc:docMk/>
          <pc:sldMk cId="3769389719" sldId="313"/>
        </pc:sldMkLst>
        <pc:spChg chg="add mod">
          <ac:chgData name="Cesar Augusto Lopez Gallego" userId="0dfa9112-9251-4882-b472-cf2dfcee09d1" providerId="ADAL" clId="{B8B62DCA-3363-4D8C-88AD-2D5BB864E55F}" dt="2025-03-18T16:17:06.268" v="723" actId="20577"/>
          <ac:spMkLst>
            <pc:docMk/>
            <pc:sldMk cId="3769389719" sldId="313"/>
            <ac:spMk id="2" creationId="{0B167AF8-434B-4D63-89D4-D4251AB8264D}"/>
          </ac:spMkLst>
        </pc:spChg>
        <pc:spChg chg="add mod">
          <ac:chgData name="Cesar Augusto Lopez Gallego" userId="0dfa9112-9251-4882-b472-cf2dfcee09d1" providerId="ADAL" clId="{B8B62DCA-3363-4D8C-88AD-2D5BB864E55F}" dt="2025-03-18T16:17:45.252" v="726" actId="14100"/>
          <ac:spMkLst>
            <pc:docMk/>
            <pc:sldMk cId="3769389719" sldId="313"/>
            <ac:spMk id="4" creationId="{ABAA8379-3D4F-49B9-85C2-279184A32E8E}"/>
          </ac:spMkLst>
        </pc:spChg>
        <pc:picChg chg="add mod">
          <ac:chgData name="Cesar Augusto Lopez Gallego" userId="0dfa9112-9251-4882-b472-cf2dfcee09d1" providerId="ADAL" clId="{B8B62DCA-3363-4D8C-88AD-2D5BB864E55F}" dt="2025-03-25T23:16:33.343" v="6236" actId="14100"/>
          <ac:picMkLst>
            <pc:docMk/>
            <pc:sldMk cId="3769389719" sldId="313"/>
            <ac:picMk id="5" creationId="{1F5E2949-D2CC-4FB1-8C76-9C17BA611859}"/>
          </ac:picMkLst>
        </pc:picChg>
        <pc:picChg chg="add del mod">
          <ac:chgData name="Cesar Augusto Lopez Gallego" userId="0dfa9112-9251-4882-b472-cf2dfcee09d1" providerId="ADAL" clId="{B8B62DCA-3363-4D8C-88AD-2D5BB864E55F}" dt="2025-03-25T22:23:07.143" v="5528" actId="21"/>
          <ac:picMkLst>
            <pc:docMk/>
            <pc:sldMk cId="3769389719" sldId="313"/>
            <ac:picMk id="6" creationId="{4337E0BD-73E2-4A89-A2FF-D162CBC32EA4}"/>
          </ac:picMkLst>
        </pc:picChg>
      </pc:sldChg>
      <pc:sldChg chg="addSp delSp modSp add mod">
        <pc:chgData name="Cesar Augusto Lopez Gallego" userId="0dfa9112-9251-4882-b472-cf2dfcee09d1" providerId="ADAL" clId="{B8B62DCA-3363-4D8C-88AD-2D5BB864E55F}" dt="2025-03-25T23:30:59.425" v="6489" actId="403"/>
        <pc:sldMkLst>
          <pc:docMk/>
          <pc:sldMk cId="2710980677" sldId="314"/>
        </pc:sldMkLst>
        <pc:spChg chg="mod">
          <ac:chgData name="Cesar Augusto Lopez Gallego" userId="0dfa9112-9251-4882-b472-cf2dfcee09d1" providerId="ADAL" clId="{B8B62DCA-3363-4D8C-88AD-2D5BB864E55F}" dt="2025-03-25T23:30:32.742" v="6477" actId="1076"/>
          <ac:spMkLst>
            <pc:docMk/>
            <pc:sldMk cId="2710980677" sldId="314"/>
            <ac:spMk id="3" creationId="{9625BD77-511B-414C-ADAE-9D8D9E0008DB}"/>
          </ac:spMkLst>
        </pc:spChg>
        <pc:spChg chg="mod">
          <ac:chgData name="Cesar Augusto Lopez Gallego" userId="0dfa9112-9251-4882-b472-cf2dfcee09d1" providerId="ADAL" clId="{B8B62DCA-3363-4D8C-88AD-2D5BB864E55F}" dt="2025-03-25T23:30:59.425" v="6489" actId="403"/>
          <ac:spMkLst>
            <pc:docMk/>
            <pc:sldMk cId="2710980677" sldId="314"/>
            <ac:spMk id="4" creationId="{B60F39B0-F977-4318-8F3C-59B7E1DCF5FD}"/>
          </ac:spMkLst>
        </pc:spChg>
        <pc:picChg chg="del mod">
          <ac:chgData name="Cesar Augusto Lopez Gallego" userId="0dfa9112-9251-4882-b472-cf2dfcee09d1" providerId="ADAL" clId="{B8B62DCA-3363-4D8C-88AD-2D5BB864E55F}" dt="2025-03-25T23:30:44.823" v="6481" actId="478"/>
          <ac:picMkLst>
            <pc:docMk/>
            <pc:sldMk cId="2710980677" sldId="314"/>
            <ac:picMk id="6" creationId="{195F168B-56CD-4F71-9730-4BA8AD92A4FC}"/>
          </ac:picMkLst>
        </pc:picChg>
        <pc:picChg chg="add mod">
          <ac:chgData name="Cesar Augusto Lopez Gallego" userId="0dfa9112-9251-4882-b472-cf2dfcee09d1" providerId="ADAL" clId="{B8B62DCA-3363-4D8C-88AD-2D5BB864E55F}" dt="2025-03-25T23:30:56.627" v="6488" actId="1076"/>
          <ac:picMkLst>
            <pc:docMk/>
            <pc:sldMk cId="2710980677" sldId="314"/>
            <ac:picMk id="7" creationId="{BE573D60-E851-41E6-94D1-E4E40BE16B16}"/>
          </ac:picMkLst>
        </pc:picChg>
      </pc:sldChg>
      <pc:sldChg chg="addSp modSp new del mod">
        <pc:chgData name="Cesar Augusto Lopez Gallego" userId="0dfa9112-9251-4882-b472-cf2dfcee09d1" providerId="ADAL" clId="{B8B62DCA-3363-4D8C-88AD-2D5BB864E55F}" dt="2025-03-25T23:18:22.610" v="6292" actId="2696"/>
        <pc:sldMkLst>
          <pc:docMk/>
          <pc:sldMk cId="3858962484" sldId="314"/>
        </pc:sldMkLst>
        <pc:spChg chg="add mod">
          <ac:chgData name="Cesar Augusto Lopez Gallego" userId="0dfa9112-9251-4882-b472-cf2dfcee09d1" providerId="ADAL" clId="{B8B62DCA-3363-4D8C-88AD-2D5BB864E55F}" dt="2025-03-18T16:19:07.260" v="754" actId="20577"/>
          <ac:spMkLst>
            <pc:docMk/>
            <pc:sldMk cId="3858962484" sldId="314"/>
            <ac:spMk id="2" creationId="{12AC01C5-812B-4C0B-B2CD-FF7DD755D339}"/>
          </ac:spMkLst>
        </pc:spChg>
        <pc:spChg chg="add mod">
          <ac:chgData name="Cesar Augusto Lopez Gallego" userId="0dfa9112-9251-4882-b472-cf2dfcee09d1" providerId="ADAL" clId="{B8B62DCA-3363-4D8C-88AD-2D5BB864E55F}" dt="2025-03-18T22:00:08.213" v="1907" actId="1076"/>
          <ac:spMkLst>
            <pc:docMk/>
            <pc:sldMk cId="3858962484" sldId="314"/>
            <ac:spMk id="3" creationId="{9625BD77-511B-414C-ADAE-9D8D9E0008DB}"/>
          </ac:spMkLst>
        </pc:spChg>
        <pc:spChg chg="add mod">
          <ac:chgData name="Cesar Augusto Lopez Gallego" userId="0dfa9112-9251-4882-b472-cf2dfcee09d1" providerId="ADAL" clId="{B8B62DCA-3363-4D8C-88AD-2D5BB864E55F}" dt="2025-03-18T16:19:21.394" v="757" actId="14100"/>
          <ac:spMkLst>
            <pc:docMk/>
            <pc:sldMk cId="3858962484" sldId="314"/>
            <ac:spMk id="4" creationId="{B60F39B0-F977-4318-8F3C-59B7E1DCF5FD}"/>
          </ac:spMkLst>
        </pc:spChg>
        <pc:picChg chg="add mod">
          <ac:chgData name="Cesar Augusto Lopez Gallego" userId="0dfa9112-9251-4882-b472-cf2dfcee09d1" providerId="ADAL" clId="{B8B62DCA-3363-4D8C-88AD-2D5BB864E55F}" dt="2025-03-18T16:19:48.200" v="761" actId="1076"/>
          <ac:picMkLst>
            <pc:docMk/>
            <pc:sldMk cId="3858962484" sldId="314"/>
            <ac:picMk id="6" creationId="{195F168B-56CD-4F71-9730-4BA8AD92A4FC}"/>
          </ac:picMkLst>
        </pc:picChg>
      </pc:sldChg>
      <pc:sldChg chg="addSp modSp new del mod">
        <pc:chgData name="Cesar Augusto Lopez Gallego" userId="0dfa9112-9251-4882-b472-cf2dfcee09d1" providerId="ADAL" clId="{B8B62DCA-3363-4D8C-88AD-2D5BB864E55F}" dt="2025-03-25T23:24:37.655" v="6382" actId="2696"/>
        <pc:sldMkLst>
          <pc:docMk/>
          <pc:sldMk cId="2043092024" sldId="315"/>
        </pc:sldMkLst>
        <pc:spChg chg="add mod">
          <ac:chgData name="Cesar Augusto Lopez Gallego" userId="0dfa9112-9251-4882-b472-cf2dfcee09d1" providerId="ADAL" clId="{B8B62DCA-3363-4D8C-88AD-2D5BB864E55F}" dt="2025-03-18T16:20:21.203" v="771" actId="20577"/>
          <ac:spMkLst>
            <pc:docMk/>
            <pc:sldMk cId="2043092024" sldId="315"/>
            <ac:spMk id="2" creationId="{FF4B1EA7-BA69-4E16-AD2D-AA3AFC74BD16}"/>
          </ac:spMkLst>
        </pc:spChg>
        <pc:spChg chg="add mod">
          <ac:chgData name="Cesar Augusto Lopez Gallego" userId="0dfa9112-9251-4882-b472-cf2dfcee09d1" providerId="ADAL" clId="{B8B62DCA-3363-4D8C-88AD-2D5BB864E55F}" dt="2025-03-18T16:28:19.715" v="780" actId="20577"/>
          <ac:spMkLst>
            <pc:docMk/>
            <pc:sldMk cId="2043092024" sldId="315"/>
            <ac:spMk id="4" creationId="{6CED9246-D9F8-49EB-BC6B-F7D7901633EC}"/>
          </ac:spMkLst>
        </pc:spChg>
        <pc:picChg chg="add mod">
          <ac:chgData name="Cesar Augusto Lopez Gallego" userId="0dfa9112-9251-4882-b472-cf2dfcee09d1" providerId="ADAL" clId="{B8B62DCA-3363-4D8C-88AD-2D5BB864E55F}" dt="2025-03-18T16:28:36.713" v="783" actId="1076"/>
          <ac:picMkLst>
            <pc:docMk/>
            <pc:sldMk cId="2043092024" sldId="315"/>
            <ac:picMk id="6" creationId="{0A87137B-F8ED-4033-9096-32B92AFEDE97}"/>
          </ac:picMkLst>
        </pc:picChg>
      </pc:sldChg>
      <pc:sldChg chg="addSp modSp add mod">
        <pc:chgData name="Cesar Augusto Lopez Gallego" userId="0dfa9112-9251-4882-b472-cf2dfcee09d1" providerId="ADAL" clId="{B8B62DCA-3363-4D8C-88AD-2D5BB864E55F}" dt="2025-03-25T23:27:45.270" v="6471" actId="20577"/>
        <pc:sldMkLst>
          <pc:docMk/>
          <pc:sldMk cId="2626635672" sldId="315"/>
        </pc:sldMkLst>
        <pc:spChg chg="add mod">
          <ac:chgData name="Cesar Augusto Lopez Gallego" userId="0dfa9112-9251-4882-b472-cf2dfcee09d1" providerId="ADAL" clId="{B8B62DCA-3363-4D8C-88AD-2D5BB864E55F}" dt="2025-03-25T23:27:45.270" v="6471" actId="20577"/>
          <ac:spMkLst>
            <pc:docMk/>
            <pc:sldMk cId="2626635672" sldId="315"/>
            <ac:spMk id="5" creationId="{BCEA23F5-CE36-4211-A746-CA1482C62824}"/>
          </ac:spMkLst>
        </pc:spChg>
        <pc:picChg chg="mod">
          <ac:chgData name="Cesar Augusto Lopez Gallego" userId="0dfa9112-9251-4882-b472-cf2dfcee09d1" providerId="ADAL" clId="{B8B62DCA-3363-4D8C-88AD-2D5BB864E55F}" dt="2025-03-25T23:26:27.798" v="6408" actId="1076"/>
          <ac:picMkLst>
            <pc:docMk/>
            <pc:sldMk cId="2626635672" sldId="315"/>
            <ac:picMk id="6" creationId="{0A87137B-F8ED-4033-9096-32B92AFEDE97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18T18:50:23.043" v="1081" actId="20577"/>
        <pc:sldMkLst>
          <pc:docMk/>
          <pc:sldMk cId="4004204254" sldId="316"/>
        </pc:sldMkLst>
        <pc:spChg chg="add mod">
          <ac:chgData name="Cesar Augusto Lopez Gallego" userId="0dfa9112-9251-4882-b472-cf2dfcee09d1" providerId="ADAL" clId="{B8B62DCA-3363-4D8C-88AD-2D5BB864E55F}" dt="2025-03-18T16:40:20.731" v="950" actId="20577"/>
          <ac:spMkLst>
            <pc:docMk/>
            <pc:sldMk cId="4004204254" sldId="316"/>
            <ac:spMk id="2" creationId="{F65B7EAE-90B6-4A9E-99D4-0ABD1A0222EC}"/>
          </ac:spMkLst>
        </pc:spChg>
        <pc:spChg chg="add mod">
          <ac:chgData name="Cesar Augusto Lopez Gallego" userId="0dfa9112-9251-4882-b472-cf2dfcee09d1" providerId="ADAL" clId="{B8B62DCA-3363-4D8C-88AD-2D5BB864E55F}" dt="2025-03-18T18:50:23.043" v="1081" actId="20577"/>
          <ac:spMkLst>
            <pc:docMk/>
            <pc:sldMk cId="4004204254" sldId="316"/>
            <ac:spMk id="4" creationId="{D8273734-F209-497A-8F09-6B21B1C8B293}"/>
          </ac:spMkLst>
        </pc:spChg>
      </pc:sldChg>
      <pc:sldChg chg="addSp delSp modSp new mod">
        <pc:chgData name="Cesar Augusto Lopez Gallego" userId="0dfa9112-9251-4882-b472-cf2dfcee09d1" providerId="ADAL" clId="{B8B62DCA-3363-4D8C-88AD-2D5BB864E55F}" dt="2025-03-18T16:34:14.497" v="875" actId="1076"/>
        <pc:sldMkLst>
          <pc:docMk/>
          <pc:sldMk cId="55642481" sldId="317"/>
        </pc:sldMkLst>
        <pc:spChg chg="add del">
          <ac:chgData name="Cesar Augusto Lopez Gallego" userId="0dfa9112-9251-4882-b472-cf2dfcee09d1" providerId="ADAL" clId="{B8B62DCA-3363-4D8C-88AD-2D5BB864E55F}" dt="2025-03-18T16:29:07.224" v="787" actId="22"/>
          <ac:spMkLst>
            <pc:docMk/>
            <pc:sldMk cId="55642481" sldId="317"/>
            <ac:spMk id="3" creationId="{2414DDB3-2D71-4730-8DF9-EAA6D5F27CC3}"/>
          </ac:spMkLst>
        </pc:spChg>
        <pc:spChg chg="add mod">
          <ac:chgData name="Cesar Augusto Lopez Gallego" userId="0dfa9112-9251-4882-b472-cf2dfcee09d1" providerId="ADAL" clId="{B8B62DCA-3363-4D8C-88AD-2D5BB864E55F}" dt="2025-03-18T16:29:17.731" v="805" actId="20577"/>
          <ac:spMkLst>
            <pc:docMk/>
            <pc:sldMk cId="55642481" sldId="317"/>
            <ac:spMk id="4" creationId="{6330B497-DFC7-4FF5-AD95-0C53FE205648}"/>
          </ac:spMkLst>
        </pc:spChg>
        <pc:spChg chg="add mod">
          <ac:chgData name="Cesar Augusto Lopez Gallego" userId="0dfa9112-9251-4882-b472-cf2dfcee09d1" providerId="ADAL" clId="{B8B62DCA-3363-4D8C-88AD-2D5BB864E55F}" dt="2025-03-18T16:32:16.304" v="838" actId="1076"/>
          <ac:spMkLst>
            <pc:docMk/>
            <pc:sldMk cId="55642481" sldId="317"/>
            <ac:spMk id="6" creationId="{A7071319-7388-442D-A34A-A0E6D29E3ABC}"/>
          </ac:spMkLst>
        </pc:spChg>
        <pc:spChg chg="add mod">
          <ac:chgData name="Cesar Augusto Lopez Gallego" userId="0dfa9112-9251-4882-b472-cf2dfcee09d1" providerId="ADAL" clId="{B8B62DCA-3363-4D8C-88AD-2D5BB864E55F}" dt="2025-03-18T16:34:14.497" v="875" actId="1076"/>
          <ac:spMkLst>
            <pc:docMk/>
            <pc:sldMk cId="55642481" sldId="317"/>
            <ac:spMk id="8" creationId="{2E2046E2-3508-4E66-A329-854C614619CC}"/>
          </ac:spMkLst>
        </pc:spChg>
        <pc:spChg chg="add mod">
          <ac:chgData name="Cesar Augusto Lopez Gallego" userId="0dfa9112-9251-4882-b472-cf2dfcee09d1" providerId="ADAL" clId="{B8B62DCA-3363-4D8C-88AD-2D5BB864E55F}" dt="2025-03-18T16:33:18.266" v="849" actId="207"/>
          <ac:spMkLst>
            <pc:docMk/>
            <pc:sldMk cId="55642481" sldId="317"/>
            <ac:spMk id="10" creationId="{7B82C3B9-5B67-4C29-B7CD-3C9E785F87AD}"/>
          </ac:spMkLst>
        </pc:spChg>
      </pc:sldChg>
      <pc:sldChg chg="addSp modSp new mod ord">
        <pc:chgData name="Cesar Augusto Lopez Gallego" userId="0dfa9112-9251-4882-b472-cf2dfcee09d1" providerId="ADAL" clId="{B8B62DCA-3363-4D8C-88AD-2D5BB864E55F}" dt="2025-03-25T22:04:09.117" v="4861"/>
        <pc:sldMkLst>
          <pc:docMk/>
          <pc:sldMk cId="3510991024" sldId="318"/>
        </pc:sldMkLst>
        <pc:spChg chg="add mod">
          <ac:chgData name="Cesar Augusto Lopez Gallego" userId="0dfa9112-9251-4882-b472-cf2dfcee09d1" providerId="ADAL" clId="{B8B62DCA-3363-4D8C-88AD-2D5BB864E55F}" dt="2025-03-18T16:36:51.810" v="889" actId="20577"/>
          <ac:spMkLst>
            <pc:docMk/>
            <pc:sldMk cId="3510991024" sldId="318"/>
            <ac:spMk id="2" creationId="{D7B65185-3CB8-4F3B-B429-3ECA42AD5BAF}"/>
          </ac:spMkLst>
        </pc:spChg>
        <pc:spChg chg="add mod">
          <ac:chgData name="Cesar Augusto Lopez Gallego" userId="0dfa9112-9251-4882-b472-cf2dfcee09d1" providerId="ADAL" clId="{B8B62DCA-3363-4D8C-88AD-2D5BB864E55F}" dt="2025-03-18T16:39:42.992" v="931" actId="1076"/>
          <ac:spMkLst>
            <pc:docMk/>
            <pc:sldMk cId="3510991024" sldId="318"/>
            <ac:spMk id="4" creationId="{1958C134-0061-4DF5-9022-2C078943BE1D}"/>
          </ac:spMkLst>
        </pc:spChg>
        <pc:spChg chg="add mod">
          <ac:chgData name="Cesar Augusto Lopez Gallego" userId="0dfa9112-9251-4882-b472-cf2dfcee09d1" providerId="ADAL" clId="{B8B62DCA-3363-4D8C-88AD-2D5BB864E55F}" dt="2025-03-18T16:39:39.776" v="929" actId="1076"/>
          <ac:spMkLst>
            <pc:docMk/>
            <pc:sldMk cId="3510991024" sldId="318"/>
            <ac:spMk id="5" creationId="{4DEE5287-CF17-472D-BED7-B4F856B64699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18T19:02:26.112" v="1159" actId="1076"/>
        <pc:sldMkLst>
          <pc:docMk/>
          <pc:sldMk cId="1492883222" sldId="319"/>
        </pc:sldMkLst>
        <pc:spChg chg="add mod">
          <ac:chgData name="Cesar Augusto Lopez Gallego" userId="0dfa9112-9251-4882-b472-cf2dfcee09d1" providerId="ADAL" clId="{B8B62DCA-3363-4D8C-88AD-2D5BB864E55F}" dt="2025-03-18T19:02:08.153" v="1150" actId="1076"/>
          <ac:spMkLst>
            <pc:docMk/>
            <pc:sldMk cId="1492883222" sldId="319"/>
            <ac:spMk id="3" creationId="{A09777C3-CEC9-454E-916D-4A346A144982}"/>
          </ac:spMkLst>
        </pc:spChg>
        <pc:spChg chg="add mod">
          <ac:chgData name="Cesar Augusto Lopez Gallego" userId="0dfa9112-9251-4882-b472-cf2dfcee09d1" providerId="ADAL" clId="{B8B62DCA-3363-4D8C-88AD-2D5BB864E55F}" dt="2025-03-18T19:00:44.489" v="1132" actId="14100"/>
          <ac:spMkLst>
            <pc:docMk/>
            <pc:sldMk cId="1492883222" sldId="319"/>
            <ac:spMk id="4" creationId="{BDC4AE53-65BF-4F37-A47B-4AB844ED44C8}"/>
          </ac:spMkLst>
        </pc:spChg>
        <pc:picChg chg="add mod">
          <ac:chgData name="Cesar Augusto Lopez Gallego" userId="0dfa9112-9251-4882-b472-cf2dfcee09d1" providerId="ADAL" clId="{B8B62DCA-3363-4D8C-88AD-2D5BB864E55F}" dt="2025-03-18T19:02:26.112" v="1159" actId="1076"/>
          <ac:picMkLst>
            <pc:docMk/>
            <pc:sldMk cId="1492883222" sldId="319"/>
            <ac:picMk id="6" creationId="{95A1A491-539E-4D27-B903-D85576D070A2}"/>
          </ac:picMkLst>
        </pc:picChg>
        <pc:picChg chg="add mod">
          <ac:chgData name="Cesar Augusto Lopez Gallego" userId="0dfa9112-9251-4882-b472-cf2dfcee09d1" providerId="ADAL" clId="{B8B62DCA-3363-4D8C-88AD-2D5BB864E55F}" dt="2025-03-18T19:02:20.761" v="1157" actId="1076"/>
          <ac:picMkLst>
            <pc:docMk/>
            <pc:sldMk cId="1492883222" sldId="319"/>
            <ac:picMk id="8" creationId="{B6FC0272-74A4-4E41-9ED6-D9E4E310E120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18T20:15:54.019" v="1174" actId="14100"/>
        <pc:sldMkLst>
          <pc:docMk/>
          <pc:sldMk cId="3393278101" sldId="320"/>
        </pc:sldMkLst>
        <pc:spChg chg="add mod">
          <ac:chgData name="Cesar Augusto Lopez Gallego" userId="0dfa9112-9251-4882-b472-cf2dfcee09d1" providerId="ADAL" clId="{B8B62DCA-3363-4D8C-88AD-2D5BB864E55F}" dt="2025-03-18T19:02:43.436" v="1162"/>
          <ac:spMkLst>
            <pc:docMk/>
            <pc:sldMk cId="3393278101" sldId="320"/>
            <ac:spMk id="2" creationId="{1CDB4E63-FB44-4C0A-A353-2A40ED6B5466}"/>
          </ac:spMkLst>
        </pc:spChg>
        <pc:spChg chg="add mod">
          <ac:chgData name="Cesar Augusto Lopez Gallego" userId="0dfa9112-9251-4882-b472-cf2dfcee09d1" providerId="ADAL" clId="{B8B62DCA-3363-4D8C-88AD-2D5BB864E55F}" dt="2025-03-18T20:13:08.036" v="1166" actId="1076"/>
          <ac:spMkLst>
            <pc:docMk/>
            <pc:sldMk cId="3393278101" sldId="320"/>
            <ac:spMk id="4" creationId="{68BD9651-1413-4951-8E12-38EAE190C27A}"/>
          </ac:spMkLst>
        </pc:spChg>
        <pc:picChg chg="add mod">
          <ac:chgData name="Cesar Augusto Lopez Gallego" userId="0dfa9112-9251-4882-b472-cf2dfcee09d1" providerId="ADAL" clId="{B8B62DCA-3363-4D8C-88AD-2D5BB864E55F}" dt="2025-03-18T20:15:35.956" v="1169" actId="14100"/>
          <ac:picMkLst>
            <pc:docMk/>
            <pc:sldMk cId="3393278101" sldId="320"/>
            <ac:picMk id="6" creationId="{A8BF5150-6CF9-414A-99BF-0E697DE864B2}"/>
          </ac:picMkLst>
        </pc:picChg>
        <pc:picChg chg="add mod">
          <ac:chgData name="Cesar Augusto Lopez Gallego" userId="0dfa9112-9251-4882-b472-cf2dfcee09d1" providerId="ADAL" clId="{B8B62DCA-3363-4D8C-88AD-2D5BB864E55F}" dt="2025-03-18T20:15:54.019" v="1174" actId="14100"/>
          <ac:picMkLst>
            <pc:docMk/>
            <pc:sldMk cId="3393278101" sldId="320"/>
            <ac:picMk id="8" creationId="{2DEA6C15-4B5F-44ED-86DB-6EC0084B33F4}"/>
          </ac:picMkLst>
        </pc:picChg>
      </pc:sldChg>
      <pc:sldChg chg="add">
        <pc:chgData name="Cesar Augusto Lopez Gallego" userId="0dfa9112-9251-4882-b472-cf2dfcee09d1" providerId="ADAL" clId="{B8B62DCA-3363-4D8C-88AD-2D5BB864E55F}" dt="2025-03-25T23:14:03.750" v="6177"/>
        <pc:sldMkLst>
          <pc:docMk/>
          <pc:sldMk cId="1096370430" sldId="321"/>
        </pc:sldMkLst>
      </pc:sldChg>
      <pc:sldChg chg="addSp delSp modSp new del mod">
        <pc:chgData name="Cesar Augusto Lopez Gallego" userId="0dfa9112-9251-4882-b472-cf2dfcee09d1" providerId="ADAL" clId="{B8B62DCA-3363-4D8C-88AD-2D5BB864E55F}" dt="2025-03-25T23:13:56.138" v="6176" actId="2696"/>
        <pc:sldMkLst>
          <pc:docMk/>
          <pc:sldMk cId="2423209036" sldId="321"/>
        </pc:sldMkLst>
        <pc:spChg chg="add del">
          <ac:chgData name="Cesar Augusto Lopez Gallego" userId="0dfa9112-9251-4882-b472-cf2dfcee09d1" providerId="ADAL" clId="{B8B62DCA-3363-4D8C-88AD-2D5BB864E55F}" dt="2025-03-18T20:18:58.205" v="1177" actId="22"/>
          <ac:spMkLst>
            <pc:docMk/>
            <pc:sldMk cId="2423209036" sldId="321"/>
            <ac:spMk id="3" creationId="{8376B6E2-A417-4D6A-888B-DCD9049C35E5}"/>
          </ac:spMkLst>
        </pc:spChg>
        <pc:spChg chg="add mod">
          <ac:chgData name="Cesar Augusto Lopez Gallego" userId="0dfa9112-9251-4882-b472-cf2dfcee09d1" providerId="ADAL" clId="{B8B62DCA-3363-4D8C-88AD-2D5BB864E55F}" dt="2025-03-18T20:19:09.187" v="1193" actId="20577"/>
          <ac:spMkLst>
            <pc:docMk/>
            <pc:sldMk cId="2423209036" sldId="321"/>
            <ac:spMk id="4" creationId="{CF093E43-CD0C-4DE6-98EC-4E11D4C250C2}"/>
          </ac:spMkLst>
        </pc:spChg>
        <pc:spChg chg="add mod">
          <ac:chgData name="Cesar Augusto Lopez Gallego" userId="0dfa9112-9251-4882-b472-cf2dfcee09d1" providerId="ADAL" clId="{B8B62DCA-3363-4D8C-88AD-2D5BB864E55F}" dt="2025-03-18T20:33:43.476" v="1387" actId="14100"/>
          <ac:spMkLst>
            <pc:docMk/>
            <pc:sldMk cId="2423209036" sldId="321"/>
            <ac:spMk id="6" creationId="{A1B15AFF-855A-4971-A069-B86938386662}"/>
          </ac:spMkLst>
        </pc:spChg>
        <pc:spChg chg="add del mod">
          <ac:chgData name="Cesar Augusto Lopez Gallego" userId="0dfa9112-9251-4882-b472-cf2dfcee09d1" providerId="ADAL" clId="{B8B62DCA-3363-4D8C-88AD-2D5BB864E55F}" dt="2025-03-18T20:28:32.902" v="1351"/>
          <ac:spMkLst>
            <pc:docMk/>
            <pc:sldMk cId="2423209036" sldId="321"/>
            <ac:spMk id="9" creationId="{52636CC2-DEAE-4A7E-9449-453B17509FFA}"/>
          </ac:spMkLst>
        </pc:spChg>
        <pc:picChg chg="add mod">
          <ac:chgData name="Cesar Augusto Lopez Gallego" userId="0dfa9112-9251-4882-b472-cf2dfcee09d1" providerId="ADAL" clId="{B8B62DCA-3363-4D8C-88AD-2D5BB864E55F}" dt="2025-03-18T20:33:59.387" v="1391" actId="14100"/>
          <ac:picMkLst>
            <pc:docMk/>
            <pc:sldMk cId="2423209036" sldId="321"/>
            <ac:picMk id="8" creationId="{BC1F1CAB-97C4-4F36-B998-20FBA231F4F8}"/>
          </ac:picMkLst>
        </pc:picChg>
        <pc:picChg chg="add mod">
          <ac:chgData name="Cesar Augusto Lopez Gallego" userId="0dfa9112-9251-4882-b472-cf2dfcee09d1" providerId="ADAL" clId="{B8B62DCA-3363-4D8C-88AD-2D5BB864E55F}" dt="2025-03-18T20:34:01.883" v="1392" actId="1076"/>
          <ac:picMkLst>
            <pc:docMk/>
            <pc:sldMk cId="2423209036" sldId="321"/>
            <ac:picMk id="11" creationId="{B7658B2F-BB97-46FC-ACD7-60B817F52197}"/>
          </ac:picMkLst>
        </pc:picChg>
      </pc:sldChg>
      <pc:sldChg chg="add">
        <pc:chgData name="Cesar Augusto Lopez Gallego" userId="0dfa9112-9251-4882-b472-cf2dfcee09d1" providerId="ADAL" clId="{B8B62DCA-3363-4D8C-88AD-2D5BB864E55F}" dt="2025-03-25T23:14:03.750" v="6177"/>
        <pc:sldMkLst>
          <pc:docMk/>
          <pc:sldMk cId="509111339" sldId="322"/>
        </pc:sldMkLst>
      </pc:sldChg>
      <pc:sldChg chg="addSp delSp modSp add del mod ord">
        <pc:chgData name="Cesar Augusto Lopez Gallego" userId="0dfa9112-9251-4882-b472-cf2dfcee09d1" providerId="ADAL" clId="{B8B62DCA-3363-4D8C-88AD-2D5BB864E55F}" dt="2025-03-25T23:13:56.138" v="6176" actId="2696"/>
        <pc:sldMkLst>
          <pc:docMk/>
          <pc:sldMk cId="1333649308" sldId="322"/>
        </pc:sldMkLst>
        <pc:spChg chg="del">
          <ac:chgData name="Cesar Augusto Lopez Gallego" userId="0dfa9112-9251-4882-b472-cf2dfcee09d1" providerId="ADAL" clId="{B8B62DCA-3363-4D8C-88AD-2D5BB864E55F}" dt="2025-03-18T20:32:00.396" v="1366" actId="478"/>
          <ac:spMkLst>
            <pc:docMk/>
            <pc:sldMk cId="1333649308" sldId="322"/>
            <ac:spMk id="6" creationId="{A1B15AFF-855A-4971-A069-B86938386662}"/>
          </ac:spMkLst>
        </pc:spChg>
        <pc:picChg chg="add mod">
          <ac:chgData name="Cesar Augusto Lopez Gallego" userId="0dfa9112-9251-4882-b472-cf2dfcee09d1" providerId="ADAL" clId="{B8B62DCA-3363-4D8C-88AD-2D5BB864E55F}" dt="2025-03-18T20:32:47.499" v="1376" actId="14100"/>
          <ac:picMkLst>
            <pc:docMk/>
            <pc:sldMk cId="1333649308" sldId="322"/>
            <ac:picMk id="3" creationId="{998D5257-27CC-414F-BDC6-2B72FA3B84C3}"/>
          </ac:picMkLst>
        </pc:picChg>
        <pc:picChg chg="add mod">
          <ac:chgData name="Cesar Augusto Lopez Gallego" userId="0dfa9112-9251-4882-b472-cf2dfcee09d1" providerId="ADAL" clId="{B8B62DCA-3363-4D8C-88AD-2D5BB864E55F}" dt="2025-03-18T20:32:43.731" v="1374" actId="14100"/>
          <ac:picMkLst>
            <pc:docMk/>
            <pc:sldMk cId="1333649308" sldId="322"/>
            <ac:picMk id="7" creationId="{71E5B5BD-B087-4492-98B3-5B76457A6BD5}"/>
          </ac:picMkLst>
        </pc:picChg>
        <pc:picChg chg="del">
          <ac:chgData name="Cesar Augusto Lopez Gallego" userId="0dfa9112-9251-4882-b472-cf2dfcee09d1" providerId="ADAL" clId="{B8B62DCA-3363-4D8C-88AD-2D5BB864E55F}" dt="2025-03-18T20:32:00.396" v="1366" actId="478"/>
          <ac:picMkLst>
            <pc:docMk/>
            <pc:sldMk cId="1333649308" sldId="322"/>
            <ac:picMk id="8" creationId="{BC1F1CAB-97C4-4F36-B998-20FBA231F4F8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18T20:46:39.930" v="1460" actId="1076"/>
        <pc:sldMkLst>
          <pc:docMk/>
          <pc:sldMk cId="3673458353" sldId="323"/>
        </pc:sldMkLst>
        <pc:spChg chg="add mod">
          <ac:chgData name="Cesar Augusto Lopez Gallego" userId="0dfa9112-9251-4882-b472-cf2dfcee09d1" providerId="ADAL" clId="{B8B62DCA-3363-4D8C-88AD-2D5BB864E55F}" dt="2025-03-18T20:38:48.880" v="1418"/>
          <ac:spMkLst>
            <pc:docMk/>
            <pc:sldMk cId="3673458353" sldId="323"/>
            <ac:spMk id="2" creationId="{2C3CAC92-5CF1-4302-994A-FBA581821DB4}"/>
          </ac:spMkLst>
        </pc:spChg>
        <pc:spChg chg="add mod">
          <ac:chgData name="Cesar Augusto Lopez Gallego" userId="0dfa9112-9251-4882-b472-cf2dfcee09d1" providerId="ADAL" clId="{B8B62DCA-3363-4D8C-88AD-2D5BB864E55F}" dt="2025-03-18T20:45:30.330" v="1459" actId="1076"/>
          <ac:spMkLst>
            <pc:docMk/>
            <pc:sldMk cId="3673458353" sldId="323"/>
            <ac:spMk id="4" creationId="{BEBCEA73-3EAF-4F80-BC3B-688D504CF691}"/>
          </ac:spMkLst>
        </pc:spChg>
        <pc:spChg chg="add mod">
          <ac:chgData name="Cesar Augusto Lopez Gallego" userId="0dfa9112-9251-4882-b472-cf2dfcee09d1" providerId="ADAL" clId="{B8B62DCA-3363-4D8C-88AD-2D5BB864E55F}" dt="2025-03-18T20:46:39.930" v="1460" actId="1076"/>
          <ac:spMkLst>
            <pc:docMk/>
            <pc:sldMk cId="3673458353" sldId="323"/>
            <ac:spMk id="6" creationId="{C515A448-2F95-42F6-966E-B649EBCD7ADF}"/>
          </ac:spMkLst>
        </pc:spChg>
        <pc:spChg chg="add mod">
          <ac:chgData name="Cesar Augusto Lopez Gallego" userId="0dfa9112-9251-4882-b472-cf2dfcee09d1" providerId="ADAL" clId="{B8B62DCA-3363-4D8C-88AD-2D5BB864E55F}" dt="2025-03-18T20:46:39.930" v="1460" actId="1076"/>
          <ac:spMkLst>
            <pc:docMk/>
            <pc:sldMk cId="3673458353" sldId="323"/>
            <ac:spMk id="8" creationId="{23437F31-63D6-4916-8837-D1EFE81471A4}"/>
          </ac:spMkLst>
        </pc:spChg>
        <pc:spChg chg="add del mod">
          <ac:chgData name="Cesar Augusto Lopez Gallego" userId="0dfa9112-9251-4882-b472-cf2dfcee09d1" providerId="ADAL" clId="{B8B62DCA-3363-4D8C-88AD-2D5BB864E55F}" dt="2025-03-18T20:40:51.571" v="1449" actId="478"/>
          <ac:spMkLst>
            <pc:docMk/>
            <pc:sldMk cId="3673458353" sldId="323"/>
            <ac:spMk id="10" creationId="{873A7011-195C-4A37-A2F7-3783B4CD81E6}"/>
          </ac:spMkLst>
        </pc:spChg>
        <pc:spChg chg="add mod">
          <ac:chgData name="Cesar Augusto Lopez Gallego" userId="0dfa9112-9251-4882-b472-cf2dfcee09d1" providerId="ADAL" clId="{B8B62DCA-3363-4D8C-88AD-2D5BB864E55F}" dt="2025-03-18T20:46:39.930" v="1460" actId="1076"/>
          <ac:spMkLst>
            <pc:docMk/>
            <pc:sldMk cId="3673458353" sldId="323"/>
            <ac:spMk id="12" creationId="{A28DFCBA-B3B4-4A68-9A87-9BA6A6E4A2F8}"/>
          </ac:spMkLst>
        </pc:spChg>
      </pc:sldChg>
      <pc:sldChg chg="addSp delSp modSp new mod">
        <pc:chgData name="Cesar Augusto Lopez Gallego" userId="0dfa9112-9251-4882-b472-cf2dfcee09d1" providerId="ADAL" clId="{B8B62DCA-3363-4D8C-88AD-2D5BB864E55F}" dt="2025-03-18T22:02:13.223" v="1908" actId="11529"/>
        <pc:sldMkLst>
          <pc:docMk/>
          <pc:sldMk cId="2901166387" sldId="324"/>
        </pc:sldMkLst>
        <pc:spChg chg="add mod">
          <ac:chgData name="Cesar Augusto Lopez Gallego" userId="0dfa9112-9251-4882-b472-cf2dfcee09d1" providerId="ADAL" clId="{B8B62DCA-3363-4D8C-88AD-2D5BB864E55F}" dt="2025-03-18T20:55:37.202" v="1515" actId="20577"/>
          <ac:spMkLst>
            <pc:docMk/>
            <pc:sldMk cId="2901166387" sldId="324"/>
            <ac:spMk id="2" creationId="{9D1B618B-15A7-4E4E-B932-633C03F82E89}"/>
          </ac:spMkLst>
        </pc:spChg>
        <pc:spChg chg="add mod">
          <ac:chgData name="Cesar Augusto Lopez Gallego" userId="0dfa9112-9251-4882-b472-cf2dfcee09d1" providerId="ADAL" clId="{B8B62DCA-3363-4D8C-88AD-2D5BB864E55F}" dt="2025-03-18T20:58:21.025" v="1660" actId="1076"/>
          <ac:spMkLst>
            <pc:docMk/>
            <pc:sldMk cId="2901166387" sldId="324"/>
            <ac:spMk id="4" creationId="{D088C229-08D8-4011-B738-3228FE64ED72}"/>
          </ac:spMkLst>
        </pc:spChg>
        <pc:spChg chg="add del">
          <ac:chgData name="Cesar Augusto Lopez Gallego" userId="0dfa9112-9251-4882-b472-cf2dfcee09d1" providerId="ADAL" clId="{B8B62DCA-3363-4D8C-88AD-2D5BB864E55F}" dt="2025-03-18T20:57:29.708" v="1651" actId="22"/>
          <ac:spMkLst>
            <pc:docMk/>
            <pc:sldMk cId="2901166387" sldId="324"/>
            <ac:spMk id="6" creationId="{4D261CEC-7FF6-4F84-8791-B94067463F61}"/>
          </ac:spMkLst>
        </pc:spChg>
        <pc:picChg chg="add del mod">
          <ac:chgData name="Cesar Augusto Lopez Gallego" userId="0dfa9112-9251-4882-b472-cf2dfcee09d1" providerId="ADAL" clId="{B8B62DCA-3363-4D8C-88AD-2D5BB864E55F}" dt="2025-03-18T20:58:38.818" v="1662" actId="478"/>
          <ac:picMkLst>
            <pc:docMk/>
            <pc:sldMk cId="2901166387" sldId="324"/>
            <ac:picMk id="8" creationId="{B212F0EE-AC0F-4C31-8D76-AE5BE6A72726}"/>
          </ac:picMkLst>
        </pc:picChg>
        <pc:picChg chg="add mod">
          <ac:chgData name="Cesar Augusto Lopez Gallego" userId="0dfa9112-9251-4882-b472-cf2dfcee09d1" providerId="ADAL" clId="{B8B62DCA-3363-4D8C-88AD-2D5BB864E55F}" dt="2025-03-18T21:38:10.968" v="1684" actId="1076"/>
          <ac:picMkLst>
            <pc:docMk/>
            <pc:sldMk cId="2901166387" sldId="324"/>
            <ac:picMk id="10" creationId="{B54C7730-D466-4368-B662-B2DA8BB9241E}"/>
          </ac:picMkLst>
        </pc:picChg>
        <pc:picChg chg="add mod">
          <ac:chgData name="Cesar Augusto Lopez Gallego" userId="0dfa9112-9251-4882-b472-cf2dfcee09d1" providerId="ADAL" clId="{B8B62DCA-3363-4D8C-88AD-2D5BB864E55F}" dt="2025-03-18T21:38:10.968" v="1684" actId="1076"/>
          <ac:picMkLst>
            <pc:docMk/>
            <pc:sldMk cId="2901166387" sldId="324"/>
            <ac:picMk id="12" creationId="{8D2D8EDB-D1F5-4632-8193-6C80C865170A}"/>
          </ac:picMkLst>
        </pc:picChg>
        <pc:picChg chg="add mod">
          <ac:chgData name="Cesar Augusto Lopez Gallego" userId="0dfa9112-9251-4882-b472-cf2dfcee09d1" providerId="ADAL" clId="{B8B62DCA-3363-4D8C-88AD-2D5BB864E55F}" dt="2025-03-18T21:38:10.968" v="1684" actId="1076"/>
          <ac:picMkLst>
            <pc:docMk/>
            <pc:sldMk cId="2901166387" sldId="324"/>
            <ac:picMk id="14" creationId="{3FDE4C35-5E1B-496F-90D2-E4CE761EB005}"/>
          </ac:picMkLst>
        </pc:picChg>
        <pc:picChg chg="add mod">
          <ac:chgData name="Cesar Augusto Lopez Gallego" userId="0dfa9112-9251-4882-b472-cf2dfcee09d1" providerId="ADAL" clId="{B8B62DCA-3363-4D8C-88AD-2D5BB864E55F}" dt="2025-03-18T21:38:10.968" v="1684" actId="1076"/>
          <ac:picMkLst>
            <pc:docMk/>
            <pc:sldMk cId="2901166387" sldId="324"/>
            <ac:picMk id="16" creationId="{0E388BFA-7F72-46B6-BBCF-052D86B21CB3}"/>
          </ac:picMkLst>
        </pc:picChg>
        <pc:cxnChg chg="add">
          <ac:chgData name="Cesar Augusto Lopez Gallego" userId="0dfa9112-9251-4882-b472-cf2dfcee09d1" providerId="ADAL" clId="{B8B62DCA-3363-4D8C-88AD-2D5BB864E55F}" dt="2025-03-18T22:02:13.223" v="1908" actId="11529"/>
          <ac:cxnSpMkLst>
            <pc:docMk/>
            <pc:sldMk cId="2901166387" sldId="324"/>
            <ac:cxnSpMk id="18" creationId="{4F5758F4-D094-4C69-8A3F-B08919C720A7}"/>
          </ac:cxnSpMkLst>
        </pc:cxnChg>
      </pc:sldChg>
      <pc:sldChg chg="addSp delSp modSp new mod">
        <pc:chgData name="Cesar Augusto Lopez Gallego" userId="0dfa9112-9251-4882-b472-cf2dfcee09d1" providerId="ADAL" clId="{B8B62DCA-3363-4D8C-88AD-2D5BB864E55F}" dt="2025-03-18T21:54:55.053" v="1785" actId="1076"/>
        <pc:sldMkLst>
          <pc:docMk/>
          <pc:sldMk cId="906998186" sldId="325"/>
        </pc:sldMkLst>
        <pc:spChg chg="add mod">
          <ac:chgData name="Cesar Augusto Lopez Gallego" userId="0dfa9112-9251-4882-b472-cf2dfcee09d1" providerId="ADAL" clId="{B8B62DCA-3363-4D8C-88AD-2D5BB864E55F}" dt="2025-03-18T21:50:19.397" v="1718" actId="20577"/>
          <ac:spMkLst>
            <pc:docMk/>
            <pc:sldMk cId="906998186" sldId="325"/>
            <ac:spMk id="2" creationId="{FED09263-EAB6-43F2-9272-1D9374B65C41}"/>
          </ac:spMkLst>
        </pc:spChg>
        <pc:spChg chg="add mod">
          <ac:chgData name="Cesar Augusto Lopez Gallego" userId="0dfa9112-9251-4882-b472-cf2dfcee09d1" providerId="ADAL" clId="{B8B62DCA-3363-4D8C-88AD-2D5BB864E55F}" dt="2025-03-18T21:52:30.653" v="1768" actId="1076"/>
          <ac:spMkLst>
            <pc:docMk/>
            <pc:sldMk cId="906998186" sldId="325"/>
            <ac:spMk id="4" creationId="{5567395E-DEC7-4DA7-9817-5870BB484B0F}"/>
          </ac:spMkLst>
        </pc:spChg>
        <pc:spChg chg="add mod">
          <ac:chgData name="Cesar Augusto Lopez Gallego" userId="0dfa9112-9251-4882-b472-cf2dfcee09d1" providerId="ADAL" clId="{B8B62DCA-3363-4D8C-88AD-2D5BB864E55F}" dt="2025-03-18T21:54:55.053" v="1785" actId="1076"/>
          <ac:spMkLst>
            <pc:docMk/>
            <pc:sldMk cId="906998186" sldId="325"/>
            <ac:spMk id="6" creationId="{01822F55-30DE-4E82-B132-9FE8319B9095}"/>
          </ac:spMkLst>
        </pc:spChg>
        <pc:spChg chg="add del mod">
          <ac:chgData name="Cesar Augusto Lopez Gallego" userId="0dfa9112-9251-4882-b472-cf2dfcee09d1" providerId="ADAL" clId="{B8B62DCA-3363-4D8C-88AD-2D5BB864E55F}" dt="2025-03-18T21:54:50.022" v="1784" actId="478"/>
          <ac:spMkLst>
            <pc:docMk/>
            <pc:sldMk cId="906998186" sldId="325"/>
            <ac:spMk id="8" creationId="{CF94A3E0-C58D-4B62-BEDA-21F292A8B8C7}"/>
          </ac:spMkLst>
        </pc:spChg>
        <pc:spChg chg="add del mod">
          <ac:chgData name="Cesar Augusto Lopez Gallego" userId="0dfa9112-9251-4882-b472-cf2dfcee09d1" providerId="ADAL" clId="{B8B62DCA-3363-4D8C-88AD-2D5BB864E55F}" dt="2025-03-18T21:54:50.022" v="1784" actId="478"/>
          <ac:spMkLst>
            <pc:docMk/>
            <pc:sldMk cId="906998186" sldId="325"/>
            <ac:spMk id="10" creationId="{2669DD92-4734-4056-A274-B3EB7138B6EF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18T21:54:06.062" v="1782" actId="1076"/>
        <pc:sldMkLst>
          <pc:docMk/>
          <pc:sldMk cId="1204364669" sldId="326"/>
        </pc:sldMkLst>
        <pc:spChg chg="add mod">
          <ac:chgData name="Cesar Augusto Lopez Gallego" userId="0dfa9112-9251-4882-b472-cf2dfcee09d1" providerId="ADAL" clId="{B8B62DCA-3363-4D8C-88AD-2D5BB864E55F}" dt="2025-03-18T21:53:38.875" v="1777"/>
          <ac:spMkLst>
            <pc:docMk/>
            <pc:sldMk cId="1204364669" sldId="326"/>
            <ac:spMk id="2" creationId="{9016ABA3-A653-4DB7-9807-2797858C73F4}"/>
          </ac:spMkLst>
        </pc:spChg>
        <pc:picChg chg="add mod">
          <ac:chgData name="Cesar Augusto Lopez Gallego" userId="0dfa9112-9251-4882-b472-cf2dfcee09d1" providerId="ADAL" clId="{B8B62DCA-3363-4D8C-88AD-2D5BB864E55F}" dt="2025-03-18T21:54:06.062" v="1782" actId="1076"/>
          <ac:picMkLst>
            <pc:docMk/>
            <pc:sldMk cId="1204364669" sldId="326"/>
            <ac:picMk id="4" creationId="{53CBC57C-5FD3-47A4-905E-D3C2FE0D5FD6}"/>
          </ac:picMkLst>
        </pc:picChg>
      </pc:sldChg>
      <pc:sldChg chg="delSp modSp add mod">
        <pc:chgData name="Cesar Augusto Lopez Gallego" userId="0dfa9112-9251-4882-b472-cf2dfcee09d1" providerId="ADAL" clId="{B8B62DCA-3363-4D8C-88AD-2D5BB864E55F}" dt="2025-03-18T21:57:01.041" v="1810" actId="20577"/>
        <pc:sldMkLst>
          <pc:docMk/>
          <pc:sldMk cId="3411986487" sldId="327"/>
        </pc:sldMkLst>
        <pc:spChg chg="del">
          <ac:chgData name="Cesar Augusto Lopez Gallego" userId="0dfa9112-9251-4882-b472-cf2dfcee09d1" providerId="ADAL" clId="{B8B62DCA-3363-4D8C-88AD-2D5BB864E55F}" dt="2025-03-18T21:54:59.709" v="1786" actId="478"/>
          <ac:spMkLst>
            <pc:docMk/>
            <pc:sldMk cId="3411986487" sldId="327"/>
            <ac:spMk id="4" creationId="{5567395E-DEC7-4DA7-9817-5870BB484B0F}"/>
          </ac:spMkLst>
        </pc:spChg>
        <pc:spChg chg="del">
          <ac:chgData name="Cesar Augusto Lopez Gallego" userId="0dfa9112-9251-4882-b472-cf2dfcee09d1" providerId="ADAL" clId="{B8B62DCA-3363-4D8C-88AD-2D5BB864E55F}" dt="2025-03-18T21:54:59.709" v="1786" actId="478"/>
          <ac:spMkLst>
            <pc:docMk/>
            <pc:sldMk cId="3411986487" sldId="327"/>
            <ac:spMk id="6" creationId="{01822F55-30DE-4E82-B132-9FE8319B9095}"/>
          </ac:spMkLst>
        </pc:spChg>
        <pc:spChg chg="mod">
          <ac:chgData name="Cesar Augusto Lopez Gallego" userId="0dfa9112-9251-4882-b472-cf2dfcee09d1" providerId="ADAL" clId="{B8B62DCA-3363-4D8C-88AD-2D5BB864E55F}" dt="2025-03-18T21:56:54.446" v="1808" actId="208"/>
          <ac:spMkLst>
            <pc:docMk/>
            <pc:sldMk cId="3411986487" sldId="327"/>
            <ac:spMk id="8" creationId="{CF94A3E0-C58D-4B62-BEDA-21F292A8B8C7}"/>
          </ac:spMkLst>
        </pc:spChg>
        <pc:spChg chg="mod">
          <ac:chgData name="Cesar Augusto Lopez Gallego" userId="0dfa9112-9251-4882-b472-cf2dfcee09d1" providerId="ADAL" clId="{B8B62DCA-3363-4D8C-88AD-2D5BB864E55F}" dt="2025-03-18T21:57:01.041" v="1810" actId="20577"/>
          <ac:spMkLst>
            <pc:docMk/>
            <pc:sldMk cId="3411986487" sldId="327"/>
            <ac:spMk id="10" creationId="{2669DD92-4734-4056-A274-B3EB7138B6EF}"/>
          </ac:spMkLst>
        </pc:spChg>
      </pc:sldChg>
      <pc:sldChg chg="addSp delSp modSp new mod">
        <pc:chgData name="Cesar Augusto Lopez Gallego" userId="0dfa9112-9251-4882-b472-cf2dfcee09d1" providerId="ADAL" clId="{B8B62DCA-3363-4D8C-88AD-2D5BB864E55F}" dt="2025-03-18T22:21:15.952" v="2490" actId="20577"/>
        <pc:sldMkLst>
          <pc:docMk/>
          <pc:sldMk cId="3797430530" sldId="328"/>
        </pc:sldMkLst>
        <pc:spChg chg="add mod">
          <ac:chgData name="Cesar Augusto Lopez Gallego" userId="0dfa9112-9251-4882-b472-cf2dfcee09d1" providerId="ADAL" clId="{B8B62DCA-3363-4D8C-88AD-2D5BB864E55F}" dt="2025-03-18T22:21:15.952" v="2490" actId="20577"/>
          <ac:spMkLst>
            <pc:docMk/>
            <pc:sldMk cId="3797430530" sldId="328"/>
            <ac:spMk id="2" creationId="{D94FD2FC-3F7B-430D-A697-123065677784}"/>
          </ac:spMkLst>
        </pc:spChg>
        <pc:spChg chg="add del">
          <ac:chgData name="Cesar Augusto Lopez Gallego" userId="0dfa9112-9251-4882-b472-cf2dfcee09d1" providerId="ADAL" clId="{B8B62DCA-3363-4D8C-88AD-2D5BB864E55F}" dt="2025-03-18T21:57:50.250" v="1814" actId="22"/>
          <ac:spMkLst>
            <pc:docMk/>
            <pc:sldMk cId="3797430530" sldId="328"/>
            <ac:spMk id="4" creationId="{18064210-C55E-4857-A600-1F21E0704F82}"/>
          </ac:spMkLst>
        </pc:spChg>
        <pc:spChg chg="add mod">
          <ac:chgData name="Cesar Augusto Lopez Gallego" userId="0dfa9112-9251-4882-b472-cf2dfcee09d1" providerId="ADAL" clId="{B8B62DCA-3363-4D8C-88AD-2D5BB864E55F}" dt="2025-03-18T21:58:13.338" v="1827" actId="14100"/>
          <ac:spMkLst>
            <pc:docMk/>
            <pc:sldMk cId="3797430530" sldId="328"/>
            <ac:spMk id="6" creationId="{2AEC0E94-213E-431D-9797-DB03112CCDAA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18T22:23:19.207" v="2600" actId="20577"/>
        <pc:sldMkLst>
          <pc:docMk/>
          <pc:sldMk cId="4245569325" sldId="329"/>
        </pc:sldMkLst>
        <pc:spChg chg="add mod">
          <ac:chgData name="Cesar Augusto Lopez Gallego" userId="0dfa9112-9251-4882-b472-cf2dfcee09d1" providerId="ADAL" clId="{B8B62DCA-3363-4D8C-88AD-2D5BB864E55F}" dt="2025-03-18T22:05:36.477" v="1952" actId="20577"/>
          <ac:spMkLst>
            <pc:docMk/>
            <pc:sldMk cId="4245569325" sldId="329"/>
            <ac:spMk id="2" creationId="{44E609A8-84CE-44EC-A18B-D38EF3CD2646}"/>
          </ac:spMkLst>
        </pc:spChg>
        <pc:spChg chg="add mod">
          <ac:chgData name="Cesar Augusto Lopez Gallego" userId="0dfa9112-9251-4882-b472-cf2dfcee09d1" providerId="ADAL" clId="{B8B62DCA-3363-4D8C-88AD-2D5BB864E55F}" dt="2025-03-18T22:13:08.750" v="2155" actId="1076"/>
          <ac:spMkLst>
            <pc:docMk/>
            <pc:sldMk cId="4245569325" sldId="329"/>
            <ac:spMk id="4" creationId="{166553D3-3319-48BB-8500-7B7793625B8D}"/>
          </ac:spMkLst>
        </pc:spChg>
        <pc:spChg chg="add mod">
          <ac:chgData name="Cesar Augusto Lopez Gallego" userId="0dfa9112-9251-4882-b472-cf2dfcee09d1" providerId="ADAL" clId="{B8B62DCA-3363-4D8C-88AD-2D5BB864E55F}" dt="2025-03-18T22:13:35.654" v="2159" actId="1076"/>
          <ac:spMkLst>
            <pc:docMk/>
            <pc:sldMk cId="4245569325" sldId="329"/>
            <ac:spMk id="6" creationId="{859958D5-B98D-4DB4-8AC0-397532F366FC}"/>
          </ac:spMkLst>
        </pc:spChg>
        <pc:spChg chg="add mod">
          <ac:chgData name="Cesar Augusto Lopez Gallego" userId="0dfa9112-9251-4882-b472-cf2dfcee09d1" providerId="ADAL" clId="{B8B62DCA-3363-4D8C-88AD-2D5BB864E55F}" dt="2025-03-18T22:18:32.763" v="2327" actId="1076"/>
          <ac:spMkLst>
            <pc:docMk/>
            <pc:sldMk cId="4245569325" sldId="329"/>
            <ac:spMk id="8" creationId="{CFEA9CC5-254E-436E-AFCF-B52C41C51255}"/>
          </ac:spMkLst>
        </pc:spChg>
        <pc:spChg chg="add mod">
          <ac:chgData name="Cesar Augusto Lopez Gallego" userId="0dfa9112-9251-4882-b472-cf2dfcee09d1" providerId="ADAL" clId="{B8B62DCA-3363-4D8C-88AD-2D5BB864E55F}" dt="2025-03-18T22:21:27.013" v="2492" actId="113"/>
          <ac:spMkLst>
            <pc:docMk/>
            <pc:sldMk cId="4245569325" sldId="329"/>
            <ac:spMk id="10" creationId="{480FBCBA-63E3-4AD9-BF6B-B5125641EFD6}"/>
          </ac:spMkLst>
        </pc:spChg>
        <pc:spChg chg="add mod">
          <ac:chgData name="Cesar Augusto Lopez Gallego" userId="0dfa9112-9251-4882-b472-cf2dfcee09d1" providerId="ADAL" clId="{B8B62DCA-3363-4D8C-88AD-2D5BB864E55F}" dt="2025-03-18T22:21:31.171" v="2494" actId="113"/>
          <ac:spMkLst>
            <pc:docMk/>
            <pc:sldMk cId="4245569325" sldId="329"/>
            <ac:spMk id="12" creationId="{284EB804-084D-4B8F-8645-D27D95141F58}"/>
          </ac:spMkLst>
        </pc:spChg>
        <pc:spChg chg="add mod">
          <ac:chgData name="Cesar Augusto Lopez Gallego" userId="0dfa9112-9251-4882-b472-cf2dfcee09d1" providerId="ADAL" clId="{B8B62DCA-3363-4D8C-88AD-2D5BB864E55F}" dt="2025-03-18T22:23:19.207" v="2600" actId="20577"/>
          <ac:spMkLst>
            <pc:docMk/>
            <pc:sldMk cId="4245569325" sldId="329"/>
            <ac:spMk id="14" creationId="{74B39345-7C2E-448E-AFFD-DA39F75AFE45}"/>
          </ac:spMkLst>
        </pc:spChg>
      </pc:sldChg>
      <pc:sldChg chg="addSp delSp modSp new mod">
        <pc:chgData name="Cesar Augusto Lopez Gallego" userId="0dfa9112-9251-4882-b472-cf2dfcee09d1" providerId="ADAL" clId="{B8B62DCA-3363-4D8C-88AD-2D5BB864E55F}" dt="2025-03-18T22:25:02.431" v="2611" actId="1076"/>
        <pc:sldMkLst>
          <pc:docMk/>
          <pc:sldMk cId="2078817600" sldId="330"/>
        </pc:sldMkLst>
        <pc:spChg chg="add del mod">
          <ac:chgData name="Cesar Augusto Lopez Gallego" userId="0dfa9112-9251-4882-b472-cf2dfcee09d1" providerId="ADAL" clId="{B8B62DCA-3363-4D8C-88AD-2D5BB864E55F}" dt="2025-03-18T22:23:59.466" v="2603"/>
          <ac:spMkLst>
            <pc:docMk/>
            <pc:sldMk cId="2078817600" sldId="330"/>
            <ac:spMk id="3" creationId="{91124B39-0F46-4245-9BFC-DE4AB858DA6B}"/>
          </ac:spMkLst>
        </pc:spChg>
        <pc:spChg chg="add mod">
          <ac:chgData name="Cesar Augusto Lopez Gallego" userId="0dfa9112-9251-4882-b472-cf2dfcee09d1" providerId="ADAL" clId="{B8B62DCA-3363-4D8C-88AD-2D5BB864E55F}" dt="2025-03-18T22:25:02.431" v="2611" actId="1076"/>
          <ac:spMkLst>
            <pc:docMk/>
            <pc:sldMk cId="2078817600" sldId="330"/>
            <ac:spMk id="7" creationId="{8428C2C0-313B-407E-8599-188C2FF627FD}"/>
          </ac:spMkLst>
        </pc:spChg>
        <pc:graphicFrameChg chg="add del mod">
          <ac:chgData name="Cesar Augusto Lopez Gallego" userId="0dfa9112-9251-4882-b472-cf2dfcee09d1" providerId="ADAL" clId="{B8B62DCA-3363-4D8C-88AD-2D5BB864E55F}" dt="2025-03-18T22:23:59.466" v="2603"/>
          <ac:graphicFrameMkLst>
            <pc:docMk/>
            <pc:sldMk cId="2078817600" sldId="330"/>
            <ac:graphicFrameMk id="2" creationId="{70155822-A1E8-4F46-A051-E05AC3766F94}"/>
          </ac:graphicFrameMkLst>
        </pc:graphicFrameChg>
        <pc:picChg chg="add mod">
          <ac:chgData name="Cesar Augusto Lopez Gallego" userId="0dfa9112-9251-4882-b472-cf2dfcee09d1" providerId="ADAL" clId="{B8B62DCA-3363-4D8C-88AD-2D5BB864E55F}" dt="2025-03-18T22:24:44.022" v="2607" actId="1076"/>
          <ac:picMkLst>
            <pc:docMk/>
            <pc:sldMk cId="2078817600" sldId="330"/>
            <ac:picMk id="5" creationId="{B33B590E-FECC-4AE7-9419-D50B7AE28BA7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18T22:31:43.773" v="2701"/>
        <pc:sldMkLst>
          <pc:docMk/>
          <pc:sldMk cId="893572343" sldId="331"/>
        </pc:sldMkLst>
        <pc:spChg chg="add mod">
          <ac:chgData name="Cesar Augusto Lopez Gallego" userId="0dfa9112-9251-4882-b472-cf2dfcee09d1" providerId="ADAL" clId="{B8B62DCA-3363-4D8C-88AD-2D5BB864E55F}" dt="2025-03-18T22:28:18.908" v="2651" actId="20577"/>
          <ac:spMkLst>
            <pc:docMk/>
            <pc:sldMk cId="893572343" sldId="331"/>
            <ac:spMk id="2" creationId="{9B6D6570-4D44-4ACD-8C20-66EF02612FCC}"/>
          </ac:spMkLst>
        </pc:spChg>
        <pc:spChg chg="add mod">
          <ac:chgData name="Cesar Augusto Lopez Gallego" userId="0dfa9112-9251-4882-b472-cf2dfcee09d1" providerId="ADAL" clId="{B8B62DCA-3363-4D8C-88AD-2D5BB864E55F}" dt="2025-03-18T22:28:47.166" v="2656" actId="207"/>
          <ac:spMkLst>
            <pc:docMk/>
            <pc:sldMk cId="893572343" sldId="331"/>
            <ac:spMk id="4" creationId="{611ED203-74D4-40F8-9FB1-D8400F729D29}"/>
          </ac:spMkLst>
        </pc:spChg>
        <pc:spChg chg="add mod">
          <ac:chgData name="Cesar Augusto Lopez Gallego" userId="0dfa9112-9251-4882-b472-cf2dfcee09d1" providerId="ADAL" clId="{B8B62DCA-3363-4D8C-88AD-2D5BB864E55F}" dt="2025-03-18T22:31:43.773" v="2701"/>
          <ac:spMkLst>
            <pc:docMk/>
            <pc:sldMk cId="893572343" sldId="331"/>
            <ac:spMk id="6" creationId="{DFA330E6-3060-4923-A36A-74B77000CE5E}"/>
          </ac:spMkLst>
        </pc:spChg>
      </pc:sldChg>
      <pc:sldChg chg="addSp delSp modSp new mod">
        <pc:chgData name="Cesar Augusto Lopez Gallego" userId="0dfa9112-9251-4882-b472-cf2dfcee09d1" providerId="ADAL" clId="{B8B62DCA-3363-4D8C-88AD-2D5BB864E55F}" dt="2025-03-18T22:35:41.661" v="2759" actId="1076"/>
        <pc:sldMkLst>
          <pc:docMk/>
          <pc:sldMk cId="1898379679" sldId="332"/>
        </pc:sldMkLst>
        <pc:spChg chg="add mod">
          <ac:chgData name="Cesar Augusto Lopez Gallego" userId="0dfa9112-9251-4882-b472-cf2dfcee09d1" providerId="ADAL" clId="{B8B62DCA-3363-4D8C-88AD-2D5BB864E55F}" dt="2025-03-18T22:31:00.036" v="2692"/>
          <ac:spMkLst>
            <pc:docMk/>
            <pc:sldMk cId="1898379679" sldId="332"/>
            <ac:spMk id="2" creationId="{39E08619-D506-4C0E-A415-B2417214C99C}"/>
          </ac:spMkLst>
        </pc:spChg>
        <pc:spChg chg="add mod">
          <ac:chgData name="Cesar Augusto Lopez Gallego" userId="0dfa9112-9251-4882-b472-cf2dfcee09d1" providerId="ADAL" clId="{B8B62DCA-3363-4D8C-88AD-2D5BB864E55F}" dt="2025-03-18T22:35:41.661" v="2759" actId="1076"/>
          <ac:spMkLst>
            <pc:docMk/>
            <pc:sldMk cId="1898379679" sldId="332"/>
            <ac:spMk id="4" creationId="{78AC5ECF-5A95-4A2E-9900-325FE9B2EE26}"/>
          </ac:spMkLst>
        </pc:spChg>
        <pc:spChg chg="add del">
          <ac:chgData name="Cesar Augusto Lopez Gallego" userId="0dfa9112-9251-4882-b472-cf2dfcee09d1" providerId="ADAL" clId="{B8B62DCA-3363-4D8C-88AD-2D5BB864E55F}" dt="2025-03-18T22:32:46.003" v="2706"/>
          <ac:spMkLst>
            <pc:docMk/>
            <pc:sldMk cId="1898379679" sldId="332"/>
            <ac:spMk id="5" creationId="{7DE5A6CB-F1E4-44E6-BD1F-2C1AC4B1DA22}"/>
          </ac:spMkLst>
        </pc:spChg>
        <pc:spChg chg="add del mod">
          <ac:chgData name="Cesar Augusto Lopez Gallego" userId="0dfa9112-9251-4882-b472-cf2dfcee09d1" providerId="ADAL" clId="{B8B62DCA-3363-4D8C-88AD-2D5BB864E55F}" dt="2025-03-18T22:33:18.260" v="2713" actId="478"/>
          <ac:spMkLst>
            <pc:docMk/>
            <pc:sldMk cId="1898379679" sldId="332"/>
            <ac:spMk id="6" creationId="{8391EBB8-AD34-4E03-992B-332FF2B20460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18T22:49:24.466" v="2919" actId="20577"/>
        <pc:sldMkLst>
          <pc:docMk/>
          <pc:sldMk cId="1223304246" sldId="333"/>
        </pc:sldMkLst>
        <pc:spChg chg="add mod">
          <ac:chgData name="Cesar Augusto Lopez Gallego" userId="0dfa9112-9251-4882-b472-cf2dfcee09d1" providerId="ADAL" clId="{B8B62DCA-3363-4D8C-88AD-2D5BB864E55F}" dt="2025-03-18T22:38:58.281" v="2818" actId="20577"/>
          <ac:spMkLst>
            <pc:docMk/>
            <pc:sldMk cId="1223304246" sldId="333"/>
            <ac:spMk id="2" creationId="{D86C5150-F651-4322-B441-61A35690C821}"/>
          </ac:spMkLst>
        </pc:spChg>
        <pc:spChg chg="add mod">
          <ac:chgData name="Cesar Augusto Lopez Gallego" userId="0dfa9112-9251-4882-b472-cf2dfcee09d1" providerId="ADAL" clId="{B8B62DCA-3363-4D8C-88AD-2D5BB864E55F}" dt="2025-03-18T22:38:20.841" v="2811" actId="15"/>
          <ac:spMkLst>
            <pc:docMk/>
            <pc:sldMk cId="1223304246" sldId="333"/>
            <ac:spMk id="4" creationId="{4B8F885A-6892-4B7D-B8F9-0267BC6FC47E}"/>
          </ac:spMkLst>
        </pc:spChg>
        <pc:spChg chg="add mod">
          <ac:chgData name="Cesar Augusto Lopez Gallego" userId="0dfa9112-9251-4882-b472-cf2dfcee09d1" providerId="ADAL" clId="{B8B62DCA-3363-4D8C-88AD-2D5BB864E55F}" dt="2025-03-18T22:49:24.466" v="2919" actId="20577"/>
          <ac:spMkLst>
            <pc:docMk/>
            <pc:sldMk cId="1223304246" sldId="333"/>
            <ac:spMk id="6" creationId="{5F01639B-6A19-4FCA-8CBF-95BD61A2D670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18T22:45:29.057" v="2870" actId="20577"/>
        <pc:sldMkLst>
          <pc:docMk/>
          <pc:sldMk cId="1815944619" sldId="334"/>
        </pc:sldMkLst>
        <pc:spChg chg="add mod">
          <ac:chgData name="Cesar Augusto Lopez Gallego" userId="0dfa9112-9251-4882-b472-cf2dfcee09d1" providerId="ADAL" clId="{B8B62DCA-3363-4D8C-88AD-2D5BB864E55F}" dt="2025-03-18T22:39:07.475" v="2830" actId="20577"/>
          <ac:spMkLst>
            <pc:docMk/>
            <pc:sldMk cId="1815944619" sldId="334"/>
            <ac:spMk id="2" creationId="{C7B7CAA2-1DAE-4EF8-842C-296CC246C927}"/>
          </ac:spMkLst>
        </pc:spChg>
        <pc:spChg chg="add mod">
          <ac:chgData name="Cesar Augusto Lopez Gallego" userId="0dfa9112-9251-4882-b472-cf2dfcee09d1" providerId="ADAL" clId="{B8B62DCA-3363-4D8C-88AD-2D5BB864E55F}" dt="2025-03-18T22:45:29.057" v="2870" actId="20577"/>
          <ac:spMkLst>
            <pc:docMk/>
            <pc:sldMk cId="1815944619" sldId="334"/>
            <ac:spMk id="6" creationId="{0684B20F-4CE9-4DAD-8C09-E37A42772AEB}"/>
          </ac:spMkLst>
        </pc:spChg>
        <pc:picChg chg="add mod">
          <ac:chgData name="Cesar Augusto Lopez Gallego" userId="0dfa9112-9251-4882-b472-cf2dfcee09d1" providerId="ADAL" clId="{B8B62DCA-3363-4D8C-88AD-2D5BB864E55F}" dt="2025-03-18T22:43:51.730" v="2835" actId="1076"/>
          <ac:picMkLst>
            <pc:docMk/>
            <pc:sldMk cId="1815944619" sldId="334"/>
            <ac:picMk id="4" creationId="{3F2F18D7-FB60-4CD9-A13C-2229C70B1247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2:30:00.083" v="5632" actId="1076"/>
        <pc:sldMkLst>
          <pc:docMk/>
          <pc:sldMk cId="891420791" sldId="335"/>
        </pc:sldMkLst>
        <pc:spChg chg="add mod">
          <ac:chgData name="Cesar Augusto Lopez Gallego" userId="0dfa9112-9251-4882-b472-cf2dfcee09d1" providerId="ADAL" clId="{B8B62DCA-3363-4D8C-88AD-2D5BB864E55F}" dt="2025-03-18T22:47:36.878" v="2887" actId="14100"/>
          <ac:spMkLst>
            <pc:docMk/>
            <pc:sldMk cId="891420791" sldId="335"/>
            <ac:spMk id="5" creationId="{78F18E8C-8B4D-404D-B956-D25EA17CBFF9}"/>
          </ac:spMkLst>
        </pc:spChg>
        <pc:picChg chg="add mod">
          <ac:chgData name="Cesar Augusto Lopez Gallego" userId="0dfa9112-9251-4882-b472-cf2dfcee09d1" providerId="ADAL" clId="{B8B62DCA-3363-4D8C-88AD-2D5BB864E55F}" dt="2025-03-25T22:30:00.083" v="5632" actId="1076"/>
          <ac:picMkLst>
            <pc:docMk/>
            <pc:sldMk cId="891420791" sldId="335"/>
            <ac:picMk id="3" creationId="{EFA97432-65DC-4567-AE37-537095D3DD37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18T22:54:25.181" v="2986" actId="122"/>
        <pc:sldMkLst>
          <pc:docMk/>
          <pc:sldMk cId="1183464713" sldId="336"/>
        </pc:sldMkLst>
        <pc:spChg chg="add mod">
          <ac:chgData name="Cesar Augusto Lopez Gallego" userId="0dfa9112-9251-4882-b472-cf2dfcee09d1" providerId="ADAL" clId="{B8B62DCA-3363-4D8C-88AD-2D5BB864E55F}" dt="2025-03-18T22:50:38.589" v="2966" actId="20577"/>
          <ac:spMkLst>
            <pc:docMk/>
            <pc:sldMk cId="1183464713" sldId="336"/>
            <ac:spMk id="2" creationId="{29D32519-BAFA-48FE-A0F6-AA682E3108C8}"/>
          </ac:spMkLst>
        </pc:spChg>
        <pc:spChg chg="add mod">
          <ac:chgData name="Cesar Augusto Lopez Gallego" userId="0dfa9112-9251-4882-b472-cf2dfcee09d1" providerId="ADAL" clId="{B8B62DCA-3363-4D8C-88AD-2D5BB864E55F}" dt="2025-03-18T22:54:16.481" v="2984" actId="113"/>
          <ac:spMkLst>
            <pc:docMk/>
            <pc:sldMk cId="1183464713" sldId="336"/>
            <ac:spMk id="4" creationId="{B7B72F1E-5E82-4D1B-A3A6-C300954639C3}"/>
          </ac:spMkLst>
        </pc:spChg>
        <pc:spChg chg="add mod">
          <ac:chgData name="Cesar Augusto Lopez Gallego" userId="0dfa9112-9251-4882-b472-cf2dfcee09d1" providerId="ADAL" clId="{B8B62DCA-3363-4D8C-88AD-2D5BB864E55F}" dt="2025-03-18T22:54:25.181" v="2986" actId="122"/>
          <ac:spMkLst>
            <pc:docMk/>
            <pc:sldMk cId="1183464713" sldId="336"/>
            <ac:spMk id="6" creationId="{06AFAE3D-8B67-485A-A161-C986DD0180A1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25T19:58:41.757" v="3172" actId="1076"/>
        <pc:sldMkLst>
          <pc:docMk/>
          <pc:sldMk cId="2338226495" sldId="337"/>
        </pc:sldMkLst>
        <pc:spChg chg="add mod">
          <ac:chgData name="Cesar Augusto Lopez Gallego" userId="0dfa9112-9251-4882-b472-cf2dfcee09d1" providerId="ADAL" clId="{B8B62DCA-3363-4D8C-88AD-2D5BB864E55F}" dt="2025-03-18T22:55:13.527" v="3015" actId="20577"/>
          <ac:spMkLst>
            <pc:docMk/>
            <pc:sldMk cId="2338226495" sldId="337"/>
            <ac:spMk id="2" creationId="{74BE153A-33B2-4232-93EE-0A75C4DAF5EF}"/>
          </ac:spMkLst>
        </pc:spChg>
        <pc:spChg chg="add mod">
          <ac:chgData name="Cesar Augusto Lopez Gallego" userId="0dfa9112-9251-4882-b472-cf2dfcee09d1" providerId="ADAL" clId="{B8B62DCA-3363-4D8C-88AD-2D5BB864E55F}" dt="2025-03-25T19:48:02.066" v="3021" actId="1076"/>
          <ac:spMkLst>
            <pc:docMk/>
            <pc:sldMk cId="2338226495" sldId="337"/>
            <ac:spMk id="4" creationId="{74075D6A-A20F-4D0B-BA0F-DC8D6D59DDA1}"/>
          </ac:spMkLst>
        </pc:spChg>
        <pc:spChg chg="add mod">
          <ac:chgData name="Cesar Augusto Lopez Gallego" userId="0dfa9112-9251-4882-b472-cf2dfcee09d1" providerId="ADAL" clId="{B8B62DCA-3363-4D8C-88AD-2D5BB864E55F}" dt="2025-03-25T19:58:37.450" v="3170" actId="20577"/>
          <ac:spMkLst>
            <pc:docMk/>
            <pc:sldMk cId="2338226495" sldId="337"/>
            <ac:spMk id="6" creationId="{D9B884B4-5E5A-4A6A-B385-0F620AF693F4}"/>
          </ac:spMkLst>
        </pc:spChg>
        <pc:picChg chg="add mod">
          <ac:chgData name="Cesar Augusto Lopez Gallego" userId="0dfa9112-9251-4882-b472-cf2dfcee09d1" providerId="ADAL" clId="{B8B62DCA-3363-4D8C-88AD-2D5BB864E55F}" dt="2025-03-25T19:58:41.757" v="3172" actId="1076"/>
          <ac:picMkLst>
            <pc:docMk/>
            <pc:sldMk cId="2338226495" sldId="337"/>
            <ac:picMk id="8" creationId="{579732A1-F761-4F04-9795-68C38009A425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19:52:13.610" v="3077" actId="20577"/>
        <pc:sldMkLst>
          <pc:docMk/>
          <pc:sldMk cId="2002510494" sldId="338"/>
        </pc:sldMkLst>
        <pc:spChg chg="add mod">
          <ac:chgData name="Cesar Augusto Lopez Gallego" userId="0dfa9112-9251-4882-b472-cf2dfcee09d1" providerId="ADAL" clId="{B8B62DCA-3363-4D8C-88AD-2D5BB864E55F}" dt="2025-03-25T19:51:49.381" v="3052" actId="1076"/>
          <ac:spMkLst>
            <pc:docMk/>
            <pc:sldMk cId="2002510494" sldId="338"/>
            <ac:spMk id="3" creationId="{7FE92AF2-D8D6-44D1-ADA1-CA47A5316411}"/>
          </ac:spMkLst>
        </pc:spChg>
        <pc:spChg chg="add mod">
          <ac:chgData name="Cesar Augusto Lopez Gallego" userId="0dfa9112-9251-4882-b472-cf2dfcee09d1" providerId="ADAL" clId="{B8B62DCA-3363-4D8C-88AD-2D5BB864E55F}" dt="2025-03-25T19:52:13.610" v="3077" actId="20577"/>
          <ac:spMkLst>
            <pc:docMk/>
            <pc:sldMk cId="2002510494" sldId="338"/>
            <ac:spMk id="4" creationId="{42FC955E-4003-45DA-9819-E569ADDC78D0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25T20:17:40.570" v="3545" actId="20577"/>
        <pc:sldMkLst>
          <pc:docMk/>
          <pc:sldMk cId="74672648" sldId="339"/>
        </pc:sldMkLst>
        <pc:spChg chg="add mod">
          <ac:chgData name="Cesar Augusto Lopez Gallego" userId="0dfa9112-9251-4882-b472-cf2dfcee09d1" providerId="ADAL" clId="{B8B62DCA-3363-4D8C-88AD-2D5BB864E55F}" dt="2025-03-25T19:57:30.302" v="3101" actId="113"/>
          <ac:spMkLst>
            <pc:docMk/>
            <pc:sldMk cId="74672648" sldId="339"/>
            <ac:spMk id="3" creationId="{6187E10E-5A20-49C1-BAA4-C3D5B8510774}"/>
          </ac:spMkLst>
        </pc:spChg>
        <pc:spChg chg="add mod">
          <ac:chgData name="Cesar Augusto Lopez Gallego" userId="0dfa9112-9251-4882-b472-cf2dfcee09d1" providerId="ADAL" clId="{B8B62DCA-3363-4D8C-88AD-2D5BB864E55F}" dt="2025-03-25T19:54:27.653" v="3100" actId="1076"/>
          <ac:spMkLst>
            <pc:docMk/>
            <pc:sldMk cId="74672648" sldId="339"/>
            <ac:spMk id="5" creationId="{63F628AB-B5E6-4D88-A9FB-CCF0E122E4DF}"/>
          </ac:spMkLst>
        </pc:spChg>
        <pc:spChg chg="add mod">
          <ac:chgData name="Cesar Augusto Lopez Gallego" userId="0dfa9112-9251-4882-b472-cf2dfcee09d1" providerId="ADAL" clId="{B8B62DCA-3363-4D8C-88AD-2D5BB864E55F}" dt="2025-03-25T19:54:27.653" v="3100" actId="1076"/>
          <ac:spMkLst>
            <pc:docMk/>
            <pc:sldMk cId="74672648" sldId="339"/>
            <ac:spMk id="7" creationId="{AA0FF9B0-3041-4ACB-9E40-99A9CF528D4D}"/>
          </ac:spMkLst>
        </pc:spChg>
        <pc:spChg chg="add mod">
          <ac:chgData name="Cesar Augusto Lopez Gallego" userId="0dfa9112-9251-4882-b472-cf2dfcee09d1" providerId="ADAL" clId="{B8B62DCA-3363-4D8C-88AD-2D5BB864E55F}" dt="2025-03-25T19:54:27.653" v="3100" actId="1076"/>
          <ac:spMkLst>
            <pc:docMk/>
            <pc:sldMk cId="74672648" sldId="339"/>
            <ac:spMk id="9" creationId="{F8704693-891C-4527-8B60-018C04E024F0}"/>
          </ac:spMkLst>
        </pc:spChg>
        <pc:spChg chg="add mod">
          <ac:chgData name="Cesar Augusto Lopez Gallego" userId="0dfa9112-9251-4882-b472-cf2dfcee09d1" providerId="ADAL" clId="{B8B62DCA-3363-4D8C-88AD-2D5BB864E55F}" dt="2025-03-25T20:17:40.570" v="3545" actId="20577"/>
          <ac:spMkLst>
            <pc:docMk/>
            <pc:sldMk cId="74672648" sldId="339"/>
            <ac:spMk id="10" creationId="{309B0EE2-8515-48C6-838D-B6F115445AD8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25T20:03:58.004" v="3465" actId="20577"/>
        <pc:sldMkLst>
          <pc:docMk/>
          <pc:sldMk cId="1401339945" sldId="340"/>
        </pc:sldMkLst>
        <pc:spChg chg="add mod">
          <ac:chgData name="Cesar Augusto Lopez Gallego" userId="0dfa9112-9251-4882-b472-cf2dfcee09d1" providerId="ADAL" clId="{B8B62DCA-3363-4D8C-88AD-2D5BB864E55F}" dt="2025-03-25T19:59:09.789" v="3198" actId="20577"/>
          <ac:spMkLst>
            <pc:docMk/>
            <pc:sldMk cId="1401339945" sldId="340"/>
            <ac:spMk id="2" creationId="{CD2E9F40-6402-49B4-9421-78D993F9D174}"/>
          </ac:spMkLst>
        </pc:spChg>
        <pc:spChg chg="add mod">
          <ac:chgData name="Cesar Augusto Lopez Gallego" userId="0dfa9112-9251-4882-b472-cf2dfcee09d1" providerId="ADAL" clId="{B8B62DCA-3363-4D8C-88AD-2D5BB864E55F}" dt="2025-03-25T20:03:58.004" v="3465" actId="20577"/>
          <ac:spMkLst>
            <pc:docMk/>
            <pc:sldMk cId="1401339945" sldId="340"/>
            <ac:spMk id="4" creationId="{DB750E36-6531-4E0F-A1D1-70912AAF01E6}"/>
          </ac:spMkLst>
        </pc:spChg>
        <pc:spChg chg="add mod">
          <ac:chgData name="Cesar Augusto Lopez Gallego" userId="0dfa9112-9251-4882-b472-cf2dfcee09d1" providerId="ADAL" clId="{B8B62DCA-3363-4D8C-88AD-2D5BB864E55F}" dt="2025-03-25T20:03:45.806" v="3463" actId="6549"/>
          <ac:spMkLst>
            <pc:docMk/>
            <pc:sldMk cId="1401339945" sldId="340"/>
            <ac:spMk id="6" creationId="{7057C0A4-8EEF-4EFE-BF65-8F8645B5EA6D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25T20:13:32.278" v="3494" actId="20577"/>
        <pc:sldMkLst>
          <pc:docMk/>
          <pc:sldMk cId="1390832097" sldId="341"/>
        </pc:sldMkLst>
        <pc:spChg chg="add mod">
          <ac:chgData name="Cesar Augusto Lopez Gallego" userId="0dfa9112-9251-4882-b472-cf2dfcee09d1" providerId="ADAL" clId="{B8B62DCA-3363-4D8C-88AD-2D5BB864E55F}" dt="2025-03-25T20:11:32.490" v="3484" actId="20577"/>
          <ac:spMkLst>
            <pc:docMk/>
            <pc:sldMk cId="1390832097" sldId="341"/>
            <ac:spMk id="2" creationId="{EFAE9CB6-CC65-4C41-923D-CF1250683F36}"/>
          </ac:spMkLst>
        </pc:spChg>
        <pc:spChg chg="add mod">
          <ac:chgData name="Cesar Augusto Lopez Gallego" userId="0dfa9112-9251-4882-b472-cf2dfcee09d1" providerId="ADAL" clId="{B8B62DCA-3363-4D8C-88AD-2D5BB864E55F}" dt="2025-03-25T20:12:53.106" v="3490" actId="1076"/>
          <ac:spMkLst>
            <pc:docMk/>
            <pc:sldMk cId="1390832097" sldId="341"/>
            <ac:spMk id="4" creationId="{F9A2EBF4-F5C9-42AC-921A-56FD360733D9}"/>
          </ac:spMkLst>
        </pc:spChg>
        <pc:spChg chg="add mod">
          <ac:chgData name="Cesar Augusto Lopez Gallego" userId="0dfa9112-9251-4882-b472-cf2dfcee09d1" providerId="ADAL" clId="{B8B62DCA-3363-4D8C-88AD-2D5BB864E55F}" dt="2025-03-25T20:13:32.278" v="3494" actId="20577"/>
          <ac:spMkLst>
            <pc:docMk/>
            <pc:sldMk cId="1390832097" sldId="341"/>
            <ac:spMk id="6" creationId="{FE6336CD-4427-47BA-A1B1-6F9D2EEF00B1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25T20:14:33.638" v="3544" actId="1076"/>
        <pc:sldMkLst>
          <pc:docMk/>
          <pc:sldMk cId="1701037573" sldId="342"/>
        </pc:sldMkLst>
        <pc:spChg chg="add mod">
          <ac:chgData name="Cesar Augusto Lopez Gallego" userId="0dfa9112-9251-4882-b472-cf2dfcee09d1" providerId="ADAL" clId="{B8B62DCA-3363-4D8C-88AD-2D5BB864E55F}" dt="2025-03-25T20:14:14.416" v="3543" actId="20577"/>
          <ac:spMkLst>
            <pc:docMk/>
            <pc:sldMk cId="1701037573" sldId="342"/>
            <ac:spMk id="4" creationId="{D8AA90AA-9DF9-4B41-A1B4-253659C2BABC}"/>
          </ac:spMkLst>
        </pc:spChg>
        <pc:picChg chg="add mod">
          <ac:chgData name="Cesar Augusto Lopez Gallego" userId="0dfa9112-9251-4882-b472-cf2dfcee09d1" providerId="ADAL" clId="{B8B62DCA-3363-4D8C-88AD-2D5BB864E55F}" dt="2025-03-25T20:14:33.638" v="3544" actId="1076"/>
          <ac:picMkLst>
            <pc:docMk/>
            <pc:sldMk cId="1701037573" sldId="342"/>
            <ac:picMk id="3" creationId="{DD3D4C38-D8EC-4B68-ACAD-5A6DD36CD02A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3:39:25.126" v="6503" actId="20577"/>
        <pc:sldMkLst>
          <pc:docMk/>
          <pc:sldMk cId="106073358" sldId="343"/>
        </pc:sldMkLst>
        <pc:spChg chg="add mod">
          <ac:chgData name="Cesar Augusto Lopez Gallego" userId="0dfa9112-9251-4882-b472-cf2dfcee09d1" providerId="ADAL" clId="{B8B62DCA-3363-4D8C-88AD-2D5BB864E55F}" dt="2025-03-25T20:21:54.143" v="3556" actId="20577"/>
          <ac:spMkLst>
            <pc:docMk/>
            <pc:sldMk cId="106073358" sldId="343"/>
            <ac:spMk id="2" creationId="{BCEBE1A5-32D9-497B-8C90-4DC8A3DED951}"/>
          </ac:spMkLst>
        </pc:spChg>
        <pc:spChg chg="add mod">
          <ac:chgData name="Cesar Augusto Lopez Gallego" userId="0dfa9112-9251-4882-b472-cf2dfcee09d1" providerId="ADAL" clId="{B8B62DCA-3363-4D8C-88AD-2D5BB864E55F}" dt="2025-03-25T23:39:15.857" v="6497" actId="21"/>
          <ac:spMkLst>
            <pc:docMk/>
            <pc:sldMk cId="106073358" sldId="343"/>
            <ac:spMk id="4" creationId="{CBDEAC8A-AE5E-4F91-8811-578DE9927514}"/>
          </ac:spMkLst>
        </pc:spChg>
        <pc:spChg chg="add mod">
          <ac:chgData name="Cesar Augusto Lopez Gallego" userId="0dfa9112-9251-4882-b472-cf2dfcee09d1" providerId="ADAL" clId="{B8B62DCA-3363-4D8C-88AD-2D5BB864E55F}" dt="2025-03-25T23:39:25.126" v="6503" actId="20577"/>
          <ac:spMkLst>
            <pc:docMk/>
            <pc:sldMk cId="106073358" sldId="343"/>
            <ac:spMk id="6" creationId="{D446D497-B028-4F59-919C-35C5726F4292}"/>
          </ac:spMkLst>
        </pc:spChg>
      </pc:sldChg>
      <pc:sldChg chg="addSp modSp new del mod ord">
        <pc:chgData name="Cesar Augusto Lopez Gallego" userId="0dfa9112-9251-4882-b472-cf2dfcee09d1" providerId="ADAL" clId="{B8B62DCA-3363-4D8C-88AD-2D5BB864E55F}" dt="2025-03-25T22:30:56.145" v="5633" actId="2696"/>
        <pc:sldMkLst>
          <pc:docMk/>
          <pc:sldMk cId="2773563839" sldId="344"/>
        </pc:sldMkLst>
        <pc:spChg chg="add mod">
          <ac:chgData name="Cesar Augusto Lopez Gallego" userId="0dfa9112-9251-4882-b472-cf2dfcee09d1" providerId="ADAL" clId="{B8B62DCA-3363-4D8C-88AD-2D5BB864E55F}" dt="2025-03-25T21:26:20.297" v="3651" actId="20577"/>
          <ac:spMkLst>
            <pc:docMk/>
            <pc:sldMk cId="2773563839" sldId="344"/>
            <ac:spMk id="2" creationId="{C94EF193-66D5-4561-BCD2-54D427C45A75}"/>
          </ac:spMkLst>
        </pc:spChg>
      </pc:sldChg>
      <pc:sldChg chg="addSp delSp modSp add mod">
        <pc:chgData name="Cesar Augusto Lopez Gallego" userId="0dfa9112-9251-4882-b472-cf2dfcee09d1" providerId="ADAL" clId="{B8B62DCA-3363-4D8C-88AD-2D5BB864E55F}" dt="2025-03-25T23:03:26.008" v="6075" actId="20577"/>
        <pc:sldMkLst>
          <pc:docMk/>
          <pc:sldMk cId="2959916279" sldId="344"/>
        </pc:sldMkLst>
        <pc:spChg chg="mod">
          <ac:chgData name="Cesar Augusto Lopez Gallego" userId="0dfa9112-9251-4882-b472-cf2dfcee09d1" providerId="ADAL" clId="{B8B62DCA-3363-4D8C-88AD-2D5BB864E55F}" dt="2025-03-25T22:44:41.560" v="5739" actId="1076"/>
          <ac:spMkLst>
            <pc:docMk/>
            <pc:sldMk cId="2959916279" sldId="344"/>
            <ac:spMk id="2" creationId="{C94EF193-66D5-4561-BCD2-54D427C45A75}"/>
          </ac:spMkLst>
        </pc:spChg>
        <pc:spChg chg="del mod topLvl">
          <ac:chgData name="Cesar Augusto Lopez Gallego" userId="0dfa9112-9251-4882-b472-cf2dfcee09d1" providerId="ADAL" clId="{B8B62DCA-3363-4D8C-88AD-2D5BB864E55F}" dt="2025-03-25T22:45:03.698" v="5742" actId="478"/>
          <ac:spMkLst>
            <pc:docMk/>
            <pc:sldMk cId="2959916279" sldId="344"/>
            <ac:spMk id="5" creationId="{0D22EC43-4369-412D-BDD4-6447B2910725}"/>
          </ac:spMkLst>
        </pc:spChg>
        <pc:spChg chg="del mod topLvl">
          <ac:chgData name="Cesar Augusto Lopez Gallego" userId="0dfa9112-9251-4882-b472-cf2dfcee09d1" providerId="ADAL" clId="{B8B62DCA-3363-4D8C-88AD-2D5BB864E55F}" dt="2025-03-25T22:45:03.698" v="5742" actId="478"/>
          <ac:spMkLst>
            <pc:docMk/>
            <pc:sldMk cId="2959916279" sldId="344"/>
            <ac:spMk id="6" creationId="{6221FB95-7340-4131-AACE-3666DD7AEE05}"/>
          </ac:spMkLst>
        </pc:spChg>
        <pc:spChg chg="del mod topLvl">
          <ac:chgData name="Cesar Augusto Lopez Gallego" userId="0dfa9112-9251-4882-b472-cf2dfcee09d1" providerId="ADAL" clId="{B8B62DCA-3363-4D8C-88AD-2D5BB864E55F}" dt="2025-03-25T22:45:03.698" v="5742" actId="478"/>
          <ac:spMkLst>
            <pc:docMk/>
            <pc:sldMk cId="2959916279" sldId="344"/>
            <ac:spMk id="7" creationId="{8DD1122B-3FEC-4B27-8801-65F391964414}"/>
          </ac:spMkLst>
        </pc:spChg>
        <pc:spChg chg="del mod topLvl">
          <ac:chgData name="Cesar Augusto Lopez Gallego" userId="0dfa9112-9251-4882-b472-cf2dfcee09d1" providerId="ADAL" clId="{B8B62DCA-3363-4D8C-88AD-2D5BB864E55F}" dt="2025-03-25T22:45:03.698" v="5742" actId="478"/>
          <ac:spMkLst>
            <pc:docMk/>
            <pc:sldMk cId="2959916279" sldId="344"/>
            <ac:spMk id="8" creationId="{F2378F38-575C-4F07-9690-105B90098867}"/>
          </ac:spMkLst>
        </pc:spChg>
        <pc:spChg chg="add mod">
          <ac:chgData name="Cesar Augusto Lopez Gallego" userId="0dfa9112-9251-4882-b472-cf2dfcee09d1" providerId="ADAL" clId="{B8B62DCA-3363-4D8C-88AD-2D5BB864E55F}" dt="2025-03-25T22:58:34.049" v="5908" actId="1076"/>
          <ac:spMkLst>
            <pc:docMk/>
            <pc:sldMk cId="2959916279" sldId="344"/>
            <ac:spMk id="9" creationId="{D6821C5A-AC45-4456-8D0A-BA2966CE9908}"/>
          </ac:spMkLst>
        </pc:spChg>
        <pc:spChg chg="add mod">
          <ac:chgData name="Cesar Augusto Lopez Gallego" userId="0dfa9112-9251-4882-b472-cf2dfcee09d1" providerId="ADAL" clId="{B8B62DCA-3363-4D8C-88AD-2D5BB864E55F}" dt="2025-03-25T23:03:26.008" v="6075" actId="20577"/>
          <ac:spMkLst>
            <pc:docMk/>
            <pc:sldMk cId="2959916279" sldId="344"/>
            <ac:spMk id="11" creationId="{531F6FBD-3889-41D1-8E91-FBF7CD591165}"/>
          </ac:spMkLst>
        </pc:spChg>
        <pc:grpChg chg="add del mod">
          <ac:chgData name="Cesar Augusto Lopez Gallego" userId="0dfa9112-9251-4882-b472-cf2dfcee09d1" providerId="ADAL" clId="{B8B62DCA-3363-4D8C-88AD-2D5BB864E55F}" dt="2025-03-25T22:44:57.426" v="5740" actId="165"/>
          <ac:grpSpMkLst>
            <pc:docMk/>
            <pc:sldMk cId="2959916279" sldId="344"/>
            <ac:grpSpMk id="3" creationId="{857FC984-18D5-42EF-AA78-8C3DB475FEE1}"/>
          </ac:grpSpMkLst>
        </pc:grpChg>
        <pc:picChg chg="mod topLvl">
          <ac:chgData name="Cesar Augusto Lopez Gallego" userId="0dfa9112-9251-4882-b472-cf2dfcee09d1" providerId="ADAL" clId="{B8B62DCA-3363-4D8C-88AD-2D5BB864E55F}" dt="2025-03-25T22:45:10.772" v="5745" actId="1076"/>
          <ac:picMkLst>
            <pc:docMk/>
            <pc:sldMk cId="2959916279" sldId="344"/>
            <ac:picMk id="4" creationId="{F0CCE04C-F15B-4AC5-B340-426F983AA82F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1:38:40.006" v="4039" actId="207"/>
        <pc:sldMkLst>
          <pc:docMk/>
          <pc:sldMk cId="3266550463" sldId="345"/>
        </pc:sldMkLst>
        <pc:spChg chg="add mod">
          <ac:chgData name="Cesar Augusto Lopez Gallego" userId="0dfa9112-9251-4882-b472-cf2dfcee09d1" providerId="ADAL" clId="{B8B62DCA-3363-4D8C-88AD-2D5BB864E55F}" dt="2025-03-25T21:34:59.158" v="3683" actId="20577"/>
          <ac:spMkLst>
            <pc:docMk/>
            <pc:sldMk cId="3266550463" sldId="345"/>
            <ac:spMk id="2" creationId="{7164208A-A3A1-449D-BF91-633B48532195}"/>
          </ac:spMkLst>
        </pc:spChg>
        <pc:spChg chg="add mod">
          <ac:chgData name="Cesar Augusto Lopez Gallego" userId="0dfa9112-9251-4882-b472-cf2dfcee09d1" providerId="ADAL" clId="{B8B62DCA-3363-4D8C-88AD-2D5BB864E55F}" dt="2025-03-25T21:38:40.006" v="4039" actId="207"/>
          <ac:spMkLst>
            <pc:docMk/>
            <pc:sldMk cId="3266550463" sldId="345"/>
            <ac:spMk id="3" creationId="{B36398A1-C950-43B0-B911-48F6F8A09695}"/>
          </ac:spMkLst>
        </pc:spChg>
        <pc:spChg chg="add mod">
          <ac:chgData name="Cesar Augusto Lopez Gallego" userId="0dfa9112-9251-4882-b472-cf2dfcee09d1" providerId="ADAL" clId="{B8B62DCA-3363-4D8C-88AD-2D5BB864E55F}" dt="2025-03-25T21:38:00.709" v="4032" actId="1076"/>
          <ac:spMkLst>
            <pc:docMk/>
            <pc:sldMk cId="3266550463" sldId="345"/>
            <ac:spMk id="7" creationId="{175452D6-466E-4452-9AB7-FBF62E8E06FB}"/>
          </ac:spMkLst>
        </pc:spChg>
        <pc:spChg chg="add mod">
          <ac:chgData name="Cesar Augusto Lopez Gallego" userId="0dfa9112-9251-4882-b472-cf2dfcee09d1" providerId="ADAL" clId="{B8B62DCA-3363-4D8C-88AD-2D5BB864E55F}" dt="2025-03-25T21:38:04.333" v="4034" actId="1076"/>
          <ac:spMkLst>
            <pc:docMk/>
            <pc:sldMk cId="3266550463" sldId="345"/>
            <ac:spMk id="8" creationId="{E61C45C5-9AF5-4A32-A51B-EDBA25808957}"/>
          </ac:spMkLst>
        </pc:spChg>
        <pc:picChg chg="add mod">
          <ac:chgData name="Cesar Augusto Lopez Gallego" userId="0dfa9112-9251-4882-b472-cf2dfcee09d1" providerId="ADAL" clId="{B8B62DCA-3363-4D8C-88AD-2D5BB864E55F}" dt="2025-03-25T21:36:52.429" v="3916" actId="1076"/>
          <ac:picMkLst>
            <pc:docMk/>
            <pc:sldMk cId="3266550463" sldId="345"/>
            <ac:picMk id="5" creationId="{78530823-60BB-48F2-840B-0327DA366EE5}"/>
          </ac:picMkLst>
        </pc:picChg>
      </pc:sldChg>
      <pc:sldChg chg="addSp delSp modSp add mod">
        <pc:chgData name="Cesar Augusto Lopez Gallego" userId="0dfa9112-9251-4882-b472-cf2dfcee09d1" providerId="ADAL" clId="{B8B62DCA-3363-4D8C-88AD-2D5BB864E55F}" dt="2025-03-25T21:47:57.279" v="4565" actId="1076"/>
        <pc:sldMkLst>
          <pc:docMk/>
          <pc:sldMk cId="843070113" sldId="346"/>
        </pc:sldMkLst>
        <pc:spChg chg="add del mod">
          <ac:chgData name="Cesar Augusto Lopez Gallego" userId="0dfa9112-9251-4882-b472-cf2dfcee09d1" providerId="ADAL" clId="{B8B62DCA-3363-4D8C-88AD-2D5BB864E55F}" dt="2025-03-25T21:41:04.054" v="4272" actId="20577"/>
          <ac:spMkLst>
            <pc:docMk/>
            <pc:sldMk cId="843070113" sldId="346"/>
            <ac:spMk id="3" creationId="{B36398A1-C950-43B0-B911-48F6F8A09695}"/>
          </ac:spMkLst>
        </pc:spChg>
        <pc:spChg chg="mod">
          <ac:chgData name="Cesar Augusto Lopez Gallego" userId="0dfa9112-9251-4882-b472-cf2dfcee09d1" providerId="ADAL" clId="{B8B62DCA-3363-4D8C-88AD-2D5BB864E55F}" dt="2025-03-25T21:41:45.573" v="4280" actId="1076"/>
          <ac:spMkLst>
            <pc:docMk/>
            <pc:sldMk cId="843070113" sldId="346"/>
            <ac:spMk id="7" creationId="{175452D6-466E-4452-9AB7-FBF62E8E06FB}"/>
          </ac:spMkLst>
        </pc:spChg>
        <pc:spChg chg="add del mod">
          <ac:chgData name="Cesar Augusto Lopez Gallego" userId="0dfa9112-9251-4882-b472-cf2dfcee09d1" providerId="ADAL" clId="{B8B62DCA-3363-4D8C-88AD-2D5BB864E55F}" dt="2025-03-25T21:41:32.309" v="4276" actId="478"/>
          <ac:spMkLst>
            <pc:docMk/>
            <pc:sldMk cId="843070113" sldId="346"/>
            <ac:spMk id="8" creationId="{E61C45C5-9AF5-4A32-A51B-EDBA25808957}"/>
          </ac:spMkLst>
        </pc:spChg>
        <pc:spChg chg="add mod">
          <ac:chgData name="Cesar Augusto Lopez Gallego" userId="0dfa9112-9251-4882-b472-cf2dfcee09d1" providerId="ADAL" clId="{B8B62DCA-3363-4D8C-88AD-2D5BB864E55F}" dt="2025-03-25T21:43:38.013" v="4396" actId="1076"/>
          <ac:spMkLst>
            <pc:docMk/>
            <pc:sldMk cId="843070113" sldId="346"/>
            <ac:spMk id="9" creationId="{B9D5F00C-FE96-4596-8E48-AB47044902C1}"/>
          </ac:spMkLst>
        </pc:spChg>
        <pc:spChg chg="add mod">
          <ac:chgData name="Cesar Augusto Lopez Gallego" userId="0dfa9112-9251-4882-b472-cf2dfcee09d1" providerId="ADAL" clId="{B8B62DCA-3363-4D8C-88AD-2D5BB864E55F}" dt="2025-03-25T21:44:51.407" v="4403" actId="404"/>
          <ac:spMkLst>
            <pc:docMk/>
            <pc:sldMk cId="843070113" sldId="346"/>
            <ac:spMk id="10" creationId="{D65FB2C8-203C-4C43-AA97-9933E4F5DD1C}"/>
          </ac:spMkLst>
        </pc:spChg>
        <pc:spChg chg="add mod">
          <ac:chgData name="Cesar Augusto Lopez Gallego" userId="0dfa9112-9251-4882-b472-cf2dfcee09d1" providerId="ADAL" clId="{B8B62DCA-3363-4D8C-88AD-2D5BB864E55F}" dt="2025-03-25T21:43:38.013" v="4396" actId="1076"/>
          <ac:spMkLst>
            <pc:docMk/>
            <pc:sldMk cId="843070113" sldId="346"/>
            <ac:spMk id="11" creationId="{EEF97E2A-A753-4495-9314-82A6031E98BC}"/>
          </ac:spMkLst>
        </pc:spChg>
        <pc:spChg chg="add mod">
          <ac:chgData name="Cesar Augusto Lopez Gallego" userId="0dfa9112-9251-4882-b472-cf2dfcee09d1" providerId="ADAL" clId="{B8B62DCA-3363-4D8C-88AD-2D5BB864E55F}" dt="2025-03-25T21:44:57.677" v="4405" actId="1076"/>
          <ac:spMkLst>
            <pc:docMk/>
            <pc:sldMk cId="843070113" sldId="346"/>
            <ac:spMk id="12" creationId="{B5C8B0E2-2765-4E2E-A125-98AB4C9E358D}"/>
          </ac:spMkLst>
        </pc:spChg>
        <pc:spChg chg="add mod">
          <ac:chgData name="Cesar Augusto Lopez Gallego" userId="0dfa9112-9251-4882-b472-cf2dfcee09d1" providerId="ADAL" clId="{B8B62DCA-3363-4D8C-88AD-2D5BB864E55F}" dt="2025-03-25T21:44:38.238" v="4401" actId="207"/>
          <ac:spMkLst>
            <pc:docMk/>
            <pc:sldMk cId="843070113" sldId="346"/>
            <ac:spMk id="13" creationId="{BC6BF90F-A55E-4256-BD62-E5855A79B939}"/>
          </ac:spMkLst>
        </pc:spChg>
        <pc:spChg chg="add mod">
          <ac:chgData name="Cesar Augusto Lopez Gallego" userId="0dfa9112-9251-4882-b472-cf2dfcee09d1" providerId="ADAL" clId="{B8B62DCA-3363-4D8C-88AD-2D5BB864E55F}" dt="2025-03-25T21:46:49.502" v="4563" actId="20577"/>
          <ac:spMkLst>
            <pc:docMk/>
            <pc:sldMk cId="843070113" sldId="346"/>
            <ac:spMk id="16" creationId="{713600D1-834A-43B5-98D6-5B0C384BD6C2}"/>
          </ac:spMkLst>
        </pc:spChg>
        <pc:spChg chg="add mod">
          <ac:chgData name="Cesar Augusto Lopez Gallego" userId="0dfa9112-9251-4882-b472-cf2dfcee09d1" providerId="ADAL" clId="{B8B62DCA-3363-4D8C-88AD-2D5BB864E55F}" dt="2025-03-25T21:47:57.279" v="4565" actId="1076"/>
          <ac:spMkLst>
            <pc:docMk/>
            <pc:sldMk cId="843070113" sldId="346"/>
            <ac:spMk id="17" creationId="{E6109A1A-FAA4-4F27-8BD3-8D28514F3A97}"/>
          </ac:spMkLst>
        </pc:spChg>
        <pc:picChg chg="add del">
          <ac:chgData name="Cesar Augusto Lopez Gallego" userId="0dfa9112-9251-4882-b472-cf2dfcee09d1" providerId="ADAL" clId="{B8B62DCA-3363-4D8C-88AD-2D5BB864E55F}" dt="2025-03-25T21:41:07.606" v="4273" actId="478"/>
          <ac:picMkLst>
            <pc:docMk/>
            <pc:sldMk cId="843070113" sldId="346"/>
            <ac:picMk id="5" creationId="{78530823-60BB-48F2-840B-0327DA366EE5}"/>
          </ac:picMkLst>
        </pc:picChg>
        <pc:picChg chg="add mod">
          <ac:chgData name="Cesar Augusto Lopez Gallego" userId="0dfa9112-9251-4882-b472-cf2dfcee09d1" providerId="ADAL" clId="{B8B62DCA-3363-4D8C-88AD-2D5BB864E55F}" dt="2025-03-25T21:43:33.701" v="4395" actId="1076"/>
          <ac:picMkLst>
            <pc:docMk/>
            <pc:sldMk cId="843070113" sldId="346"/>
            <ac:picMk id="6" creationId="{A20BCCD6-7B80-45FE-9533-672A61D2BD24}"/>
          </ac:picMkLst>
        </pc:picChg>
        <pc:cxnChg chg="add">
          <ac:chgData name="Cesar Augusto Lopez Gallego" userId="0dfa9112-9251-4882-b472-cf2dfcee09d1" providerId="ADAL" clId="{B8B62DCA-3363-4D8C-88AD-2D5BB864E55F}" dt="2025-03-25T21:45:18.571" v="4406" actId="11529"/>
          <ac:cxnSpMkLst>
            <pc:docMk/>
            <pc:sldMk cId="843070113" sldId="346"/>
            <ac:cxnSpMk id="15" creationId="{28A2482A-CA84-4DFD-923D-3FF7F3623562}"/>
          </ac:cxnSpMkLst>
        </pc:cxnChg>
      </pc:sldChg>
      <pc:sldChg chg="addSp modSp new mod">
        <pc:chgData name="Cesar Augusto Lopez Gallego" userId="0dfa9112-9251-4882-b472-cf2dfcee09d1" providerId="ADAL" clId="{B8B62DCA-3363-4D8C-88AD-2D5BB864E55F}" dt="2025-03-25T21:57:19.524" v="4759" actId="20577"/>
        <pc:sldMkLst>
          <pc:docMk/>
          <pc:sldMk cId="1546959826" sldId="347"/>
        </pc:sldMkLst>
        <pc:spChg chg="add mod">
          <ac:chgData name="Cesar Augusto Lopez Gallego" userId="0dfa9112-9251-4882-b472-cf2dfcee09d1" providerId="ADAL" clId="{B8B62DCA-3363-4D8C-88AD-2D5BB864E55F}" dt="2025-03-25T21:52:44.347" v="4571"/>
          <ac:spMkLst>
            <pc:docMk/>
            <pc:sldMk cId="1546959826" sldId="347"/>
            <ac:spMk id="4" creationId="{355D5B05-49B0-4CB8-99FF-2EB736EFEF6D}"/>
          </ac:spMkLst>
        </pc:spChg>
        <pc:spChg chg="add mod">
          <ac:chgData name="Cesar Augusto Lopez Gallego" userId="0dfa9112-9251-4882-b472-cf2dfcee09d1" providerId="ADAL" clId="{B8B62DCA-3363-4D8C-88AD-2D5BB864E55F}" dt="2025-03-25T21:57:19.524" v="4759" actId="20577"/>
          <ac:spMkLst>
            <pc:docMk/>
            <pc:sldMk cId="1546959826" sldId="347"/>
            <ac:spMk id="5" creationId="{4D99676A-F8AB-4B3B-B4C5-139246E68B02}"/>
          </ac:spMkLst>
        </pc:spChg>
        <pc:spChg chg="add mod">
          <ac:chgData name="Cesar Augusto Lopez Gallego" userId="0dfa9112-9251-4882-b472-cf2dfcee09d1" providerId="ADAL" clId="{B8B62DCA-3363-4D8C-88AD-2D5BB864E55F}" dt="2025-03-25T21:56:55.534" v="4745" actId="1076"/>
          <ac:spMkLst>
            <pc:docMk/>
            <pc:sldMk cId="1546959826" sldId="347"/>
            <ac:spMk id="6" creationId="{B0D0E535-5D3E-4569-91DA-8ADD65025454}"/>
          </ac:spMkLst>
        </pc:spChg>
        <pc:picChg chg="add mod">
          <ac:chgData name="Cesar Augusto Lopez Gallego" userId="0dfa9112-9251-4882-b472-cf2dfcee09d1" providerId="ADAL" clId="{B8B62DCA-3363-4D8C-88AD-2D5BB864E55F}" dt="2025-03-25T21:56:33.404" v="4743" actId="1076"/>
          <ac:picMkLst>
            <pc:docMk/>
            <pc:sldMk cId="1546959826" sldId="347"/>
            <ac:picMk id="3" creationId="{56325382-223B-427A-BA58-49375400114E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25T22:07:56.577" v="4888" actId="20577"/>
        <pc:sldMkLst>
          <pc:docMk/>
          <pc:sldMk cId="1912437912" sldId="348"/>
        </pc:sldMkLst>
        <pc:spChg chg="add mod">
          <ac:chgData name="Cesar Augusto Lopez Gallego" userId="0dfa9112-9251-4882-b472-cf2dfcee09d1" providerId="ADAL" clId="{B8B62DCA-3363-4D8C-88AD-2D5BB864E55F}" dt="2025-03-25T22:07:56.577" v="4888" actId="20577"/>
          <ac:spMkLst>
            <pc:docMk/>
            <pc:sldMk cId="1912437912" sldId="348"/>
            <ac:spMk id="2" creationId="{378A367D-46FC-4980-98D9-565B894E6688}"/>
          </ac:spMkLst>
        </pc:spChg>
        <pc:spChg chg="add mod">
          <ac:chgData name="Cesar Augusto Lopez Gallego" userId="0dfa9112-9251-4882-b472-cf2dfcee09d1" providerId="ADAL" clId="{B8B62DCA-3363-4D8C-88AD-2D5BB864E55F}" dt="2025-03-25T22:06:35.687" v="4867" actId="6549"/>
          <ac:spMkLst>
            <pc:docMk/>
            <pc:sldMk cId="1912437912" sldId="348"/>
            <ac:spMk id="3" creationId="{A2B886D5-30F8-4790-81C6-FC04FD7ABE41}"/>
          </ac:spMkLst>
        </pc:spChg>
        <pc:spChg chg="add del">
          <ac:chgData name="Cesar Augusto Lopez Gallego" userId="0dfa9112-9251-4882-b472-cf2dfcee09d1" providerId="ADAL" clId="{B8B62DCA-3363-4D8C-88AD-2D5BB864E55F}" dt="2025-03-25T22:00:51.479" v="4816"/>
          <ac:spMkLst>
            <pc:docMk/>
            <pc:sldMk cId="1912437912" sldId="348"/>
            <ac:spMk id="4" creationId="{627DD9D4-497B-4B8B-AECC-1FFA2997DC0B}"/>
          </ac:spMkLst>
        </pc:spChg>
        <pc:spChg chg="add del mod">
          <ac:chgData name="Cesar Augusto Lopez Gallego" userId="0dfa9112-9251-4882-b472-cf2dfcee09d1" providerId="ADAL" clId="{B8B62DCA-3363-4D8C-88AD-2D5BB864E55F}" dt="2025-03-25T22:01:27.359" v="4823" actId="478"/>
          <ac:spMkLst>
            <pc:docMk/>
            <pc:sldMk cId="1912437912" sldId="348"/>
            <ac:spMk id="5" creationId="{1DE65916-EC36-42A5-8DD0-C8DE3FCCD1B8}"/>
          </ac:spMkLst>
        </pc:spChg>
        <pc:spChg chg="add mod">
          <ac:chgData name="Cesar Augusto Lopez Gallego" userId="0dfa9112-9251-4882-b472-cf2dfcee09d1" providerId="ADAL" clId="{B8B62DCA-3363-4D8C-88AD-2D5BB864E55F}" dt="2025-03-25T22:06:30.318" v="4866" actId="6549"/>
          <ac:spMkLst>
            <pc:docMk/>
            <pc:sldMk cId="1912437912" sldId="348"/>
            <ac:spMk id="7" creationId="{79D35EAD-E2CD-4CF8-9119-D04683954CCB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25T22:11:45.669" v="5012" actId="1076"/>
        <pc:sldMkLst>
          <pc:docMk/>
          <pc:sldMk cId="3635374766" sldId="349"/>
        </pc:sldMkLst>
        <pc:spChg chg="add mod">
          <ac:chgData name="Cesar Augusto Lopez Gallego" userId="0dfa9112-9251-4882-b472-cf2dfcee09d1" providerId="ADAL" clId="{B8B62DCA-3363-4D8C-88AD-2D5BB864E55F}" dt="2025-03-25T22:08:42.234" v="4937" actId="20577"/>
          <ac:spMkLst>
            <pc:docMk/>
            <pc:sldMk cId="3635374766" sldId="349"/>
            <ac:spMk id="2" creationId="{DCA0FF69-B501-4A58-9B13-7460A6FCDA77}"/>
          </ac:spMkLst>
        </pc:spChg>
        <pc:spChg chg="add mod">
          <ac:chgData name="Cesar Augusto Lopez Gallego" userId="0dfa9112-9251-4882-b472-cf2dfcee09d1" providerId="ADAL" clId="{B8B62DCA-3363-4D8C-88AD-2D5BB864E55F}" dt="2025-03-25T22:11:45.669" v="5012" actId="1076"/>
          <ac:spMkLst>
            <pc:docMk/>
            <pc:sldMk cId="3635374766" sldId="349"/>
            <ac:spMk id="5" creationId="{CFE1BADA-8D98-4748-BD84-A6A2F3E3D9BD}"/>
          </ac:spMkLst>
        </pc:spChg>
        <pc:picChg chg="add mod">
          <ac:chgData name="Cesar Augusto Lopez Gallego" userId="0dfa9112-9251-4882-b472-cf2dfcee09d1" providerId="ADAL" clId="{B8B62DCA-3363-4D8C-88AD-2D5BB864E55F}" dt="2025-03-25T22:10:53.212" v="4944" actId="1076"/>
          <ac:picMkLst>
            <pc:docMk/>
            <pc:sldMk cId="3635374766" sldId="349"/>
            <ac:picMk id="4" creationId="{3B8AC748-6563-469D-955A-036754BF8EB4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25T22:31:49.669" v="5635" actId="1076"/>
        <pc:sldMkLst>
          <pc:docMk/>
          <pc:sldMk cId="2748494359" sldId="350"/>
        </pc:sldMkLst>
        <pc:spChg chg="add mod">
          <ac:chgData name="Cesar Augusto Lopez Gallego" userId="0dfa9112-9251-4882-b472-cf2dfcee09d1" providerId="ADAL" clId="{B8B62DCA-3363-4D8C-88AD-2D5BB864E55F}" dt="2025-03-25T22:13:15.373" v="5053" actId="20577"/>
          <ac:spMkLst>
            <pc:docMk/>
            <pc:sldMk cId="2748494359" sldId="350"/>
            <ac:spMk id="2" creationId="{E7006510-6E29-4E0F-8A73-3DB1B88EFE85}"/>
          </ac:spMkLst>
        </pc:spChg>
        <pc:spChg chg="add mod">
          <ac:chgData name="Cesar Augusto Lopez Gallego" userId="0dfa9112-9251-4882-b472-cf2dfcee09d1" providerId="ADAL" clId="{B8B62DCA-3363-4D8C-88AD-2D5BB864E55F}" dt="2025-03-25T22:31:49.669" v="5635" actId="1076"/>
          <ac:spMkLst>
            <pc:docMk/>
            <pc:sldMk cId="2748494359" sldId="350"/>
            <ac:spMk id="4" creationId="{CE1A39CA-3FCA-44EB-B08C-08C3AEE3DB35}"/>
          </ac:spMkLst>
        </pc:spChg>
        <pc:spChg chg="add del mod">
          <ac:chgData name="Cesar Augusto Lopez Gallego" userId="0dfa9112-9251-4882-b472-cf2dfcee09d1" providerId="ADAL" clId="{B8B62DCA-3363-4D8C-88AD-2D5BB864E55F}" dt="2025-03-25T22:28:36.587" v="5615" actId="478"/>
          <ac:spMkLst>
            <pc:docMk/>
            <pc:sldMk cId="2748494359" sldId="350"/>
            <ac:spMk id="6" creationId="{0F488DD8-500C-4F9A-B42F-4F1838A4C801}"/>
          </ac:spMkLst>
        </pc:spChg>
        <pc:spChg chg="add del">
          <ac:chgData name="Cesar Augusto Lopez Gallego" userId="0dfa9112-9251-4882-b472-cf2dfcee09d1" providerId="ADAL" clId="{B8B62DCA-3363-4D8C-88AD-2D5BB864E55F}" dt="2025-03-25T22:28:48.106" v="5619" actId="22"/>
          <ac:spMkLst>
            <pc:docMk/>
            <pc:sldMk cId="2748494359" sldId="350"/>
            <ac:spMk id="8" creationId="{062FC9F1-7347-4ABD-8C2C-852EF4778A6B}"/>
          </ac:spMkLst>
        </pc:spChg>
        <pc:spChg chg="add del mod">
          <ac:chgData name="Cesar Augusto Lopez Gallego" userId="0dfa9112-9251-4882-b472-cf2dfcee09d1" providerId="ADAL" clId="{B8B62DCA-3363-4D8C-88AD-2D5BB864E55F}" dt="2025-03-25T22:28:54.889" v="5622" actId="478"/>
          <ac:spMkLst>
            <pc:docMk/>
            <pc:sldMk cId="2748494359" sldId="350"/>
            <ac:spMk id="10" creationId="{D49182A8-8110-4E5C-9EA3-4104C90E9F21}"/>
          </ac:spMkLst>
        </pc:spChg>
        <pc:picChg chg="add mod">
          <ac:chgData name="Cesar Augusto Lopez Gallego" userId="0dfa9112-9251-4882-b472-cf2dfcee09d1" providerId="ADAL" clId="{B8B62DCA-3363-4D8C-88AD-2D5BB864E55F}" dt="2025-03-25T22:28:45.006" v="5618" actId="1076"/>
          <ac:picMkLst>
            <pc:docMk/>
            <pc:sldMk cId="2748494359" sldId="350"/>
            <ac:picMk id="3" creationId="{52AA3C3A-7EB6-42F1-8EF7-9BCB5F7A1DF6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3:08:25.236" v="6134" actId="20577"/>
        <pc:sldMkLst>
          <pc:docMk/>
          <pc:sldMk cId="1422279637" sldId="351"/>
        </pc:sldMkLst>
        <pc:spChg chg="add mod">
          <ac:chgData name="Cesar Augusto Lopez Gallego" userId="0dfa9112-9251-4882-b472-cf2dfcee09d1" providerId="ADAL" clId="{B8B62DCA-3363-4D8C-88AD-2D5BB864E55F}" dt="2025-03-25T22:57:52.079" v="5904" actId="20577"/>
          <ac:spMkLst>
            <pc:docMk/>
            <pc:sldMk cId="1422279637" sldId="351"/>
            <ac:spMk id="2" creationId="{145468B7-1CA3-4B4A-866F-D6DA2BAF446B}"/>
          </ac:spMkLst>
        </pc:spChg>
        <pc:spChg chg="add mod">
          <ac:chgData name="Cesar Augusto Lopez Gallego" userId="0dfa9112-9251-4882-b472-cf2dfcee09d1" providerId="ADAL" clId="{B8B62DCA-3363-4D8C-88AD-2D5BB864E55F}" dt="2025-03-25T23:08:25.236" v="6134" actId="20577"/>
          <ac:spMkLst>
            <pc:docMk/>
            <pc:sldMk cId="1422279637" sldId="351"/>
            <ac:spMk id="4" creationId="{05AE9106-F458-4B71-B723-CE292D5F5F98}"/>
          </ac:spMkLst>
        </pc:spChg>
        <pc:spChg chg="add mod">
          <ac:chgData name="Cesar Augusto Lopez Gallego" userId="0dfa9112-9251-4882-b472-cf2dfcee09d1" providerId="ADAL" clId="{B8B62DCA-3363-4D8C-88AD-2D5BB864E55F}" dt="2025-03-25T23:06:17.056" v="6116" actId="20577"/>
          <ac:spMkLst>
            <pc:docMk/>
            <pc:sldMk cId="1422279637" sldId="351"/>
            <ac:spMk id="7" creationId="{48A0B6F0-1EF6-40F1-A6A1-E5D911F0D077}"/>
          </ac:spMkLst>
        </pc:spChg>
        <pc:picChg chg="add mod">
          <ac:chgData name="Cesar Augusto Lopez Gallego" userId="0dfa9112-9251-4882-b472-cf2dfcee09d1" providerId="ADAL" clId="{B8B62DCA-3363-4D8C-88AD-2D5BB864E55F}" dt="2025-03-25T23:05:51.436" v="6102" actId="1076"/>
          <ac:picMkLst>
            <pc:docMk/>
            <pc:sldMk cId="1422279637" sldId="351"/>
            <ac:picMk id="2050" creationId="{97DB5A3D-3CD7-4ABF-9A64-617A36491312}"/>
          </ac:picMkLst>
        </pc:picChg>
      </pc:sldChg>
      <pc:sldChg chg="addSp delSp modSp new del mod">
        <pc:chgData name="Cesar Augusto Lopez Gallego" userId="0dfa9112-9251-4882-b472-cf2dfcee09d1" providerId="ADAL" clId="{B8B62DCA-3363-4D8C-88AD-2D5BB864E55F}" dt="2025-03-25T22:24:33.973" v="5534" actId="47"/>
        <pc:sldMkLst>
          <pc:docMk/>
          <pc:sldMk cId="2762681358" sldId="351"/>
        </pc:sldMkLst>
        <pc:spChg chg="add mod">
          <ac:chgData name="Cesar Augusto Lopez Gallego" userId="0dfa9112-9251-4882-b472-cf2dfcee09d1" providerId="ADAL" clId="{B8B62DCA-3363-4D8C-88AD-2D5BB864E55F}" dt="2025-03-25T22:23:04.026" v="5527" actId="20577"/>
          <ac:spMkLst>
            <pc:docMk/>
            <pc:sldMk cId="2762681358" sldId="351"/>
            <ac:spMk id="2" creationId="{70D6D11F-D22F-437E-9837-2F5C517A6E6C}"/>
          </ac:spMkLst>
        </pc:spChg>
        <pc:picChg chg="add del mod">
          <ac:chgData name="Cesar Augusto Lopez Gallego" userId="0dfa9112-9251-4882-b472-cf2dfcee09d1" providerId="ADAL" clId="{B8B62DCA-3363-4D8C-88AD-2D5BB864E55F}" dt="2025-03-25T22:24:28.233" v="5531" actId="21"/>
          <ac:picMkLst>
            <pc:docMk/>
            <pc:sldMk cId="2762681358" sldId="351"/>
            <ac:picMk id="3" creationId="{996334AE-8852-4359-B413-73BB178397D6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3:08:47.490" v="6135" actId="1076"/>
        <pc:sldMkLst>
          <pc:docMk/>
          <pc:sldMk cId="580182245" sldId="352"/>
        </pc:sldMkLst>
        <pc:spChg chg="add mod">
          <ac:chgData name="Cesar Augusto Lopez Gallego" userId="0dfa9112-9251-4882-b472-cf2dfcee09d1" providerId="ADAL" clId="{B8B62DCA-3363-4D8C-88AD-2D5BB864E55F}" dt="2025-03-25T23:07:47.609" v="6126" actId="14100"/>
          <ac:spMkLst>
            <pc:docMk/>
            <pc:sldMk cId="580182245" sldId="352"/>
            <ac:spMk id="3" creationId="{C701CE13-6837-4EFF-87DD-48FDE75DF967}"/>
          </ac:spMkLst>
        </pc:spChg>
        <pc:picChg chg="add mod">
          <ac:chgData name="Cesar Augusto Lopez Gallego" userId="0dfa9112-9251-4882-b472-cf2dfcee09d1" providerId="ADAL" clId="{B8B62DCA-3363-4D8C-88AD-2D5BB864E55F}" dt="2025-03-25T23:08:47.490" v="6135" actId="1076"/>
          <ac:picMkLst>
            <pc:docMk/>
            <pc:sldMk cId="580182245" sldId="352"/>
            <ac:picMk id="6146" creationId="{721FCDFB-332E-49FC-9498-10852C8184C7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3:11:37.137" v="6175" actId="20577"/>
        <pc:sldMkLst>
          <pc:docMk/>
          <pc:sldMk cId="2977100372" sldId="353"/>
        </pc:sldMkLst>
        <pc:spChg chg="add mod">
          <ac:chgData name="Cesar Augusto Lopez Gallego" userId="0dfa9112-9251-4882-b472-cf2dfcee09d1" providerId="ADAL" clId="{B8B62DCA-3363-4D8C-88AD-2D5BB864E55F}" dt="2025-03-25T23:10:32.056" v="6156" actId="20577"/>
          <ac:spMkLst>
            <pc:docMk/>
            <pc:sldMk cId="2977100372" sldId="353"/>
            <ac:spMk id="2" creationId="{47658725-9CA2-4FA6-95AC-4E5B14586145}"/>
          </ac:spMkLst>
        </pc:spChg>
        <pc:spChg chg="add mod">
          <ac:chgData name="Cesar Augusto Lopez Gallego" userId="0dfa9112-9251-4882-b472-cf2dfcee09d1" providerId="ADAL" clId="{B8B62DCA-3363-4D8C-88AD-2D5BB864E55F}" dt="2025-03-25T23:11:37.137" v="6175" actId="20577"/>
          <ac:spMkLst>
            <pc:docMk/>
            <pc:sldMk cId="2977100372" sldId="353"/>
            <ac:spMk id="6" creationId="{D053EFC6-2ABF-4419-BAA0-9450BE301ADE}"/>
          </ac:spMkLst>
        </pc:spChg>
        <pc:picChg chg="add mod">
          <ac:chgData name="Cesar Augusto Lopez Gallego" userId="0dfa9112-9251-4882-b472-cf2dfcee09d1" providerId="ADAL" clId="{B8B62DCA-3363-4D8C-88AD-2D5BB864E55F}" dt="2025-03-25T23:11:01.206" v="6162" actId="1076"/>
          <ac:picMkLst>
            <pc:docMk/>
            <pc:sldMk cId="2977100372" sldId="353"/>
            <ac:picMk id="4" creationId="{40B9C87D-AEF7-4967-9E64-645E24BF9F78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25T23:15:33.440" v="6235" actId="1076"/>
        <pc:sldMkLst>
          <pc:docMk/>
          <pc:sldMk cId="939191143" sldId="354"/>
        </pc:sldMkLst>
        <pc:spChg chg="add mod">
          <ac:chgData name="Cesar Augusto Lopez Gallego" userId="0dfa9112-9251-4882-b472-cf2dfcee09d1" providerId="ADAL" clId="{B8B62DCA-3363-4D8C-88AD-2D5BB864E55F}" dt="2025-03-25T23:15:02.514" v="6227" actId="1076"/>
          <ac:spMkLst>
            <pc:docMk/>
            <pc:sldMk cId="939191143" sldId="354"/>
            <ac:spMk id="2" creationId="{C542ACB0-2AE7-4526-9CED-9AFF84576BAE}"/>
          </ac:spMkLst>
        </pc:sp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3" creationId="{1E125476-2E44-41E7-9B8F-6A5BCFA98439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4" creationId="{D7D9947A-C60F-4852-8723-A31C5C268138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5" creationId="{C3BFCA13-46D3-4AFA-89CE-CDD40F12F72B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6" creationId="{57915202-665A-436A-8C1F-77F5651FC0C4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7" creationId="{940A8FF8-CADD-43DA-BC61-8BF053C531D6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8" creationId="{305D1DF0-DF7B-4C3B-989C-C79A89398349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9" creationId="{EAAB10E3-D024-4D77-87AC-ECF3AFD351A7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0" creationId="{85174631-2F1A-434F-98F3-CED0923B1EBA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1" creationId="{B9EBC2E7-0304-45F8-8AEE-63B1BF109168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2" creationId="{03B91123-768A-4FEE-9D93-FD186655EF60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3" creationId="{FAA708AA-D28F-49B0-A377-EF95A9DD0273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4" creationId="{C0ECDBD4-39E5-46F3-BB3F-DB9946C237C1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5" creationId="{970DC192-9EAE-4C0C-820C-FE8EF8A543DC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6" creationId="{E2BCCAF5-E9BA-425C-AAE4-35FA4F30A53A}"/>
          </ac:graphicFrameMkLst>
        </pc:graphicFrameChg>
        <pc:picChg chg="add mod">
          <ac:chgData name="Cesar Augusto Lopez Gallego" userId="0dfa9112-9251-4882-b472-cf2dfcee09d1" providerId="ADAL" clId="{B8B62DCA-3363-4D8C-88AD-2D5BB864E55F}" dt="2025-03-25T23:15:33.440" v="6235" actId="1076"/>
          <ac:picMkLst>
            <pc:docMk/>
            <pc:sldMk cId="939191143" sldId="354"/>
            <ac:picMk id="18" creationId="{BBD3B687-2908-4FBB-9BA5-66F812CBDB9B}"/>
          </ac:picMkLst>
        </pc:picChg>
      </pc:sldChg>
      <pc:sldChg chg="add">
        <pc:chgData name="Cesar Augusto Lopez Gallego" userId="0dfa9112-9251-4882-b472-cf2dfcee09d1" providerId="ADAL" clId="{B8B62DCA-3363-4D8C-88AD-2D5BB864E55F}" dt="2025-03-25T23:24:41.902" v="6383"/>
        <pc:sldMkLst>
          <pc:docMk/>
          <pc:sldMk cId="685839865" sldId="355"/>
        </pc:sldMkLst>
      </pc:sldChg>
      <pc:sldChg chg="addSp modSp new del mod">
        <pc:chgData name="Cesar Augusto Lopez Gallego" userId="0dfa9112-9251-4882-b472-cf2dfcee09d1" providerId="ADAL" clId="{B8B62DCA-3363-4D8C-88AD-2D5BB864E55F}" dt="2025-03-25T23:24:37.655" v="6382" actId="2696"/>
        <pc:sldMkLst>
          <pc:docMk/>
          <pc:sldMk cId="2500992038" sldId="355"/>
        </pc:sldMkLst>
        <pc:spChg chg="add mod">
          <ac:chgData name="Cesar Augusto Lopez Gallego" userId="0dfa9112-9251-4882-b472-cf2dfcee09d1" providerId="ADAL" clId="{B8B62DCA-3363-4D8C-88AD-2D5BB864E55F}" dt="2025-03-25T23:17:48.584" v="6286" actId="20577"/>
          <ac:spMkLst>
            <pc:docMk/>
            <pc:sldMk cId="2500992038" sldId="355"/>
            <ac:spMk id="2" creationId="{992AF895-2EA7-493A-86B5-5A52E817AED8}"/>
          </ac:spMkLst>
        </pc:spChg>
        <pc:picChg chg="add mod">
          <ac:chgData name="Cesar Augusto Lopez Gallego" userId="0dfa9112-9251-4882-b472-cf2dfcee09d1" providerId="ADAL" clId="{B8B62DCA-3363-4D8C-88AD-2D5BB864E55F}" dt="2025-03-25T23:18:04.480" v="6291" actId="1076"/>
          <ac:picMkLst>
            <pc:docMk/>
            <pc:sldMk cId="2500992038" sldId="355"/>
            <ac:picMk id="4" creationId="{13BAD1BF-C229-42C5-BE82-71DEB313F361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3:25:00.524" v="6385" actId="20577"/>
        <pc:sldMkLst>
          <pc:docMk/>
          <pc:sldMk cId="1717992334" sldId="356"/>
        </pc:sldMkLst>
        <pc:spChg chg="add mod">
          <ac:chgData name="Cesar Augusto Lopez Gallego" userId="0dfa9112-9251-4882-b472-cf2dfcee09d1" providerId="ADAL" clId="{B8B62DCA-3363-4D8C-88AD-2D5BB864E55F}" dt="2025-03-25T23:25:00.524" v="6385" actId="20577"/>
          <ac:spMkLst>
            <pc:docMk/>
            <pc:sldMk cId="1717992334" sldId="356"/>
            <ac:spMk id="2" creationId="{332F55EC-2DFB-4348-BF66-CD55889E4B6F}"/>
          </ac:spMkLst>
        </pc:spChg>
        <pc:picChg chg="add mod">
          <ac:chgData name="Cesar Augusto Lopez Gallego" userId="0dfa9112-9251-4882-b472-cf2dfcee09d1" providerId="ADAL" clId="{B8B62DCA-3363-4D8C-88AD-2D5BB864E55F}" dt="2025-03-25T23:21:14.480" v="6344" actId="1076"/>
          <ac:picMkLst>
            <pc:docMk/>
            <pc:sldMk cId="1717992334" sldId="356"/>
            <ac:picMk id="4" creationId="{6662C256-392F-4274-AA25-9CCE547F3B50}"/>
          </ac:picMkLst>
        </pc:picChg>
      </pc:sldChg>
      <pc:sldChg chg="new del">
        <pc:chgData name="Cesar Augusto Lopez Gallego" userId="0dfa9112-9251-4882-b472-cf2dfcee09d1" providerId="ADAL" clId="{B8B62DCA-3363-4D8C-88AD-2D5BB864E55F}" dt="2025-03-25T23:24:52.343" v="6384" actId="47"/>
        <pc:sldMkLst>
          <pc:docMk/>
          <pc:sldMk cId="4265079475" sldId="357"/>
        </pc:sldMkLst>
      </pc:sldChg>
      <pc:sldChg chg="addSp modSp new mod">
        <pc:chgData name="Cesar Augusto Lopez Gallego" userId="0dfa9112-9251-4882-b472-cf2dfcee09d1" providerId="ADAL" clId="{B8B62DCA-3363-4D8C-88AD-2D5BB864E55F}" dt="2025-03-25T23:24:11.979" v="6381" actId="1076"/>
        <pc:sldMkLst>
          <pc:docMk/>
          <pc:sldMk cId="808027135" sldId="358"/>
        </pc:sldMkLst>
        <pc:spChg chg="add mod">
          <ac:chgData name="Cesar Augusto Lopez Gallego" userId="0dfa9112-9251-4882-b472-cf2dfcee09d1" providerId="ADAL" clId="{B8B62DCA-3363-4D8C-88AD-2D5BB864E55F}" dt="2025-03-25T23:23:55.123" v="6377"/>
          <ac:spMkLst>
            <pc:docMk/>
            <pc:sldMk cId="808027135" sldId="358"/>
            <ac:spMk id="2" creationId="{16A39FDB-1BCE-4BFF-B912-024CB92CFD20}"/>
          </ac:spMkLst>
        </pc:spChg>
        <pc:picChg chg="add mod">
          <ac:chgData name="Cesar Augusto Lopez Gallego" userId="0dfa9112-9251-4882-b472-cf2dfcee09d1" providerId="ADAL" clId="{B8B62DCA-3363-4D8C-88AD-2D5BB864E55F}" dt="2025-03-25T23:24:11.979" v="6381" actId="1076"/>
          <ac:picMkLst>
            <pc:docMk/>
            <pc:sldMk cId="808027135" sldId="358"/>
            <ac:picMk id="4" creationId="{6280915E-F0C7-4604-B912-80A75232357A}"/>
          </ac:picMkLst>
        </pc:picChg>
      </pc:sldChg>
      <pc:sldChg chg="addSp delSp modSp new mod modClrScheme chgLayout">
        <pc:chgData name="Cesar Augusto Lopez Gallego" userId="0dfa9112-9251-4882-b472-cf2dfcee09d1" providerId="ADAL" clId="{B8B62DCA-3363-4D8C-88AD-2D5BB864E55F}" dt="2025-03-25T23:50:13.062" v="6543" actId="20577"/>
        <pc:sldMkLst>
          <pc:docMk/>
          <pc:sldMk cId="1455005848" sldId="359"/>
        </pc:sldMkLst>
        <pc:spChg chg="add mod ord">
          <ac:chgData name="Cesar Augusto Lopez Gallego" userId="0dfa9112-9251-4882-b472-cf2dfcee09d1" providerId="ADAL" clId="{B8B62DCA-3363-4D8C-88AD-2D5BB864E55F}" dt="2025-03-25T23:50:13.062" v="6543" actId="20577"/>
          <ac:spMkLst>
            <pc:docMk/>
            <pc:sldMk cId="1455005848" sldId="359"/>
            <ac:spMk id="2" creationId="{7C051EF5-343F-4A78-B8F7-B9EF74734E22}"/>
          </ac:spMkLst>
        </pc:spChg>
        <pc:spChg chg="add del mod ord">
          <ac:chgData name="Cesar Augusto Lopez Gallego" userId="0dfa9112-9251-4882-b472-cf2dfcee09d1" providerId="ADAL" clId="{B8B62DCA-3363-4D8C-88AD-2D5BB864E55F}" dt="2025-03-25T23:50:02.143" v="6509" actId="478"/>
          <ac:spMkLst>
            <pc:docMk/>
            <pc:sldMk cId="1455005848" sldId="359"/>
            <ac:spMk id="3" creationId="{EEA42BFB-A065-4FD7-A604-CFC84B529FF8}"/>
          </ac:spMkLst>
        </pc:spChg>
        <pc:picChg chg="add mod">
          <ac:chgData name="Cesar Augusto Lopez Gallego" userId="0dfa9112-9251-4882-b472-cf2dfcee09d1" providerId="ADAL" clId="{B8B62DCA-3363-4D8C-88AD-2D5BB864E55F}" dt="2025-03-25T23:50:06.195" v="6511" actId="1076"/>
          <ac:picMkLst>
            <pc:docMk/>
            <pc:sldMk cId="1455005848" sldId="359"/>
            <ac:picMk id="1026" creationId="{EF6F0E8E-E7DB-4ACA-AACD-27787707F006}"/>
          </ac:picMkLst>
        </pc:picChg>
      </pc:sldChg>
      <pc:sldChg chg="addSp delSp modSp new del mod">
        <pc:chgData name="Cesar Augusto Lopez Gallego" userId="0dfa9112-9251-4882-b472-cf2dfcee09d1" providerId="ADAL" clId="{B8B62DCA-3363-4D8C-88AD-2D5BB864E55F}" dt="2025-03-25T23:26:29.546" v="6409" actId="47"/>
        <pc:sldMkLst>
          <pc:docMk/>
          <pc:sldMk cId="3286600835" sldId="359"/>
        </pc:sldMkLst>
        <pc:spChg chg="add del mod">
          <ac:chgData name="Cesar Augusto Lopez Gallego" userId="0dfa9112-9251-4882-b472-cf2dfcee09d1" providerId="ADAL" clId="{B8B62DCA-3363-4D8C-88AD-2D5BB864E55F}" dt="2025-03-25T23:26:19.721" v="6406" actId="478"/>
          <ac:spMkLst>
            <pc:docMk/>
            <pc:sldMk cId="3286600835" sldId="359"/>
            <ac:spMk id="2" creationId="{22C1CCFA-4B77-44C5-A46B-F5FA7E98A471}"/>
          </ac:spMkLst>
        </pc:spChg>
      </pc:sldChg>
      <pc:sldMasterChg chg="del">
        <pc:chgData name="Cesar Augusto Lopez Gallego" userId="0dfa9112-9251-4882-b472-cf2dfcee09d1" providerId="ADAL" clId="{B8B62DCA-3363-4D8C-88AD-2D5BB864E55F}" dt="2025-03-25T23:49:59.620" v="6508" actId="700"/>
        <pc:sldMasterMkLst>
          <pc:docMk/>
          <pc:sldMasterMk cId="385954672" sldId="2147483648"/>
        </pc:sldMasterMkLst>
      </pc:sldMasterChg>
    </pc:docChg>
  </pc:docChgLst>
  <pc:docChgLst>
    <pc:chgData name="Cesar Augusto Lopez Gallego" userId="0dfa9112-9251-4882-b472-cf2dfcee09d1" providerId="ADAL" clId="{3EAE687D-9A8C-4FE1-896B-A9FFA9AB70A4}"/>
    <pc:docChg chg="modSld">
      <pc:chgData name="Cesar Augusto Lopez Gallego" userId="0dfa9112-9251-4882-b472-cf2dfcee09d1" providerId="ADAL" clId="{3EAE687D-9A8C-4FE1-896B-A9FFA9AB70A4}" dt="2026-01-27T01:20:10.194" v="1" actId="20577"/>
      <pc:docMkLst>
        <pc:docMk/>
      </pc:docMkLst>
      <pc:sldChg chg="modSp">
        <pc:chgData name="Cesar Augusto Lopez Gallego" userId="0dfa9112-9251-4882-b472-cf2dfcee09d1" providerId="ADAL" clId="{3EAE687D-9A8C-4FE1-896B-A9FFA9AB70A4}" dt="2026-01-27T01:16:31.305" v="0" actId="14100"/>
        <pc:sldMkLst>
          <pc:docMk/>
          <pc:sldMk cId="4212517099" sldId="310"/>
        </pc:sldMkLst>
        <pc:graphicFrameChg chg="mod">
          <ac:chgData name="Cesar Augusto Lopez Gallego" userId="0dfa9112-9251-4882-b472-cf2dfcee09d1" providerId="ADAL" clId="{3EAE687D-9A8C-4FE1-896B-A9FFA9AB70A4}" dt="2026-01-27T01:16:31.305" v="0" actId="14100"/>
          <ac:graphicFrameMkLst>
            <pc:docMk/>
            <pc:sldMk cId="4212517099" sldId="310"/>
            <ac:graphicFrameMk id="2" creationId="{BA6E0214-1653-48D3-82E3-3658A0143564}"/>
          </ac:graphicFrameMkLst>
        </pc:graphicFrameChg>
      </pc:sldChg>
      <pc:sldChg chg="modSp mod">
        <pc:chgData name="Cesar Augusto Lopez Gallego" userId="0dfa9112-9251-4882-b472-cf2dfcee09d1" providerId="ADAL" clId="{3EAE687D-9A8C-4FE1-896B-A9FFA9AB70A4}" dt="2026-01-27T01:20:10.194" v="1" actId="20577"/>
        <pc:sldMkLst>
          <pc:docMk/>
          <pc:sldMk cId="106073358" sldId="343"/>
        </pc:sldMkLst>
        <pc:spChg chg="mod">
          <ac:chgData name="Cesar Augusto Lopez Gallego" userId="0dfa9112-9251-4882-b472-cf2dfcee09d1" providerId="ADAL" clId="{3EAE687D-9A8C-4FE1-896B-A9FFA9AB70A4}" dt="2026-01-27T01:20:10.194" v="1" actId="20577"/>
          <ac:spMkLst>
            <pc:docMk/>
            <pc:sldMk cId="106073358" sldId="343"/>
            <ac:spMk id="4" creationId="{CBDEAC8A-AE5E-4F91-8811-578DE9927514}"/>
          </ac:spMkLst>
        </pc:spChg>
      </pc:sldChg>
    </pc:docChg>
  </pc:docChgLst>
  <pc:docChgLst>
    <pc:chgData name="Cesar Augusto Lopez Gallego" userId="0dfa9112-9251-4882-b472-cf2dfcee09d1" providerId="ADAL" clId="{948E961B-F100-43FF-B682-30091CCFF729}"/>
    <pc:docChg chg="undo redo custSel addSld delSld modSld sldOrd">
      <pc:chgData name="Cesar Augusto Lopez Gallego" userId="0dfa9112-9251-4882-b472-cf2dfcee09d1" providerId="ADAL" clId="{948E961B-F100-43FF-B682-30091CCFF729}" dt="2025-04-04T11:52:45.935" v="3143" actId="47"/>
      <pc:docMkLst>
        <pc:docMk/>
      </pc:docMkLst>
      <pc:sldChg chg="modSp mod">
        <pc:chgData name="Cesar Augusto Lopez Gallego" userId="0dfa9112-9251-4882-b472-cf2dfcee09d1" providerId="ADAL" clId="{948E961B-F100-43FF-B682-30091CCFF729}" dt="2025-04-01T16:30:24.079" v="32" actId="1076"/>
        <pc:sldMkLst>
          <pc:docMk/>
          <pc:sldMk cId="1390832097" sldId="341"/>
        </pc:sldMkLst>
        <pc:spChg chg="mod">
          <ac:chgData name="Cesar Augusto Lopez Gallego" userId="0dfa9112-9251-4882-b472-cf2dfcee09d1" providerId="ADAL" clId="{948E961B-F100-43FF-B682-30091CCFF729}" dt="2025-04-01T16:30:24.079" v="32" actId="1076"/>
          <ac:spMkLst>
            <pc:docMk/>
            <pc:sldMk cId="1390832097" sldId="341"/>
            <ac:spMk id="6" creationId="{FE6336CD-4427-47BA-A1B1-6F9D2EEF00B1}"/>
          </ac:spMkLst>
        </pc:spChg>
      </pc:sldChg>
      <pc:sldChg chg="addSp delSp modSp new mod">
        <pc:chgData name="Cesar Augusto Lopez Gallego" userId="0dfa9112-9251-4882-b472-cf2dfcee09d1" providerId="ADAL" clId="{948E961B-F100-43FF-B682-30091CCFF729}" dt="2025-04-03T19:57:43.935" v="184" actId="1076"/>
        <pc:sldMkLst>
          <pc:docMk/>
          <pc:sldMk cId="2060201597" sldId="360"/>
        </pc:sldMkLst>
        <pc:spChg chg="add mod">
          <ac:chgData name="Cesar Augusto Lopez Gallego" userId="0dfa9112-9251-4882-b472-cf2dfcee09d1" providerId="ADAL" clId="{948E961B-F100-43FF-B682-30091CCFF729}" dt="2025-04-02T15:30:39.788" v="113" actId="20577"/>
          <ac:spMkLst>
            <pc:docMk/>
            <pc:sldMk cId="2060201597" sldId="360"/>
            <ac:spMk id="6" creationId="{E66D03DC-F89F-4BAE-8071-EA1C264258D0}"/>
          </ac:spMkLst>
        </pc:spChg>
        <pc:picChg chg="add mod">
          <ac:chgData name="Cesar Augusto Lopez Gallego" userId="0dfa9112-9251-4882-b472-cf2dfcee09d1" providerId="ADAL" clId="{948E961B-F100-43FF-B682-30091CCFF729}" dt="2025-04-03T19:57:43.935" v="184" actId="1076"/>
          <ac:picMkLst>
            <pc:docMk/>
            <pc:sldMk cId="2060201597" sldId="360"/>
            <ac:picMk id="2" creationId="{FD4FAAF6-01CC-44AF-83E5-D6652651B6E9}"/>
          </ac:picMkLst>
        </pc:picChg>
        <pc:picChg chg="add del mod">
          <ac:chgData name="Cesar Augusto Lopez Gallego" userId="0dfa9112-9251-4882-b472-cf2dfcee09d1" providerId="ADAL" clId="{948E961B-F100-43FF-B682-30091CCFF729}" dt="2025-04-01T15:00:38.241" v="21" actId="21"/>
          <ac:picMkLst>
            <pc:docMk/>
            <pc:sldMk cId="2060201597" sldId="360"/>
            <ac:picMk id="3" creationId="{05436A29-37CB-4B85-A9AD-B02816E1DD47}"/>
          </ac:picMkLst>
        </pc:picChg>
        <pc:picChg chg="add mod">
          <ac:chgData name="Cesar Augusto Lopez Gallego" userId="0dfa9112-9251-4882-b472-cf2dfcee09d1" providerId="ADAL" clId="{948E961B-F100-43FF-B682-30091CCFF729}" dt="2025-04-02T15:41:10.301" v="137" actId="1076"/>
          <ac:picMkLst>
            <pc:docMk/>
            <pc:sldMk cId="2060201597" sldId="360"/>
            <ac:picMk id="4" creationId="{E926905E-74C9-4D39-9470-8547C3DD918B}"/>
          </ac:picMkLst>
        </pc:picChg>
        <pc:picChg chg="add del mod">
          <ac:chgData name="Cesar Augusto Lopez Gallego" userId="0dfa9112-9251-4882-b472-cf2dfcee09d1" providerId="ADAL" clId="{948E961B-F100-43FF-B682-30091CCFF729}" dt="2025-04-01T15:00:46.334" v="24" actId="21"/>
          <ac:picMkLst>
            <pc:docMk/>
            <pc:sldMk cId="2060201597" sldId="360"/>
            <ac:picMk id="4" creationId="{F78A2B4D-D7F9-4CF4-BEF5-44B1E726011C}"/>
          </ac:picMkLst>
        </pc:picChg>
        <pc:picChg chg="add del mod">
          <ac:chgData name="Cesar Augusto Lopez Gallego" userId="0dfa9112-9251-4882-b472-cf2dfcee09d1" providerId="ADAL" clId="{948E961B-F100-43FF-B682-30091CCFF729}" dt="2025-04-01T15:00:51.680" v="26" actId="21"/>
          <ac:picMkLst>
            <pc:docMk/>
            <pc:sldMk cId="2060201597" sldId="360"/>
            <ac:picMk id="5" creationId="{B5C107EF-CFFA-434A-9CC2-67402B9507CC}"/>
          </ac:picMkLst>
        </pc:picChg>
      </pc:sldChg>
      <pc:sldChg chg="addSp delSp modSp new mod modAnim">
        <pc:chgData name="Cesar Augusto Lopez Gallego" userId="0dfa9112-9251-4882-b472-cf2dfcee09d1" providerId="ADAL" clId="{948E961B-F100-43FF-B682-30091CCFF729}" dt="2025-04-04T11:50:45.760" v="3136"/>
        <pc:sldMkLst>
          <pc:docMk/>
          <pc:sldMk cId="1835615837" sldId="361"/>
        </pc:sldMkLst>
        <pc:spChg chg="add mod">
          <ac:chgData name="Cesar Augusto Lopez Gallego" userId="0dfa9112-9251-4882-b472-cf2dfcee09d1" providerId="ADAL" clId="{948E961B-F100-43FF-B682-30091CCFF729}" dt="2025-04-02T15:31:14.163" v="130" actId="20577"/>
          <ac:spMkLst>
            <pc:docMk/>
            <pc:sldMk cId="1835615837" sldId="361"/>
            <ac:spMk id="3" creationId="{09ADC428-364C-4F7C-A8B2-889EE56574A1}"/>
          </ac:spMkLst>
        </pc:spChg>
        <pc:spChg chg="add del mod">
          <ac:chgData name="Cesar Augusto Lopez Gallego" userId="0dfa9112-9251-4882-b472-cf2dfcee09d1" providerId="ADAL" clId="{948E961B-F100-43FF-B682-30091CCFF729}" dt="2025-04-03T23:42:25.694" v="1848" actId="1076"/>
          <ac:spMkLst>
            <pc:docMk/>
            <pc:sldMk cId="1835615837" sldId="361"/>
            <ac:spMk id="8" creationId="{0D340CB2-7DC1-4116-9DBD-B4ACF1CF7A7D}"/>
          </ac:spMkLst>
        </pc:spChg>
        <pc:spChg chg="add mod">
          <ac:chgData name="Cesar Augusto Lopez Gallego" userId="0dfa9112-9251-4882-b472-cf2dfcee09d1" providerId="ADAL" clId="{948E961B-F100-43FF-B682-30091CCFF729}" dt="2025-04-03T23:43:43.349" v="1861" actId="1035"/>
          <ac:spMkLst>
            <pc:docMk/>
            <pc:sldMk cId="1835615837" sldId="361"/>
            <ac:spMk id="19" creationId="{AAD46459-2F0B-430B-81C4-725798A025DE}"/>
          </ac:spMkLst>
        </pc:spChg>
        <pc:spChg chg="add mod">
          <ac:chgData name="Cesar Augusto Lopez Gallego" userId="0dfa9112-9251-4882-b472-cf2dfcee09d1" providerId="ADAL" clId="{948E961B-F100-43FF-B682-30091CCFF729}" dt="2025-04-03T23:42:11.911" v="1846" actId="1076"/>
          <ac:spMkLst>
            <pc:docMk/>
            <pc:sldMk cId="1835615837" sldId="361"/>
            <ac:spMk id="20" creationId="{73F2B8FC-79C2-4E4E-8BB5-BC21B31F49CB}"/>
          </ac:spMkLst>
        </pc:spChg>
        <pc:spChg chg="add mod">
          <ac:chgData name="Cesar Augusto Lopez Gallego" userId="0dfa9112-9251-4882-b472-cf2dfcee09d1" providerId="ADAL" clId="{948E961B-F100-43FF-B682-30091CCFF729}" dt="2025-04-03T23:52:31.663" v="2030" actId="20577"/>
          <ac:spMkLst>
            <pc:docMk/>
            <pc:sldMk cId="1835615837" sldId="361"/>
            <ac:spMk id="30" creationId="{FC0F1B5B-401C-43EE-A76F-88B0ADDFF366}"/>
          </ac:spMkLst>
        </pc:spChg>
        <pc:spChg chg="add mod">
          <ac:chgData name="Cesar Augusto Lopez Gallego" userId="0dfa9112-9251-4882-b472-cf2dfcee09d1" providerId="ADAL" clId="{948E961B-F100-43FF-B682-30091CCFF729}" dt="2025-04-03T23:58:11.383" v="2246" actId="20577"/>
          <ac:spMkLst>
            <pc:docMk/>
            <pc:sldMk cId="1835615837" sldId="361"/>
            <ac:spMk id="36" creationId="{51946932-6F06-4068-870C-3FC94573D7E1}"/>
          </ac:spMkLst>
        </pc:spChg>
        <pc:picChg chg="add del mod">
          <ac:chgData name="Cesar Augusto Lopez Gallego" userId="0dfa9112-9251-4882-b472-cf2dfcee09d1" providerId="ADAL" clId="{948E961B-F100-43FF-B682-30091CCFF729}" dt="2025-04-03T23:10:25.514" v="1746" actId="1076"/>
          <ac:picMkLst>
            <pc:docMk/>
            <pc:sldMk cId="1835615837" sldId="361"/>
            <ac:picMk id="2" creationId="{DF344471-324A-4EAD-B184-4EC36A2D4B02}"/>
          </ac:picMkLst>
        </pc:picChg>
        <pc:picChg chg="add del mod">
          <ac:chgData name="Cesar Augusto Lopez Gallego" userId="0dfa9112-9251-4882-b472-cf2dfcee09d1" providerId="ADAL" clId="{948E961B-F100-43FF-B682-30091CCFF729}" dt="2025-04-03T21:16:14.475" v="187" actId="478"/>
          <ac:picMkLst>
            <pc:docMk/>
            <pc:sldMk cId="1835615837" sldId="361"/>
            <ac:picMk id="5" creationId="{6168E46C-49DB-4AA1-9D2E-07A7010A7E29}"/>
          </ac:picMkLst>
        </pc:picChg>
        <pc:picChg chg="add del mod">
          <ac:chgData name="Cesar Augusto Lopez Gallego" userId="0dfa9112-9251-4882-b472-cf2dfcee09d1" providerId="ADAL" clId="{948E961B-F100-43FF-B682-30091CCFF729}" dt="2025-04-03T23:10:29.534" v="1748" actId="478"/>
          <ac:picMkLst>
            <pc:docMk/>
            <pc:sldMk cId="1835615837" sldId="361"/>
            <ac:picMk id="6" creationId="{6E075567-1B7A-4E8B-AE99-C34D61D3FC81}"/>
          </ac:picMkLst>
        </pc:picChg>
        <pc:picChg chg="add mod">
          <ac:chgData name="Cesar Augusto Lopez Gallego" userId="0dfa9112-9251-4882-b472-cf2dfcee09d1" providerId="ADAL" clId="{948E961B-F100-43FF-B682-30091CCFF729}" dt="2025-04-03T23:42:20.055" v="1847" actId="1076"/>
          <ac:picMkLst>
            <pc:docMk/>
            <pc:sldMk cId="1835615837" sldId="361"/>
            <ac:picMk id="15" creationId="{7A811427-C63D-4B0F-BE12-9DED17634ADB}"/>
          </ac:picMkLst>
        </pc:picChg>
        <pc:cxnChg chg="add del mod ord">
          <ac:chgData name="Cesar Augusto Lopez Gallego" userId="0dfa9112-9251-4882-b472-cf2dfcee09d1" providerId="ADAL" clId="{948E961B-F100-43FF-B682-30091CCFF729}" dt="2025-04-03T23:42:31.203" v="1850" actId="166"/>
          <ac:cxnSpMkLst>
            <pc:docMk/>
            <pc:sldMk cId="1835615837" sldId="361"/>
            <ac:cxnSpMk id="10" creationId="{2DE36CAC-9148-44F1-8DA5-439E21CEB2EB}"/>
          </ac:cxnSpMkLst>
        </pc:cxnChg>
        <pc:cxnChg chg="add mod ord">
          <ac:chgData name="Cesar Augusto Lopez Gallego" userId="0dfa9112-9251-4882-b472-cf2dfcee09d1" providerId="ADAL" clId="{948E961B-F100-43FF-B682-30091CCFF729}" dt="2025-04-03T23:43:30.663" v="1855" actId="1076"/>
          <ac:cxnSpMkLst>
            <pc:docMk/>
            <pc:sldMk cId="1835615837" sldId="361"/>
            <ac:cxnSpMk id="22" creationId="{94944FF2-A8B7-45E7-B1CC-B7264A8892FC}"/>
          </ac:cxnSpMkLst>
        </pc:cxnChg>
        <pc:cxnChg chg="add mod">
          <ac:chgData name="Cesar Augusto Lopez Gallego" userId="0dfa9112-9251-4882-b472-cf2dfcee09d1" providerId="ADAL" clId="{948E961B-F100-43FF-B682-30091CCFF729}" dt="2025-04-03T23:43:39.311" v="1859" actId="1076"/>
          <ac:cxnSpMkLst>
            <pc:docMk/>
            <pc:sldMk cId="1835615837" sldId="361"/>
            <ac:cxnSpMk id="27" creationId="{F8BB3FFB-56B4-4A79-8E05-80B010A95D80}"/>
          </ac:cxnSpMkLst>
        </pc:cxnChg>
        <pc:cxnChg chg="add mod">
          <ac:chgData name="Cesar Augusto Lopez Gallego" userId="0dfa9112-9251-4882-b472-cf2dfcee09d1" providerId="ADAL" clId="{948E961B-F100-43FF-B682-30091CCFF729}" dt="2025-04-03T23:45:38.926" v="1870" actId="14100"/>
          <ac:cxnSpMkLst>
            <pc:docMk/>
            <pc:sldMk cId="1835615837" sldId="361"/>
            <ac:cxnSpMk id="32" creationId="{80022B5E-C1D9-40C4-87FD-10EEFB218662}"/>
          </ac:cxnSpMkLst>
        </pc:cxnChg>
        <pc:cxnChg chg="add mod">
          <ac:chgData name="Cesar Augusto Lopez Gallego" userId="0dfa9112-9251-4882-b472-cf2dfcee09d1" providerId="ADAL" clId="{948E961B-F100-43FF-B682-30091CCFF729}" dt="2025-04-03T23:53:55.846" v="2034" actId="1076"/>
          <ac:cxnSpMkLst>
            <pc:docMk/>
            <pc:sldMk cId="1835615837" sldId="361"/>
            <ac:cxnSpMk id="34" creationId="{9ACED6B5-7377-4E4B-AEF2-12AD77987F97}"/>
          </ac:cxnSpMkLst>
        </pc:cxnChg>
      </pc:sldChg>
      <pc:sldChg chg="addSp delSp modSp new mod modAnim">
        <pc:chgData name="Cesar Augusto Lopez Gallego" userId="0dfa9112-9251-4882-b472-cf2dfcee09d1" providerId="ADAL" clId="{948E961B-F100-43FF-B682-30091CCFF729}" dt="2025-04-04T11:51:37.394" v="3140"/>
        <pc:sldMkLst>
          <pc:docMk/>
          <pc:sldMk cId="2840714537" sldId="362"/>
        </pc:sldMkLst>
        <pc:spChg chg="add mod">
          <ac:chgData name="Cesar Augusto Lopez Gallego" userId="0dfa9112-9251-4882-b472-cf2dfcee09d1" providerId="ADAL" clId="{948E961B-F100-43FF-B682-30091CCFF729}" dt="2025-04-02T15:43:38.258" v="151" actId="20577"/>
          <ac:spMkLst>
            <pc:docMk/>
            <pc:sldMk cId="2840714537" sldId="362"/>
            <ac:spMk id="3" creationId="{DA02C777-E813-44CE-9C3A-C5A5CCF71126}"/>
          </ac:spMkLst>
        </pc:spChg>
        <pc:spChg chg="add del mod">
          <ac:chgData name="Cesar Augusto Lopez Gallego" userId="0dfa9112-9251-4882-b472-cf2dfcee09d1" providerId="ADAL" clId="{948E961B-F100-43FF-B682-30091CCFF729}" dt="2025-04-04T00:13:28.504" v="2780" actId="478"/>
          <ac:spMkLst>
            <pc:docMk/>
            <pc:sldMk cId="2840714537" sldId="362"/>
            <ac:spMk id="6" creationId="{089FFBD1-C9CC-4FB4-9F8E-2DCD5AB91652}"/>
          </ac:spMkLst>
        </pc:spChg>
        <pc:spChg chg="add del mod">
          <ac:chgData name="Cesar Augusto Lopez Gallego" userId="0dfa9112-9251-4882-b472-cf2dfcee09d1" providerId="ADAL" clId="{948E961B-F100-43FF-B682-30091CCFF729}" dt="2025-04-04T00:15:58.644" v="2863" actId="478"/>
          <ac:spMkLst>
            <pc:docMk/>
            <pc:sldMk cId="2840714537" sldId="362"/>
            <ac:spMk id="7" creationId="{7BB668AA-19FD-4EEC-B0B0-35D7EA42B38E}"/>
          </ac:spMkLst>
        </pc:spChg>
        <pc:spChg chg="add mod">
          <ac:chgData name="Cesar Augusto Lopez Gallego" userId="0dfa9112-9251-4882-b472-cf2dfcee09d1" providerId="ADAL" clId="{948E961B-F100-43FF-B682-30091CCFF729}" dt="2025-04-04T00:13:35.678" v="2781" actId="1076"/>
          <ac:spMkLst>
            <pc:docMk/>
            <pc:sldMk cId="2840714537" sldId="362"/>
            <ac:spMk id="8" creationId="{0FA2468B-B8D4-4790-B9B3-252B650F7EA0}"/>
          </ac:spMkLst>
        </pc:spChg>
        <pc:spChg chg="add mod">
          <ac:chgData name="Cesar Augusto Lopez Gallego" userId="0dfa9112-9251-4882-b472-cf2dfcee09d1" providerId="ADAL" clId="{948E961B-F100-43FF-B682-30091CCFF729}" dt="2025-04-04T00:16:03.145" v="2864" actId="313"/>
          <ac:spMkLst>
            <pc:docMk/>
            <pc:sldMk cId="2840714537" sldId="362"/>
            <ac:spMk id="12" creationId="{66B995C1-49FC-4312-8237-B7FCE3986663}"/>
          </ac:spMkLst>
        </pc:spChg>
        <pc:spChg chg="add mod">
          <ac:chgData name="Cesar Augusto Lopez Gallego" userId="0dfa9112-9251-4882-b472-cf2dfcee09d1" providerId="ADAL" clId="{948E961B-F100-43FF-B682-30091CCFF729}" dt="2025-04-04T00:12:03.860" v="2773" actId="14100"/>
          <ac:spMkLst>
            <pc:docMk/>
            <pc:sldMk cId="2840714537" sldId="362"/>
            <ac:spMk id="15" creationId="{152F0C23-9101-498B-A9C9-64E469D12217}"/>
          </ac:spMkLst>
        </pc:spChg>
        <pc:spChg chg="add mod">
          <ac:chgData name="Cesar Augusto Lopez Gallego" userId="0dfa9112-9251-4882-b472-cf2dfcee09d1" providerId="ADAL" clId="{948E961B-F100-43FF-B682-30091CCFF729}" dt="2025-04-04T00:16:20.736" v="2877" actId="20577"/>
          <ac:spMkLst>
            <pc:docMk/>
            <pc:sldMk cId="2840714537" sldId="362"/>
            <ac:spMk id="27" creationId="{9CF474D2-96EC-4C45-BD5C-5DFC902D9EEF}"/>
          </ac:spMkLst>
        </pc:spChg>
        <pc:picChg chg="add mod">
          <ac:chgData name="Cesar Augusto Lopez Gallego" userId="0dfa9112-9251-4882-b472-cf2dfcee09d1" providerId="ADAL" clId="{948E961B-F100-43FF-B682-30091CCFF729}" dt="2025-04-03T23:55:11.583" v="2165" actId="1076"/>
          <ac:picMkLst>
            <pc:docMk/>
            <pc:sldMk cId="2840714537" sldId="362"/>
            <ac:picMk id="2" creationId="{7E0B39C5-D64C-4E8A-99D0-57054691D859}"/>
          </ac:picMkLst>
        </pc:picChg>
        <pc:picChg chg="add mod">
          <ac:chgData name="Cesar Augusto Lopez Gallego" userId="0dfa9112-9251-4882-b472-cf2dfcee09d1" providerId="ADAL" clId="{948E961B-F100-43FF-B682-30091CCFF729}" dt="2025-04-04T00:00:05.984" v="2252" actId="1076"/>
          <ac:picMkLst>
            <pc:docMk/>
            <pc:sldMk cId="2840714537" sldId="362"/>
            <ac:picMk id="5" creationId="{67FF93D3-68DB-4A50-8287-DEBF49907C7E}"/>
          </ac:picMkLst>
        </pc:picChg>
        <pc:cxnChg chg="add del mod">
          <ac:chgData name="Cesar Augusto Lopez Gallego" userId="0dfa9112-9251-4882-b472-cf2dfcee09d1" providerId="ADAL" clId="{948E961B-F100-43FF-B682-30091CCFF729}" dt="2025-04-04T00:12:48.679" v="2775" actId="478"/>
          <ac:cxnSpMkLst>
            <pc:docMk/>
            <pc:sldMk cId="2840714537" sldId="362"/>
            <ac:cxnSpMk id="9" creationId="{2006B081-8DE9-4C02-B803-611E48A6360B}"/>
          </ac:cxnSpMkLst>
        </pc:cxnChg>
        <pc:cxnChg chg="add mod">
          <ac:chgData name="Cesar Augusto Lopez Gallego" userId="0dfa9112-9251-4882-b472-cf2dfcee09d1" providerId="ADAL" clId="{948E961B-F100-43FF-B682-30091CCFF729}" dt="2025-04-04T00:13:48.255" v="2785" actId="14100"/>
          <ac:cxnSpMkLst>
            <pc:docMk/>
            <pc:sldMk cId="2840714537" sldId="362"/>
            <ac:cxnSpMk id="10" creationId="{3683EE87-BF66-48B2-9837-BD6FAF14B5F9}"/>
          </ac:cxnSpMkLst>
        </pc:cxnChg>
        <pc:cxnChg chg="add mod">
          <ac:chgData name="Cesar Augusto Lopez Gallego" userId="0dfa9112-9251-4882-b472-cf2dfcee09d1" providerId="ADAL" clId="{948E961B-F100-43FF-B682-30091CCFF729}" dt="2025-04-04T00:16:09.895" v="2867" actId="14100"/>
          <ac:cxnSpMkLst>
            <pc:docMk/>
            <pc:sldMk cId="2840714537" sldId="362"/>
            <ac:cxnSpMk id="11" creationId="{0B16FE68-B81C-4B0F-9579-1E93E52E0A57}"/>
          </ac:cxnSpMkLst>
        </pc:cxnChg>
        <pc:cxnChg chg="add mod">
          <ac:chgData name="Cesar Augusto Lopez Gallego" userId="0dfa9112-9251-4882-b472-cf2dfcee09d1" providerId="ADAL" clId="{948E961B-F100-43FF-B682-30091CCFF729}" dt="2025-04-04T00:15:47.887" v="2861" actId="14100"/>
          <ac:cxnSpMkLst>
            <pc:docMk/>
            <pc:sldMk cId="2840714537" sldId="362"/>
            <ac:cxnSpMk id="13" creationId="{BEC29AE1-1FFA-4464-B98B-CE34B1EDD5C6}"/>
          </ac:cxnSpMkLst>
        </pc:cxnChg>
        <pc:cxnChg chg="add mod">
          <ac:chgData name="Cesar Augusto Lopez Gallego" userId="0dfa9112-9251-4882-b472-cf2dfcee09d1" providerId="ADAL" clId="{948E961B-F100-43FF-B682-30091CCFF729}" dt="2025-04-04T00:13:19.103" v="2779" actId="14100"/>
          <ac:cxnSpMkLst>
            <pc:docMk/>
            <pc:sldMk cId="2840714537" sldId="362"/>
            <ac:cxnSpMk id="14" creationId="{D0DF87EA-AA9C-44BA-8A60-D62210592F78}"/>
          </ac:cxnSpMkLst>
        </pc:cxnChg>
        <pc:cxnChg chg="add mod">
          <ac:chgData name="Cesar Augusto Lopez Gallego" userId="0dfa9112-9251-4882-b472-cf2dfcee09d1" providerId="ADAL" clId="{948E961B-F100-43FF-B682-30091CCFF729}" dt="2025-04-04T00:13:40.968" v="2783" actId="1076"/>
          <ac:cxnSpMkLst>
            <pc:docMk/>
            <pc:sldMk cId="2840714537" sldId="362"/>
            <ac:cxnSpMk id="21" creationId="{16F780B5-B18F-4E4E-B951-4D54033DCAED}"/>
          </ac:cxnSpMkLst>
        </pc:cxnChg>
      </pc:sldChg>
      <pc:sldChg chg="addSp delSp modSp new mod modAnim">
        <pc:chgData name="Cesar Augusto Lopez Gallego" userId="0dfa9112-9251-4882-b472-cf2dfcee09d1" providerId="ADAL" clId="{948E961B-F100-43FF-B682-30091CCFF729}" dt="2025-04-04T11:52:28.659" v="3142"/>
        <pc:sldMkLst>
          <pc:docMk/>
          <pc:sldMk cId="973730295" sldId="363"/>
        </pc:sldMkLst>
        <pc:spChg chg="add mod">
          <ac:chgData name="Cesar Augusto Lopez Gallego" userId="0dfa9112-9251-4882-b472-cf2dfcee09d1" providerId="ADAL" clId="{948E961B-F100-43FF-B682-30091CCFF729}" dt="2025-04-02T15:47:39.879" v="176" actId="20577"/>
          <ac:spMkLst>
            <pc:docMk/>
            <pc:sldMk cId="973730295" sldId="363"/>
            <ac:spMk id="2" creationId="{C0E43C4A-C185-4F69-8EC7-D6B14172FCF8}"/>
          </ac:spMkLst>
        </pc:spChg>
        <pc:spChg chg="add del mod">
          <ac:chgData name="Cesar Augusto Lopez Gallego" userId="0dfa9112-9251-4882-b472-cf2dfcee09d1" providerId="ADAL" clId="{948E961B-F100-43FF-B682-30091CCFF729}" dt="2025-04-03T21:22:00.020" v="267" actId="21"/>
          <ac:spMkLst>
            <pc:docMk/>
            <pc:sldMk cId="973730295" sldId="363"/>
            <ac:spMk id="6" creationId="{CCDDB869-8ECC-4C1B-A5E2-79214EBEFF9E}"/>
          </ac:spMkLst>
        </pc:spChg>
        <pc:spChg chg="add mod">
          <ac:chgData name="Cesar Augusto Lopez Gallego" userId="0dfa9112-9251-4882-b472-cf2dfcee09d1" providerId="ADAL" clId="{948E961B-F100-43FF-B682-30091CCFF729}" dt="2025-04-04T00:28:28.399" v="3115" actId="1076"/>
          <ac:spMkLst>
            <pc:docMk/>
            <pc:sldMk cId="973730295" sldId="363"/>
            <ac:spMk id="11" creationId="{9B78D4B1-3BF2-4F56-AE65-BC9DD85C5210}"/>
          </ac:spMkLst>
        </pc:spChg>
        <pc:spChg chg="add mod">
          <ac:chgData name="Cesar Augusto Lopez Gallego" userId="0dfa9112-9251-4882-b472-cf2dfcee09d1" providerId="ADAL" clId="{948E961B-F100-43FF-B682-30091CCFF729}" dt="2025-04-04T00:28:20.079" v="3113" actId="1076"/>
          <ac:spMkLst>
            <pc:docMk/>
            <pc:sldMk cId="973730295" sldId="363"/>
            <ac:spMk id="13" creationId="{091BE896-1F8A-436D-A8DE-51CFA97120C1}"/>
          </ac:spMkLst>
        </pc:spChg>
        <pc:picChg chg="add del mod">
          <ac:chgData name="Cesar Augusto Lopez Gallego" userId="0dfa9112-9251-4882-b472-cf2dfcee09d1" providerId="ADAL" clId="{948E961B-F100-43FF-B682-30091CCFF729}" dt="2025-04-04T00:17:53.175" v="2886" actId="478"/>
          <ac:picMkLst>
            <pc:docMk/>
            <pc:sldMk cId="973730295" sldId="363"/>
            <ac:picMk id="4" creationId="{398FC513-4BB6-4206-A617-466715064175}"/>
          </ac:picMkLst>
        </pc:picChg>
        <pc:picChg chg="add mod">
          <ac:chgData name="Cesar Augusto Lopez Gallego" userId="0dfa9112-9251-4882-b472-cf2dfcee09d1" providerId="ADAL" clId="{948E961B-F100-43FF-B682-30091CCFF729}" dt="2025-04-04T00:16:57.487" v="2878" actId="1076"/>
          <ac:picMkLst>
            <pc:docMk/>
            <pc:sldMk cId="973730295" sldId="363"/>
            <ac:picMk id="5" creationId="{D9B356D0-EF76-4717-AE25-C3A32B57E087}"/>
          </ac:picMkLst>
        </pc:picChg>
        <pc:picChg chg="add mod">
          <ac:chgData name="Cesar Augusto Lopez Gallego" userId="0dfa9112-9251-4882-b472-cf2dfcee09d1" providerId="ADAL" clId="{948E961B-F100-43FF-B682-30091CCFF729}" dt="2025-04-04T00:23:50.166" v="2893" actId="1076"/>
          <ac:picMkLst>
            <pc:docMk/>
            <pc:sldMk cId="973730295" sldId="363"/>
            <ac:picMk id="7" creationId="{41B6BD09-8BD4-4A14-8E12-5EE9D9E478C1}"/>
          </ac:picMkLst>
        </pc:picChg>
        <pc:cxnChg chg="add mod">
          <ac:chgData name="Cesar Augusto Lopez Gallego" userId="0dfa9112-9251-4882-b472-cf2dfcee09d1" providerId="ADAL" clId="{948E961B-F100-43FF-B682-30091CCFF729}" dt="2025-04-04T00:27:01.246" v="3104" actId="14100"/>
          <ac:cxnSpMkLst>
            <pc:docMk/>
            <pc:sldMk cId="973730295" sldId="363"/>
            <ac:cxnSpMk id="9" creationId="{5736500B-F245-4AD3-A944-A8FF587BED55}"/>
          </ac:cxnSpMkLst>
        </pc:cxnChg>
        <pc:cxnChg chg="add mod">
          <ac:chgData name="Cesar Augusto Lopez Gallego" userId="0dfa9112-9251-4882-b472-cf2dfcee09d1" providerId="ADAL" clId="{948E961B-F100-43FF-B682-30091CCFF729}" dt="2025-04-04T00:28:22.198" v="3114" actId="14100"/>
          <ac:cxnSpMkLst>
            <pc:docMk/>
            <pc:sldMk cId="973730295" sldId="363"/>
            <ac:cxnSpMk id="14" creationId="{F16A767C-14CB-4A34-B1F9-0C0AD23737F5}"/>
          </ac:cxnSpMkLst>
        </pc:cxnChg>
      </pc:sldChg>
      <pc:sldChg chg="addSp delSp modSp new mod ord">
        <pc:chgData name="Cesar Augusto Lopez Gallego" userId="0dfa9112-9251-4882-b472-cf2dfcee09d1" providerId="ADAL" clId="{948E961B-F100-43FF-B682-30091CCFF729}" dt="2025-04-01T16:33:55.405" v="81" actId="1076"/>
        <pc:sldMkLst>
          <pc:docMk/>
          <pc:sldMk cId="1306722742" sldId="364"/>
        </pc:sldMkLst>
        <pc:spChg chg="add mod">
          <ac:chgData name="Cesar Augusto Lopez Gallego" userId="0dfa9112-9251-4882-b472-cf2dfcee09d1" providerId="ADAL" clId="{948E961B-F100-43FF-B682-30091CCFF729}" dt="2025-04-01T16:30:46.291" v="36" actId="255"/>
          <ac:spMkLst>
            <pc:docMk/>
            <pc:sldMk cId="1306722742" sldId="364"/>
            <ac:spMk id="3" creationId="{B4F735A7-3764-4896-B035-2A5601CCCE56}"/>
          </ac:spMkLst>
        </pc:spChg>
        <pc:spChg chg="add mod">
          <ac:chgData name="Cesar Augusto Lopez Gallego" userId="0dfa9112-9251-4882-b472-cf2dfcee09d1" providerId="ADAL" clId="{948E961B-F100-43FF-B682-30091CCFF729}" dt="2025-04-01T16:32:35.084" v="71" actId="1076"/>
          <ac:spMkLst>
            <pc:docMk/>
            <pc:sldMk cId="1306722742" sldId="364"/>
            <ac:spMk id="5" creationId="{E6EA9E42-F1C1-4F3D-B8BB-2D07E55EB482}"/>
          </ac:spMkLst>
        </pc:spChg>
        <pc:spChg chg="add del">
          <ac:chgData name="Cesar Augusto Lopez Gallego" userId="0dfa9112-9251-4882-b472-cf2dfcee09d1" providerId="ADAL" clId="{948E961B-F100-43FF-B682-30091CCFF729}" dt="2025-04-01T16:31:19.982" v="45"/>
          <ac:spMkLst>
            <pc:docMk/>
            <pc:sldMk cId="1306722742" sldId="364"/>
            <ac:spMk id="6" creationId="{2BD83EC5-A017-493A-BB54-B4AA0062A4EC}"/>
          </ac:spMkLst>
        </pc:spChg>
        <pc:spChg chg="add mod">
          <ac:chgData name="Cesar Augusto Lopez Gallego" userId="0dfa9112-9251-4882-b472-cf2dfcee09d1" providerId="ADAL" clId="{948E961B-F100-43FF-B682-30091CCFF729}" dt="2025-04-01T16:33:38.499" v="77" actId="1076"/>
          <ac:spMkLst>
            <pc:docMk/>
            <pc:sldMk cId="1306722742" sldId="364"/>
            <ac:spMk id="8" creationId="{C56D50A1-AB73-47D5-9423-20E89A7948FA}"/>
          </ac:spMkLst>
        </pc:spChg>
        <pc:picChg chg="add mod">
          <ac:chgData name="Cesar Augusto Lopez Gallego" userId="0dfa9112-9251-4882-b472-cf2dfcee09d1" providerId="ADAL" clId="{948E961B-F100-43FF-B682-30091CCFF729}" dt="2025-04-01T16:33:55.405" v="81" actId="1076"/>
          <ac:picMkLst>
            <pc:docMk/>
            <pc:sldMk cId="1306722742" sldId="364"/>
            <ac:picMk id="10" creationId="{C7832850-CF06-41A0-8850-BA6A022A7DCB}"/>
          </ac:picMkLst>
        </pc:picChg>
      </pc:sldChg>
      <pc:sldChg chg="addSp modSp new mod">
        <pc:chgData name="Cesar Augusto Lopez Gallego" userId="0dfa9112-9251-4882-b472-cf2dfcee09d1" providerId="ADAL" clId="{948E961B-F100-43FF-B682-30091CCFF729}" dt="2025-04-01T16:45:52.567" v="89" actId="1076"/>
        <pc:sldMkLst>
          <pc:docMk/>
          <pc:sldMk cId="1370264516" sldId="365"/>
        </pc:sldMkLst>
        <pc:picChg chg="add mod">
          <ac:chgData name="Cesar Augusto Lopez Gallego" userId="0dfa9112-9251-4882-b472-cf2dfcee09d1" providerId="ADAL" clId="{948E961B-F100-43FF-B682-30091CCFF729}" dt="2025-04-01T16:45:38.941" v="85" actId="14100"/>
          <ac:picMkLst>
            <pc:docMk/>
            <pc:sldMk cId="1370264516" sldId="365"/>
            <ac:picMk id="3" creationId="{1D2AF062-77B0-466B-A4AC-D404DCCBBC05}"/>
          </ac:picMkLst>
        </pc:picChg>
        <pc:picChg chg="add mod">
          <ac:chgData name="Cesar Augusto Lopez Gallego" userId="0dfa9112-9251-4882-b472-cf2dfcee09d1" providerId="ADAL" clId="{948E961B-F100-43FF-B682-30091CCFF729}" dt="2025-04-01T16:45:52.567" v="89" actId="1076"/>
          <ac:picMkLst>
            <pc:docMk/>
            <pc:sldMk cId="1370264516" sldId="365"/>
            <ac:picMk id="5" creationId="{A37B70EA-C011-4301-99E8-13A13DBFD458}"/>
          </ac:picMkLst>
        </pc:picChg>
      </pc:sldChg>
      <pc:sldChg chg="addSp delSp modSp new mod modAnim">
        <pc:chgData name="Cesar Augusto Lopez Gallego" userId="0dfa9112-9251-4882-b472-cf2dfcee09d1" providerId="ADAL" clId="{948E961B-F100-43FF-B682-30091CCFF729}" dt="2025-04-04T11:49:52.890" v="3131"/>
        <pc:sldMkLst>
          <pc:docMk/>
          <pc:sldMk cId="1421089093" sldId="366"/>
        </pc:sldMkLst>
        <pc:spChg chg="add del mod">
          <ac:chgData name="Cesar Augusto Lopez Gallego" userId="0dfa9112-9251-4882-b472-cf2dfcee09d1" providerId="ADAL" clId="{948E961B-F100-43FF-B682-30091CCFF729}" dt="2025-04-03T21:25:17.191" v="371" actId="478"/>
          <ac:spMkLst>
            <pc:docMk/>
            <pc:sldMk cId="1421089093" sldId="366"/>
            <ac:spMk id="3" creationId="{384F8CE5-19FC-46D3-AED9-EA08839EDCC6}"/>
          </ac:spMkLst>
        </pc:spChg>
        <pc:spChg chg="add mod">
          <ac:chgData name="Cesar Augusto Lopez Gallego" userId="0dfa9112-9251-4882-b472-cf2dfcee09d1" providerId="ADAL" clId="{948E961B-F100-43FF-B682-30091CCFF729}" dt="2025-04-03T21:28:18.206" v="453" actId="1076"/>
          <ac:spMkLst>
            <pc:docMk/>
            <pc:sldMk cId="1421089093" sldId="366"/>
            <ac:spMk id="6" creationId="{65CD3ABF-88A4-4FDF-BC99-A22469B21ED8}"/>
          </ac:spMkLst>
        </pc:spChg>
        <pc:spChg chg="add mod">
          <ac:chgData name="Cesar Augusto Lopez Gallego" userId="0dfa9112-9251-4882-b472-cf2dfcee09d1" providerId="ADAL" clId="{948E961B-F100-43FF-B682-30091CCFF729}" dt="2025-04-03T21:34:19" v="506" actId="20577"/>
          <ac:spMkLst>
            <pc:docMk/>
            <pc:sldMk cId="1421089093" sldId="366"/>
            <ac:spMk id="9" creationId="{7C3661A7-0CF8-4377-99F0-15BD65AD79B7}"/>
          </ac:spMkLst>
        </pc:spChg>
        <pc:spChg chg="add mod">
          <ac:chgData name="Cesar Augusto Lopez Gallego" userId="0dfa9112-9251-4882-b472-cf2dfcee09d1" providerId="ADAL" clId="{948E961B-F100-43FF-B682-30091CCFF729}" dt="2025-04-03T21:36:29.168" v="573" actId="20577"/>
          <ac:spMkLst>
            <pc:docMk/>
            <pc:sldMk cId="1421089093" sldId="366"/>
            <ac:spMk id="12" creationId="{7F35B89D-6974-4B56-A1F2-1965FDAE0DE9}"/>
          </ac:spMkLst>
        </pc:spChg>
        <pc:spChg chg="add mod">
          <ac:chgData name="Cesar Augusto Lopez Gallego" userId="0dfa9112-9251-4882-b472-cf2dfcee09d1" providerId="ADAL" clId="{948E961B-F100-43FF-B682-30091CCFF729}" dt="2025-04-03T21:44:21.095" v="769" actId="20577"/>
          <ac:spMkLst>
            <pc:docMk/>
            <pc:sldMk cId="1421089093" sldId="366"/>
            <ac:spMk id="24" creationId="{7F84C078-498D-474B-9140-07F31BE4F3BC}"/>
          </ac:spMkLst>
        </pc:spChg>
        <pc:spChg chg="add mod">
          <ac:chgData name="Cesar Augusto Lopez Gallego" userId="0dfa9112-9251-4882-b472-cf2dfcee09d1" providerId="ADAL" clId="{948E961B-F100-43FF-B682-30091CCFF729}" dt="2025-04-03T21:44:54.183" v="773" actId="1076"/>
          <ac:spMkLst>
            <pc:docMk/>
            <pc:sldMk cId="1421089093" sldId="366"/>
            <ac:spMk id="25" creationId="{8F6D5A9B-848D-4D4D-8CDA-6E78207219D8}"/>
          </ac:spMkLst>
        </pc:spChg>
        <pc:spChg chg="add del mod">
          <ac:chgData name="Cesar Augusto Lopez Gallego" userId="0dfa9112-9251-4882-b472-cf2dfcee09d1" providerId="ADAL" clId="{948E961B-F100-43FF-B682-30091CCFF729}" dt="2025-04-03T21:46:45.480" v="784" actId="478"/>
          <ac:spMkLst>
            <pc:docMk/>
            <pc:sldMk cId="1421089093" sldId="366"/>
            <ac:spMk id="30" creationId="{513D1CBE-0CBF-4DB2-B5B7-F857EFCCF556}"/>
          </ac:spMkLst>
        </pc:spChg>
        <pc:spChg chg="add mod">
          <ac:chgData name="Cesar Augusto Lopez Gallego" userId="0dfa9112-9251-4882-b472-cf2dfcee09d1" providerId="ADAL" clId="{948E961B-F100-43FF-B682-30091CCFF729}" dt="2025-04-03T21:47:03.663" v="808" actId="1076"/>
          <ac:spMkLst>
            <pc:docMk/>
            <pc:sldMk cId="1421089093" sldId="366"/>
            <ac:spMk id="31" creationId="{11C47AB2-EEF2-4239-B0FE-F7C0821CBFC8}"/>
          </ac:spMkLst>
        </pc:spChg>
        <pc:spChg chg="add del mod">
          <ac:chgData name="Cesar Augusto Lopez Gallego" userId="0dfa9112-9251-4882-b472-cf2dfcee09d1" providerId="ADAL" clId="{948E961B-F100-43FF-B682-30091CCFF729}" dt="2025-04-03T21:48:26.335" v="811" actId="478"/>
          <ac:spMkLst>
            <pc:docMk/>
            <pc:sldMk cId="1421089093" sldId="366"/>
            <ac:spMk id="34" creationId="{B067B80C-CAE3-4F67-9878-EEA71620940B}"/>
          </ac:spMkLst>
        </pc:spChg>
        <pc:spChg chg="add mod">
          <ac:chgData name="Cesar Augusto Lopez Gallego" userId="0dfa9112-9251-4882-b472-cf2dfcee09d1" providerId="ADAL" clId="{948E961B-F100-43FF-B682-30091CCFF729}" dt="2025-04-03T22:09:12.615" v="940" actId="1076"/>
          <ac:spMkLst>
            <pc:docMk/>
            <pc:sldMk cId="1421089093" sldId="366"/>
            <ac:spMk id="35" creationId="{9224F9BA-31C0-4135-8848-B63DF7046B8B}"/>
          </ac:spMkLst>
        </pc:spChg>
        <pc:spChg chg="add mod">
          <ac:chgData name="Cesar Augusto Lopez Gallego" userId="0dfa9112-9251-4882-b472-cf2dfcee09d1" providerId="ADAL" clId="{948E961B-F100-43FF-B682-30091CCFF729}" dt="2025-04-03T22:12:24.855" v="1088" actId="1076"/>
          <ac:spMkLst>
            <pc:docMk/>
            <pc:sldMk cId="1421089093" sldId="366"/>
            <ac:spMk id="37" creationId="{B28F3D03-B821-4A3C-AA3B-CE4C620837C0}"/>
          </ac:spMkLst>
        </pc:spChg>
        <pc:picChg chg="add mod">
          <ac:chgData name="Cesar Augusto Lopez Gallego" userId="0dfa9112-9251-4882-b472-cf2dfcee09d1" providerId="ADAL" clId="{948E961B-F100-43FF-B682-30091CCFF729}" dt="2025-04-03T21:25:26.663" v="373" actId="1076"/>
          <ac:picMkLst>
            <pc:docMk/>
            <pc:sldMk cId="1421089093" sldId="366"/>
            <ac:picMk id="2" creationId="{32C5D4A3-9EC3-4580-A536-C8B38552056F}"/>
          </ac:picMkLst>
        </pc:picChg>
        <pc:cxnChg chg="add mod">
          <ac:chgData name="Cesar Augusto Lopez Gallego" userId="0dfa9112-9251-4882-b472-cf2dfcee09d1" providerId="ADAL" clId="{948E961B-F100-43FF-B682-30091CCFF729}" dt="2025-04-03T21:25:26.663" v="373" actId="1076"/>
          <ac:cxnSpMkLst>
            <pc:docMk/>
            <pc:sldMk cId="1421089093" sldId="366"/>
            <ac:cxnSpMk id="4" creationId="{ED200AAC-3B01-4ED1-9CF3-883E265E3FF5}"/>
          </ac:cxnSpMkLst>
        </pc:cxnChg>
        <pc:cxnChg chg="add mod">
          <ac:chgData name="Cesar Augusto Lopez Gallego" userId="0dfa9112-9251-4882-b472-cf2dfcee09d1" providerId="ADAL" clId="{948E961B-F100-43FF-B682-30091CCFF729}" dt="2025-04-03T21:28:18.206" v="453" actId="1076"/>
          <ac:cxnSpMkLst>
            <pc:docMk/>
            <pc:sldMk cId="1421089093" sldId="366"/>
            <ac:cxnSpMk id="7" creationId="{76B6901E-4889-44A0-82C1-7F30A58E9C5B}"/>
          </ac:cxnSpMkLst>
        </pc:cxnChg>
        <pc:cxnChg chg="add mod">
          <ac:chgData name="Cesar Augusto Lopez Gallego" userId="0dfa9112-9251-4882-b472-cf2dfcee09d1" providerId="ADAL" clId="{948E961B-F100-43FF-B682-30091CCFF729}" dt="2025-04-03T21:36:48.918" v="577" actId="14100"/>
          <ac:cxnSpMkLst>
            <pc:docMk/>
            <pc:sldMk cId="1421089093" sldId="366"/>
            <ac:cxnSpMk id="10" creationId="{B6D57FB5-D285-412A-A302-299D2DFCFFF4}"/>
          </ac:cxnSpMkLst>
        </pc:cxnChg>
        <pc:cxnChg chg="add mod">
          <ac:chgData name="Cesar Augusto Lopez Gallego" userId="0dfa9112-9251-4882-b472-cf2dfcee09d1" providerId="ADAL" clId="{948E961B-F100-43FF-B682-30091CCFF729}" dt="2025-04-03T21:36:40.913" v="575" actId="1076"/>
          <ac:cxnSpMkLst>
            <pc:docMk/>
            <pc:sldMk cId="1421089093" sldId="366"/>
            <ac:cxnSpMk id="17" creationId="{4FE1ACF8-6329-4CDC-BE35-BF02F18766E6}"/>
          </ac:cxnSpMkLst>
        </pc:cxnChg>
        <pc:cxnChg chg="add mod">
          <ac:chgData name="Cesar Augusto Lopez Gallego" userId="0dfa9112-9251-4882-b472-cf2dfcee09d1" providerId="ADAL" clId="{948E961B-F100-43FF-B682-30091CCFF729}" dt="2025-04-03T21:38:12.639" v="581" actId="14100"/>
          <ac:cxnSpMkLst>
            <pc:docMk/>
            <pc:sldMk cId="1421089093" sldId="366"/>
            <ac:cxnSpMk id="21" creationId="{D6DAC5E4-D606-4500-BC6A-F76E2EBD6452}"/>
          </ac:cxnSpMkLst>
        </pc:cxnChg>
        <pc:cxnChg chg="add">
          <ac:chgData name="Cesar Augusto Lopez Gallego" userId="0dfa9112-9251-4882-b472-cf2dfcee09d1" providerId="ADAL" clId="{948E961B-F100-43FF-B682-30091CCFF729}" dt="2025-04-03T21:44:59.970" v="774" actId="11529"/>
          <ac:cxnSpMkLst>
            <pc:docMk/>
            <pc:sldMk cId="1421089093" sldId="366"/>
            <ac:cxnSpMk id="27" creationId="{69BB430E-B835-428A-B5ED-C8785260061F}"/>
          </ac:cxnSpMkLst>
        </pc:cxnChg>
        <pc:cxnChg chg="add">
          <ac:chgData name="Cesar Augusto Lopez Gallego" userId="0dfa9112-9251-4882-b472-cf2dfcee09d1" providerId="ADAL" clId="{948E961B-F100-43FF-B682-30091CCFF729}" dt="2025-04-03T21:46:37.497" v="775" actId="11529"/>
          <ac:cxnSpMkLst>
            <pc:docMk/>
            <pc:sldMk cId="1421089093" sldId="366"/>
            <ac:cxnSpMk id="29" creationId="{6ADE57CC-58C6-416B-80B7-50770D569377}"/>
          </ac:cxnSpMkLst>
        </pc:cxnChg>
        <pc:cxnChg chg="add mod">
          <ac:chgData name="Cesar Augusto Lopez Gallego" userId="0dfa9112-9251-4882-b472-cf2dfcee09d1" providerId="ADAL" clId="{948E961B-F100-43FF-B682-30091CCFF729}" dt="2025-04-03T22:09:16.222" v="941" actId="14100"/>
          <ac:cxnSpMkLst>
            <pc:docMk/>
            <pc:sldMk cId="1421089093" sldId="366"/>
            <ac:cxnSpMk id="33" creationId="{969E99F3-EB27-4993-90BE-BE3B98F686B3}"/>
          </ac:cxnSpMkLst>
        </pc:cxnChg>
        <pc:cxnChg chg="add mod">
          <ac:chgData name="Cesar Augusto Lopez Gallego" userId="0dfa9112-9251-4882-b472-cf2dfcee09d1" providerId="ADAL" clId="{948E961B-F100-43FF-B682-30091CCFF729}" dt="2025-04-03T22:12:33.639" v="1090" actId="14100"/>
          <ac:cxnSpMkLst>
            <pc:docMk/>
            <pc:sldMk cId="1421089093" sldId="366"/>
            <ac:cxnSpMk id="39" creationId="{61C2B725-D23D-49C0-A253-34137DFE7586}"/>
          </ac:cxnSpMkLst>
        </pc:cxnChg>
      </pc:sldChg>
      <pc:sldChg chg="addSp modSp new del mod">
        <pc:chgData name="Cesar Augusto Lopez Gallego" userId="0dfa9112-9251-4882-b472-cf2dfcee09d1" providerId="ADAL" clId="{948E961B-F100-43FF-B682-30091CCFF729}" dt="2025-04-04T11:52:45.935" v="3143" actId="47"/>
        <pc:sldMkLst>
          <pc:docMk/>
          <pc:sldMk cId="1001495752" sldId="367"/>
        </pc:sldMkLst>
        <pc:spChg chg="add mod">
          <ac:chgData name="Cesar Augusto Lopez Gallego" userId="0dfa9112-9251-4882-b472-cf2dfcee09d1" providerId="ADAL" clId="{948E961B-F100-43FF-B682-30091CCFF729}" dt="2025-04-03T21:21:09.335" v="264" actId="2085"/>
          <ac:spMkLst>
            <pc:docMk/>
            <pc:sldMk cId="1001495752" sldId="367"/>
            <ac:spMk id="3" creationId="{ACC2A720-6BB3-4614-98AD-E9375B4B85E4}"/>
          </ac:spMkLst>
        </pc:spChg>
        <pc:spChg chg="add mod">
          <ac:chgData name="Cesar Augusto Lopez Gallego" userId="0dfa9112-9251-4882-b472-cf2dfcee09d1" providerId="ADAL" clId="{948E961B-F100-43FF-B682-30091CCFF729}" dt="2025-04-03T21:23:02.139" v="320" actId="20577"/>
          <ac:spMkLst>
            <pc:docMk/>
            <pc:sldMk cId="1001495752" sldId="367"/>
            <ac:spMk id="4" creationId="{123B59A9-9961-402A-B99E-E0C8611F03ED}"/>
          </ac:spMkLst>
        </pc:spChg>
        <pc:spChg chg="add mod">
          <ac:chgData name="Cesar Augusto Lopez Gallego" userId="0dfa9112-9251-4882-b472-cf2dfcee09d1" providerId="ADAL" clId="{948E961B-F100-43FF-B682-30091CCFF729}" dt="2025-04-03T21:23:09.031" v="322" actId="1076"/>
          <ac:spMkLst>
            <pc:docMk/>
            <pc:sldMk cId="1001495752" sldId="367"/>
            <ac:spMk id="5" creationId="{E95D5664-68B8-41B3-A457-49937325C5BE}"/>
          </ac:spMkLst>
        </pc:spChg>
        <pc:picChg chg="add mod">
          <ac:chgData name="Cesar Augusto Lopez Gallego" userId="0dfa9112-9251-4882-b472-cf2dfcee09d1" providerId="ADAL" clId="{948E961B-F100-43FF-B682-30091CCFF729}" dt="2025-04-03T21:20:35.680" v="260" actId="1076"/>
          <ac:picMkLst>
            <pc:docMk/>
            <pc:sldMk cId="1001495752" sldId="367"/>
            <ac:picMk id="2" creationId="{D1C2253B-B631-44CE-9856-C083D6AC37D8}"/>
          </ac:picMkLst>
        </pc:picChg>
        <pc:cxnChg chg="add">
          <ac:chgData name="Cesar Augusto Lopez Gallego" userId="0dfa9112-9251-4882-b472-cf2dfcee09d1" providerId="ADAL" clId="{948E961B-F100-43FF-B682-30091CCFF729}" dt="2025-04-03T21:23:15.715" v="323" actId="11529"/>
          <ac:cxnSpMkLst>
            <pc:docMk/>
            <pc:sldMk cId="1001495752" sldId="367"/>
            <ac:cxnSpMk id="7" creationId="{3EDD8117-374A-4217-AF4D-4BD0E54E8259}"/>
          </ac:cxnSpMkLst>
        </pc:cxnChg>
        <pc:cxnChg chg="add">
          <ac:chgData name="Cesar Augusto Lopez Gallego" userId="0dfa9112-9251-4882-b472-cf2dfcee09d1" providerId="ADAL" clId="{948E961B-F100-43FF-B682-30091CCFF729}" dt="2025-04-03T21:23:23.768" v="324" actId="11529"/>
          <ac:cxnSpMkLst>
            <pc:docMk/>
            <pc:sldMk cId="1001495752" sldId="367"/>
            <ac:cxnSpMk id="9" creationId="{FE2AC840-6843-4F28-907F-DA6D512747A0}"/>
          </ac:cxnSpMkLst>
        </pc:cxnChg>
      </pc:sldChg>
      <pc:sldChg chg="addSp delSp modSp new mod">
        <pc:chgData name="Cesar Augusto Lopez Gallego" userId="0dfa9112-9251-4882-b472-cf2dfcee09d1" providerId="ADAL" clId="{948E961B-F100-43FF-B682-30091CCFF729}" dt="2025-04-03T23:51:35.983" v="1956" actId="20577"/>
        <pc:sldMkLst>
          <pc:docMk/>
          <pc:sldMk cId="1962009788" sldId="368"/>
        </pc:sldMkLst>
        <pc:spChg chg="add mod">
          <ac:chgData name="Cesar Augusto Lopez Gallego" userId="0dfa9112-9251-4882-b472-cf2dfcee09d1" providerId="ADAL" clId="{948E961B-F100-43FF-B682-30091CCFF729}" dt="2025-04-03T22:26:35.346" v="1739" actId="20577"/>
          <ac:spMkLst>
            <pc:docMk/>
            <pc:sldMk cId="1962009788" sldId="368"/>
            <ac:spMk id="2" creationId="{F7680DCE-1E3A-47E9-8300-719186193C83}"/>
          </ac:spMkLst>
        </pc:spChg>
        <pc:spChg chg="add mod">
          <ac:chgData name="Cesar Augusto Lopez Gallego" userId="0dfa9112-9251-4882-b472-cf2dfcee09d1" providerId="ADAL" clId="{948E961B-F100-43FF-B682-30091CCFF729}" dt="2025-04-03T22:25:08.744" v="1731" actId="20577"/>
          <ac:spMkLst>
            <pc:docMk/>
            <pc:sldMk cId="1962009788" sldId="368"/>
            <ac:spMk id="4" creationId="{33ECDDA0-BD4F-49F2-92BD-C82369B9924A}"/>
          </ac:spMkLst>
        </pc:spChg>
        <pc:spChg chg="add mod">
          <ac:chgData name="Cesar Augusto Lopez Gallego" userId="0dfa9112-9251-4882-b472-cf2dfcee09d1" providerId="ADAL" clId="{948E961B-F100-43FF-B682-30091CCFF729}" dt="2025-04-03T23:48:08.031" v="1871" actId="1076"/>
          <ac:spMkLst>
            <pc:docMk/>
            <pc:sldMk cId="1962009788" sldId="368"/>
            <ac:spMk id="6" creationId="{AF7940EB-FCC6-4243-9F04-1144E2496683}"/>
          </ac:spMkLst>
        </pc:spChg>
        <pc:spChg chg="add mod">
          <ac:chgData name="Cesar Augusto Lopez Gallego" userId="0dfa9112-9251-4882-b472-cf2dfcee09d1" providerId="ADAL" clId="{948E961B-F100-43FF-B682-30091CCFF729}" dt="2025-04-03T23:48:10.358" v="1872" actId="1076"/>
          <ac:spMkLst>
            <pc:docMk/>
            <pc:sldMk cId="1962009788" sldId="368"/>
            <ac:spMk id="8" creationId="{12E4338A-F7B1-408D-B519-2D52F1882C58}"/>
          </ac:spMkLst>
        </pc:spChg>
        <pc:spChg chg="add del mod">
          <ac:chgData name="Cesar Augusto Lopez Gallego" userId="0dfa9112-9251-4882-b472-cf2dfcee09d1" providerId="ADAL" clId="{948E961B-F100-43FF-B682-30091CCFF729}" dt="2025-04-03T22:22:57.368" v="1497" actId="478"/>
          <ac:spMkLst>
            <pc:docMk/>
            <pc:sldMk cId="1962009788" sldId="368"/>
            <ac:spMk id="10" creationId="{8ED2296F-C3AC-4F50-BEC4-68990C5ADC4D}"/>
          </ac:spMkLst>
        </pc:spChg>
        <pc:spChg chg="add mod">
          <ac:chgData name="Cesar Augusto Lopez Gallego" userId="0dfa9112-9251-4882-b472-cf2dfcee09d1" providerId="ADAL" clId="{948E961B-F100-43FF-B682-30091CCFF729}" dt="2025-04-03T22:24:52.422" v="1721" actId="1076"/>
          <ac:spMkLst>
            <pc:docMk/>
            <pc:sldMk cId="1962009788" sldId="368"/>
            <ac:spMk id="12" creationId="{83C73C2B-E637-477E-98A9-BFEA12352653}"/>
          </ac:spMkLst>
        </pc:spChg>
        <pc:spChg chg="add mod">
          <ac:chgData name="Cesar Augusto Lopez Gallego" userId="0dfa9112-9251-4882-b472-cf2dfcee09d1" providerId="ADAL" clId="{948E961B-F100-43FF-B682-30091CCFF729}" dt="2025-04-03T23:51:35.983" v="1956" actId="20577"/>
          <ac:spMkLst>
            <pc:docMk/>
            <pc:sldMk cId="1962009788" sldId="368"/>
            <ac:spMk id="14" creationId="{C88C1F31-0798-4BAF-BD2D-0C8A96942ACC}"/>
          </ac:spMkLst>
        </pc:spChg>
      </pc:sldChg>
    </pc:docChg>
  </pc:docChgLst>
  <pc:docChgLst>
    <pc:chgData name="Cesar Augusto Lopez Gallego" userId="0dfa9112-9251-4882-b472-cf2dfcee09d1" providerId="ADAL" clId="{F3DF07A2-6BA1-431D-A078-C1C471A99DDE}"/>
    <pc:docChg chg="undo custSel addSld delSld modSld">
      <pc:chgData name="Cesar Augusto Lopez Gallego" userId="0dfa9112-9251-4882-b472-cf2dfcee09d1" providerId="ADAL" clId="{F3DF07A2-6BA1-431D-A078-C1C471A99DDE}" dt="2026-04-08T12:29:56.013" v="1430" actId="20577"/>
      <pc:docMkLst>
        <pc:docMk/>
      </pc:docMkLst>
      <pc:sldChg chg="modSp add mod setBg">
        <pc:chgData name="Cesar Augusto Lopez Gallego" userId="0dfa9112-9251-4882-b472-cf2dfcee09d1" providerId="ADAL" clId="{F3DF07A2-6BA1-431D-A078-C1C471A99DDE}" dt="2026-04-07T12:17:55.839" v="371" actId="20577"/>
        <pc:sldMkLst>
          <pc:docMk/>
          <pc:sldMk cId="3933606175" sldId="273"/>
        </pc:sldMkLst>
        <pc:spChg chg="mod">
          <ac:chgData name="Cesar Augusto Lopez Gallego" userId="0dfa9112-9251-4882-b472-cf2dfcee09d1" providerId="ADAL" clId="{F3DF07A2-6BA1-431D-A078-C1C471A99DDE}" dt="2026-04-07T12:15:47.989" v="239" actId="6549"/>
          <ac:spMkLst>
            <pc:docMk/>
            <pc:sldMk cId="3933606175" sldId="273"/>
            <ac:spMk id="3" creationId="{742ED178-891C-4ADE-B87F-87B8BDDC49A3}"/>
          </ac:spMkLst>
        </pc:spChg>
        <pc:spChg chg="mod">
          <ac:chgData name="Cesar Augusto Lopez Gallego" userId="0dfa9112-9251-4882-b472-cf2dfcee09d1" providerId="ADAL" clId="{F3DF07A2-6BA1-431D-A078-C1C471A99DDE}" dt="2026-04-07T12:17:55.839" v="371" actId="20577"/>
          <ac:spMkLst>
            <pc:docMk/>
            <pc:sldMk cId="3933606175" sldId="273"/>
            <ac:spMk id="4" creationId="{0B93B334-4B15-4D1D-A449-DAB26C3D917E}"/>
          </ac:spMkLst>
        </pc:spChg>
      </pc:sldChg>
      <pc:sldChg chg="addSp modSp mod">
        <pc:chgData name="Cesar Augusto Lopez Gallego" userId="0dfa9112-9251-4882-b472-cf2dfcee09d1" providerId="ADAL" clId="{F3DF07A2-6BA1-431D-A078-C1C471A99DDE}" dt="2026-04-08T12:13:40.164" v="1184" actId="11529"/>
        <pc:sldMkLst>
          <pc:docMk/>
          <pc:sldMk cId="4098487574" sldId="311"/>
        </pc:sldMkLst>
        <pc:spChg chg="mod">
          <ac:chgData name="Cesar Augusto Lopez Gallego" userId="0dfa9112-9251-4882-b472-cf2dfcee09d1" providerId="ADAL" clId="{F3DF07A2-6BA1-431D-A078-C1C471A99DDE}" dt="2026-04-08T12:12:28.341" v="1167"/>
          <ac:spMkLst>
            <pc:docMk/>
            <pc:sldMk cId="4098487574" sldId="311"/>
            <ac:spMk id="4" creationId="{18424513-0595-4CE1-876E-93D43050C865}"/>
          </ac:spMkLst>
        </pc:spChg>
        <pc:spChg chg="mod">
          <ac:chgData name="Cesar Augusto Lopez Gallego" userId="0dfa9112-9251-4882-b472-cf2dfcee09d1" providerId="ADAL" clId="{F3DF07A2-6BA1-431D-A078-C1C471A99DDE}" dt="2026-04-08T12:12:05.628" v="1164" actId="404"/>
          <ac:spMkLst>
            <pc:docMk/>
            <pc:sldMk cId="4098487574" sldId="311"/>
            <ac:spMk id="12" creationId="{4AD7A405-4229-4837-9934-ADFDFFA4CB05}"/>
          </ac:spMkLst>
        </pc:spChg>
        <pc:spChg chg="add mod">
          <ac:chgData name="Cesar Augusto Lopez Gallego" userId="0dfa9112-9251-4882-b472-cf2dfcee09d1" providerId="ADAL" clId="{F3DF07A2-6BA1-431D-A078-C1C471A99DDE}" dt="2026-04-08T12:11:31.824" v="1156" actId="1076"/>
          <ac:spMkLst>
            <pc:docMk/>
            <pc:sldMk cId="4098487574" sldId="311"/>
            <ac:spMk id="14" creationId="{973BE036-EED5-4BF7-84B3-22FF38F70366}"/>
          </ac:spMkLst>
        </pc:spChg>
        <pc:spChg chg="add mod">
          <ac:chgData name="Cesar Augusto Lopez Gallego" userId="0dfa9112-9251-4882-b472-cf2dfcee09d1" providerId="ADAL" clId="{F3DF07A2-6BA1-431D-A078-C1C471A99DDE}" dt="2026-04-08T12:12:10.113" v="1165" actId="1076"/>
          <ac:spMkLst>
            <pc:docMk/>
            <pc:sldMk cId="4098487574" sldId="311"/>
            <ac:spMk id="16" creationId="{36FFE4D1-3DFB-438E-BB66-5A0A89DBD15A}"/>
          </ac:spMkLst>
        </pc:spChg>
        <pc:spChg chg="add mod">
          <ac:chgData name="Cesar Augusto Lopez Gallego" userId="0dfa9112-9251-4882-b472-cf2dfcee09d1" providerId="ADAL" clId="{F3DF07A2-6BA1-431D-A078-C1C471A99DDE}" dt="2026-04-08T12:12:39.883" v="1173" actId="1076"/>
          <ac:spMkLst>
            <pc:docMk/>
            <pc:sldMk cId="4098487574" sldId="311"/>
            <ac:spMk id="22" creationId="{884A93BB-F748-43F4-8DEB-5A3541B93C49}"/>
          </ac:spMkLst>
        </pc:spChg>
        <pc:spChg chg="add mod">
          <ac:chgData name="Cesar Augusto Lopez Gallego" userId="0dfa9112-9251-4882-b472-cf2dfcee09d1" providerId="ADAL" clId="{F3DF07A2-6BA1-431D-A078-C1C471A99DDE}" dt="2026-04-08T12:13:34.306" v="1183" actId="14100"/>
          <ac:spMkLst>
            <pc:docMk/>
            <pc:sldMk cId="4098487574" sldId="311"/>
            <ac:spMk id="26" creationId="{040E76A0-9681-43A2-A1D0-EECF02DF7E6A}"/>
          </ac:spMkLst>
        </pc:spChg>
        <pc:cxnChg chg="add mod">
          <ac:chgData name="Cesar Augusto Lopez Gallego" userId="0dfa9112-9251-4882-b472-cf2dfcee09d1" providerId="ADAL" clId="{F3DF07A2-6BA1-431D-A078-C1C471A99DDE}" dt="2026-04-08T12:11:38.696" v="1159" actId="14100"/>
          <ac:cxnSpMkLst>
            <pc:docMk/>
            <pc:sldMk cId="4098487574" sldId="311"/>
            <ac:cxnSpMk id="9" creationId="{EFA803EF-6CDD-4B3B-92D7-21100B1818C6}"/>
          </ac:cxnSpMkLst>
        </pc:cxnChg>
        <pc:cxnChg chg="add">
          <ac:chgData name="Cesar Augusto Lopez Gallego" userId="0dfa9112-9251-4882-b472-cf2dfcee09d1" providerId="ADAL" clId="{F3DF07A2-6BA1-431D-A078-C1C471A99DDE}" dt="2026-04-08T12:11:48.911" v="1161" actId="11529"/>
          <ac:cxnSpMkLst>
            <pc:docMk/>
            <pc:sldMk cId="4098487574" sldId="311"/>
            <ac:cxnSpMk id="20" creationId="{2E5CEE55-1408-4E0D-BD10-701FFC7C3EDF}"/>
          </ac:cxnSpMkLst>
        </pc:cxnChg>
        <pc:cxnChg chg="add">
          <ac:chgData name="Cesar Augusto Lopez Gallego" userId="0dfa9112-9251-4882-b472-cf2dfcee09d1" providerId="ADAL" clId="{F3DF07A2-6BA1-431D-A078-C1C471A99DDE}" dt="2026-04-08T12:12:46.360" v="1174" actId="11529"/>
          <ac:cxnSpMkLst>
            <pc:docMk/>
            <pc:sldMk cId="4098487574" sldId="311"/>
            <ac:cxnSpMk id="24" creationId="{8C0DC80D-C800-4016-B061-D50C4C0D5CB3}"/>
          </ac:cxnSpMkLst>
        </pc:cxnChg>
        <pc:cxnChg chg="add">
          <ac:chgData name="Cesar Augusto Lopez Gallego" userId="0dfa9112-9251-4882-b472-cf2dfcee09d1" providerId="ADAL" clId="{F3DF07A2-6BA1-431D-A078-C1C471A99DDE}" dt="2026-04-08T12:13:40.164" v="1184" actId="11529"/>
          <ac:cxnSpMkLst>
            <pc:docMk/>
            <pc:sldMk cId="4098487574" sldId="311"/>
            <ac:cxnSpMk id="28" creationId="{9044D1FF-7D81-4130-947A-16F39EAA0DBB}"/>
          </ac:cxnSpMkLst>
        </pc:cxnChg>
      </pc:sldChg>
      <pc:sldChg chg="addSp delSp modSp mod">
        <pc:chgData name="Cesar Augusto Lopez Gallego" userId="0dfa9112-9251-4882-b472-cf2dfcee09d1" providerId="ADAL" clId="{F3DF07A2-6BA1-431D-A078-C1C471A99DDE}" dt="2026-04-08T11:57:13.080" v="962" actId="113"/>
        <pc:sldMkLst>
          <pc:docMk/>
          <pc:sldMk cId="3769389719" sldId="313"/>
        </pc:sldMkLst>
        <pc:spChg chg="mod">
          <ac:chgData name="Cesar Augusto Lopez Gallego" userId="0dfa9112-9251-4882-b472-cf2dfcee09d1" providerId="ADAL" clId="{F3DF07A2-6BA1-431D-A078-C1C471A99DDE}" dt="2026-04-08T11:57:13.080" v="962" actId="113"/>
          <ac:spMkLst>
            <pc:docMk/>
            <pc:sldMk cId="3769389719" sldId="313"/>
            <ac:spMk id="4" creationId="{ABAA8379-3D4F-49B9-85C2-279184A32E8E}"/>
          </ac:spMkLst>
        </pc:spChg>
        <pc:spChg chg="add mod">
          <ac:chgData name="Cesar Augusto Lopez Gallego" userId="0dfa9112-9251-4882-b472-cf2dfcee09d1" providerId="ADAL" clId="{F3DF07A2-6BA1-431D-A078-C1C471A99DDE}" dt="2026-04-08T11:28:10.431" v="468" actId="13926"/>
          <ac:spMkLst>
            <pc:docMk/>
            <pc:sldMk cId="3769389719" sldId="313"/>
            <ac:spMk id="6" creationId="{19F2E941-166E-4F70-B6B8-889B1AD7F38C}"/>
          </ac:spMkLst>
        </pc:spChg>
        <pc:spChg chg="add del mod">
          <ac:chgData name="Cesar Augusto Lopez Gallego" userId="0dfa9112-9251-4882-b472-cf2dfcee09d1" providerId="ADAL" clId="{F3DF07A2-6BA1-431D-A078-C1C471A99DDE}" dt="2026-04-08T11:25:39.807" v="430" actId="478"/>
          <ac:spMkLst>
            <pc:docMk/>
            <pc:sldMk cId="3769389719" sldId="313"/>
            <ac:spMk id="9" creationId="{E0CFC9ED-A29F-47A2-8BAC-5D8CB6DDDA4E}"/>
          </ac:spMkLst>
        </pc:spChg>
        <pc:spChg chg="add mod">
          <ac:chgData name="Cesar Augusto Lopez Gallego" userId="0dfa9112-9251-4882-b472-cf2dfcee09d1" providerId="ADAL" clId="{F3DF07A2-6BA1-431D-A078-C1C471A99DDE}" dt="2026-04-08T11:26:39.871" v="460" actId="404"/>
          <ac:spMkLst>
            <pc:docMk/>
            <pc:sldMk cId="3769389719" sldId="313"/>
            <ac:spMk id="12" creationId="{1FCEE48B-8ADA-4D10-ABEF-F19CDA252420}"/>
          </ac:spMkLst>
        </pc:spChg>
        <pc:picChg chg="del mod">
          <ac:chgData name="Cesar Augusto Lopez Gallego" userId="0dfa9112-9251-4882-b472-cf2dfcee09d1" providerId="ADAL" clId="{F3DF07A2-6BA1-431D-A078-C1C471A99DDE}" dt="2026-04-08T11:25:35.684" v="428" actId="478"/>
          <ac:picMkLst>
            <pc:docMk/>
            <pc:sldMk cId="3769389719" sldId="313"/>
            <ac:picMk id="5" creationId="{1F5E2949-D2CC-4FB1-8C76-9C17BA611859}"/>
          </ac:picMkLst>
        </pc:picChg>
        <pc:picChg chg="add del mod">
          <ac:chgData name="Cesar Augusto Lopez Gallego" userId="0dfa9112-9251-4882-b472-cf2dfcee09d1" providerId="ADAL" clId="{F3DF07A2-6BA1-431D-A078-C1C471A99DDE}" dt="2026-04-08T11:25:35.684" v="428" actId="478"/>
          <ac:picMkLst>
            <pc:docMk/>
            <pc:sldMk cId="3769389719" sldId="313"/>
            <ac:picMk id="8" creationId="{8B836193-E7B1-4DA1-9BC7-F2E1AFC99A86}"/>
          </ac:picMkLst>
        </pc:picChg>
        <pc:picChg chg="add mod">
          <ac:chgData name="Cesar Augusto Lopez Gallego" userId="0dfa9112-9251-4882-b472-cf2dfcee09d1" providerId="ADAL" clId="{F3DF07A2-6BA1-431D-A078-C1C471A99DDE}" dt="2026-04-08T11:25:48.293" v="433" actId="1076"/>
          <ac:picMkLst>
            <pc:docMk/>
            <pc:sldMk cId="3769389719" sldId="313"/>
            <ac:picMk id="11" creationId="{A17707C5-D7BD-4B4D-9F4E-0AD23817D043}"/>
          </ac:picMkLst>
        </pc:picChg>
        <pc:picChg chg="add mod">
          <ac:chgData name="Cesar Augusto Lopez Gallego" userId="0dfa9112-9251-4882-b472-cf2dfcee09d1" providerId="ADAL" clId="{F3DF07A2-6BA1-431D-A078-C1C471A99DDE}" dt="2026-04-08T11:42:26.035" v="794" actId="1076"/>
          <ac:picMkLst>
            <pc:docMk/>
            <pc:sldMk cId="3769389719" sldId="313"/>
            <ac:picMk id="13" creationId="{5421F90F-F853-486B-B12A-C12A1ECE7C24}"/>
          </ac:picMkLst>
        </pc:picChg>
      </pc:sldChg>
      <pc:sldChg chg="add">
        <pc:chgData name="Cesar Augusto Lopez Gallego" userId="0dfa9112-9251-4882-b472-cf2dfcee09d1" providerId="ADAL" clId="{F3DF07A2-6BA1-431D-A078-C1C471A99DDE}" dt="2026-04-07T12:00:49.810" v="16"/>
        <pc:sldMkLst>
          <pc:docMk/>
          <pc:sldMk cId="1984860573" sldId="314"/>
        </pc:sldMkLst>
      </pc:sldChg>
      <pc:sldChg chg="del">
        <pc:chgData name="Cesar Augusto Lopez Gallego" userId="0dfa9112-9251-4882-b472-cf2dfcee09d1" providerId="ADAL" clId="{F3DF07A2-6BA1-431D-A078-C1C471A99DDE}" dt="2026-04-07T12:00:42.749" v="15" actId="2696"/>
        <pc:sldMkLst>
          <pc:docMk/>
          <pc:sldMk cId="2710980677" sldId="314"/>
        </pc:sldMkLst>
      </pc:sldChg>
      <pc:sldChg chg="modSp mod">
        <pc:chgData name="Cesar Augusto Lopez Gallego" userId="0dfa9112-9251-4882-b472-cf2dfcee09d1" providerId="ADAL" clId="{F3DF07A2-6BA1-431D-A078-C1C471A99DDE}" dt="2026-04-08T12:05:10.931" v="1135" actId="20577"/>
        <pc:sldMkLst>
          <pc:docMk/>
          <pc:sldMk cId="2626635672" sldId="315"/>
        </pc:sldMkLst>
        <pc:spChg chg="mod">
          <ac:chgData name="Cesar Augusto Lopez Gallego" userId="0dfa9112-9251-4882-b472-cf2dfcee09d1" providerId="ADAL" clId="{F3DF07A2-6BA1-431D-A078-C1C471A99DDE}" dt="2026-04-08T12:05:10.931" v="1135" actId="20577"/>
          <ac:spMkLst>
            <pc:docMk/>
            <pc:sldMk cId="2626635672" sldId="315"/>
            <ac:spMk id="5" creationId="{BCEA23F5-CE36-4211-A746-CA1482C62824}"/>
          </ac:spMkLst>
        </pc:spChg>
      </pc:sldChg>
      <pc:sldChg chg="add">
        <pc:chgData name="Cesar Augusto Lopez Gallego" userId="0dfa9112-9251-4882-b472-cf2dfcee09d1" providerId="ADAL" clId="{F3DF07A2-6BA1-431D-A078-C1C471A99DDE}" dt="2026-04-07T11:59:55.206" v="13"/>
        <pc:sldMkLst>
          <pc:docMk/>
          <pc:sldMk cId="1061756456" sldId="324"/>
        </pc:sldMkLst>
      </pc:sldChg>
      <pc:sldChg chg="del">
        <pc:chgData name="Cesar Augusto Lopez Gallego" userId="0dfa9112-9251-4882-b472-cf2dfcee09d1" providerId="ADAL" clId="{F3DF07A2-6BA1-431D-A078-C1C471A99DDE}" dt="2026-04-07T11:59:47.932" v="12" actId="2696"/>
        <pc:sldMkLst>
          <pc:docMk/>
          <pc:sldMk cId="2901166387" sldId="324"/>
        </pc:sldMkLst>
      </pc:sldChg>
      <pc:sldChg chg="del">
        <pc:chgData name="Cesar Augusto Lopez Gallego" userId="0dfa9112-9251-4882-b472-cf2dfcee09d1" providerId="ADAL" clId="{F3DF07A2-6BA1-431D-A078-C1C471A99DDE}" dt="2026-04-07T11:58:59.128" v="11" actId="47"/>
        <pc:sldMkLst>
          <pc:docMk/>
          <pc:sldMk cId="1223304246" sldId="333"/>
        </pc:sldMkLst>
      </pc:sldChg>
      <pc:sldChg chg="del">
        <pc:chgData name="Cesar Augusto Lopez Gallego" userId="0dfa9112-9251-4882-b472-cf2dfcee09d1" providerId="ADAL" clId="{F3DF07A2-6BA1-431D-A078-C1C471A99DDE}" dt="2026-04-07T11:58:52.421" v="9" actId="47"/>
        <pc:sldMkLst>
          <pc:docMk/>
          <pc:sldMk cId="1815944619" sldId="334"/>
        </pc:sldMkLst>
      </pc:sldChg>
      <pc:sldChg chg="del">
        <pc:chgData name="Cesar Augusto Lopez Gallego" userId="0dfa9112-9251-4882-b472-cf2dfcee09d1" providerId="ADAL" clId="{F3DF07A2-6BA1-431D-A078-C1C471A99DDE}" dt="2026-04-07T11:58:57.270" v="10" actId="47"/>
        <pc:sldMkLst>
          <pc:docMk/>
          <pc:sldMk cId="1183464713" sldId="336"/>
        </pc:sldMkLst>
      </pc:sldChg>
      <pc:sldChg chg="del">
        <pc:chgData name="Cesar Augusto Lopez Gallego" userId="0dfa9112-9251-4882-b472-cf2dfcee09d1" providerId="ADAL" clId="{F3DF07A2-6BA1-431D-A078-C1C471A99DDE}" dt="2026-04-07T11:58:49.354" v="8" actId="47"/>
        <pc:sldMkLst>
          <pc:docMk/>
          <pc:sldMk cId="2338226495" sldId="337"/>
        </pc:sldMkLst>
      </pc:sldChg>
      <pc:sldChg chg="del">
        <pc:chgData name="Cesar Augusto Lopez Gallego" userId="0dfa9112-9251-4882-b472-cf2dfcee09d1" providerId="ADAL" clId="{F3DF07A2-6BA1-431D-A078-C1C471A99DDE}" dt="2026-04-07T11:58:44.518" v="7" actId="47"/>
        <pc:sldMkLst>
          <pc:docMk/>
          <pc:sldMk cId="2002510494" sldId="338"/>
        </pc:sldMkLst>
      </pc:sldChg>
      <pc:sldChg chg="del">
        <pc:chgData name="Cesar Augusto Lopez Gallego" userId="0dfa9112-9251-4882-b472-cf2dfcee09d1" providerId="ADAL" clId="{F3DF07A2-6BA1-431D-A078-C1C471A99DDE}" dt="2026-04-07T11:58:41.954" v="6" actId="47"/>
        <pc:sldMkLst>
          <pc:docMk/>
          <pc:sldMk cId="74672648" sldId="339"/>
        </pc:sldMkLst>
      </pc:sldChg>
      <pc:sldChg chg="del">
        <pc:chgData name="Cesar Augusto Lopez Gallego" userId="0dfa9112-9251-4882-b472-cf2dfcee09d1" providerId="ADAL" clId="{F3DF07A2-6BA1-431D-A078-C1C471A99DDE}" dt="2026-04-07T11:58:39.100" v="5" actId="47"/>
        <pc:sldMkLst>
          <pc:docMk/>
          <pc:sldMk cId="1401339945" sldId="340"/>
        </pc:sldMkLst>
      </pc:sldChg>
      <pc:sldChg chg="del">
        <pc:chgData name="Cesar Augusto Lopez Gallego" userId="0dfa9112-9251-4882-b472-cf2dfcee09d1" providerId="ADAL" clId="{F3DF07A2-6BA1-431D-A078-C1C471A99DDE}" dt="2026-04-07T11:58:30.389" v="4" actId="47"/>
        <pc:sldMkLst>
          <pc:docMk/>
          <pc:sldMk cId="1390832097" sldId="341"/>
        </pc:sldMkLst>
      </pc:sldChg>
      <pc:sldChg chg="del">
        <pc:chgData name="Cesar Augusto Lopez Gallego" userId="0dfa9112-9251-4882-b472-cf2dfcee09d1" providerId="ADAL" clId="{F3DF07A2-6BA1-431D-A078-C1C471A99DDE}" dt="2026-04-07T11:58:21.142" v="3" actId="47"/>
        <pc:sldMkLst>
          <pc:docMk/>
          <pc:sldMk cId="1701037573" sldId="342"/>
        </pc:sldMkLst>
      </pc:sldChg>
      <pc:sldChg chg="modSp mod">
        <pc:chgData name="Cesar Augusto Lopez Gallego" userId="0dfa9112-9251-4882-b472-cf2dfcee09d1" providerId="ADAL" clId="{F3DF07A2-6BA1-431D-A078-C1C471A99DDE}" dt="2026-04-07T12:02:42.303" v="28" actId="1076"/>
        <pc:sldMkLst>
          <pc:docMk/>
          <pc:sldMk cId="106073358" sldId="343"/>
        </pc:sldMkLst>
        <pc:spChg chg="mod">
          <ac:chgData name="Cesar Augusto Lopez Gallego" userId="0dfa9112-9251-4882-b472-cf2dfcee09d1" providerId="ADAL" clId="{F3DF07A2-6BA1-431D-A078-C1C471A99DDE}" dt="2026-04-07T12:02:06.955" v="20" actId="5793"/>
          <ac:spMkLst>
            <pc:docMk/>
            <pc:sldMk cId="106073358" sldId="343"/>
            <ac:spMk id="4" creationId="{CBDEAC8A-AE5E-4F91-8811-578DE9927514}"/>
          </ac:spMkLst>
        </pc:spChg>
        <pc:spChg chg="mod">
          <ac:chgData name="Cesar Augusto Lopez Gallego" userId="0dfa9112-9251-4882-b472-cf2dfcee09d1" providerId="ADAL" clId="{F3DF07A2-6BA1-431D-A078-C1C471A99DDE}" dt="2026-04-07T12:02:42.303" v="28" actId="1076"/>
          <ac:spMkLst>
            <pc:docMk/>
            <pc:sldMk cId="106073358" sldId="343"/>
            <ac:spMk id="6" creationId="{D446D497-B028-4F59-919C-35C5726F4292}"/>
          </ac:spMkLst>
        </pc:spChg>
      </pc:sldChg>
      <pc:sldChg chg="modSp mod">
        <pc:chgData name="Cesar Augusto Lopez Gallego" userId="0dfa9112-9251-4882-b472-cf2dfcee09d1" providerId="ADAL" clId="{F3DF07A2-6BA1-431D-A078-C1C471A99DDE}" dt="2026-04-08T12:29:56.013" v="1430" actId="20577"/>
        <pc:sldMkLst>
          <pc:docMk/>
          <pc:sldMk cId="2959916279" sldId="344"/>
        </pc:sldMkLst>
        <pc:spChg chg="mod">
          <ac:chgData name="Cesar Augusto Lopez Gallego" userId="0dfa9112-9251-4882-b472-cf2dfcee09d1" providerId="ADAL" clId="{F3DF07A2-6BA1-431D-A078-C1C471A99DDE}" dt="2026-04-08T12:15:05.687" v="1187" actId="1076"/>
          <ac:spMkLst>
            <pc:docMk/>
            <pc:sldMk cId="2959916279" sldId="344"/>
            <ac:spMk id="9" creationId="{D6821C5A-AC45-4456-8D0A-BA2966CE9908}"/>
          </ac:spMkLst>
        </pc:spChg>
        <pc:spChg chg="mod">
          <ac:chgData name="Cesar Augusto Lopez Gallego" userId="0dfa9112-9251-4882-b472-cf2dfcee09d1" providerId="ADAL" clId="{F3DF07A2-6BA1-431D-A078-C1C471A99DDE}" dt="2026-04-08T12:29:56.013" v="1430" actId="20577"/>
          <ac:spMkLst>
            <pc:docMk/>
            <pc:sldMk cId="2959916279" sldId="344"/>
            <ac:spMk id="11" creationId="{531F6FBD-3889-41D1-8E91-FBF7CD591165}"/>
          </ac:spMkLst>
        </pc:spChg>
        <pc:picChg chg="mod">
          <ac:chgData name="Cesar Augusto Lopez Gallego" userId="0dfa9112-9251-4882-b472-cf2dfcee09d1" providerId="ADAL" clId="{F3DF07A2-6BA1-431D-A078-C1C471A99DDE}" dt="2026-04-08T12:15:00.434" v="1185" actId="1076"/>
          <ac:picMkLst>
            <pc:docMk/>
            <pc:sldMk cId="2959916279" sldId="344"/>
            <ac:picMk id="4" creationId="{F0CCE04C-F15B-4AC5-B340-426F983AA82F}"/>
          </ac:picMkLst>
        </pc:picChg>
      </pc:sldChg>
      <pc:sldChg chg="modSp mod">
        <pc:chgData name="Cesar Augusto Lopez Gallego" userId="0dfa9112-9251-4882-b472-cf2dfcee09d1" providerId="ADAL" clId="{F3DF07A2-6BA1-431D-A078-C1C471A99DDE}" dt="2026-04-08T12:18:38.174" v="1255" actId="404"/>
        <pc:sldMkLst>
          <pc:docMk/>
          <pc:sldMk cId="1422279637" sldId="351"/>
        </pc:sldMkLst>
        <pc:spChg chg="mod">
          <ac:chgData name="Cesar Augusto Lopez Gallego" userId="0dfa9112-9251-4882-b472-cf2dfcee09d1" providerId="ADAL" clId="{F3DF07A2-6BA1-431D-A078-C1C471A99DDE}" dt="2026-04-08T12:18:38.174" v="1255" actId="404"/>
          <ac:spMkLst>
            <pc:docMk/>
            <pc:sldMk cId="1422279637" sldId="351"/>
            <ac:spMk id="7" creationId="{48A0B6F0-1EF6-40F1-A6A1-E5D911F0D077}"/>
          </ac:spMkLst>
        </pc:spChg>
      </pc:sldChg>
      <pc:sldChg chg="add">
        <pc:chgData name="Cesar Augusto Lopez Gallego" userId="0dfa9112-9251-4882-b472-cf2dfcee09d1" providerId="ADAL" clId="{F3DF07A2-6BA1-431D-A078-C1C471A99DDE}" dt="2026-04-08T11:20:13.313" v="373"/>
        <pc:sldMkLst>
          <pc:docMk/>
          <pc:sldMk cId="1748489983" sldId="353"/>
        </pc:sldMkLst>
      </pc:sldChg>
      <pc:sldChg chg="del">
        <pc:chgData name="Cesar Augusto Lopez Gallego" userId="0dfa9112-9251-4882-b472-cf2dfcee09d1" providerId="ADAL" clId="{F3DF07A2-6BA1-431D-A078-C1C471A99DDE}" dt="2026-04-08T11:20:10.301" v="372" actId="2696"/>
        <pc:sldMkLst>
          <pc:docMk/>
          <pc:sldMk cId="2977100372" sldId="353"/>
        </pc:sldMkLst>
      </pc:sldChg>
      <pc:sldChg chg="addSp delSp modSp mod">
        <pc:chgData name="Cesar Augusto Lopez Gallego" userId="0dfa9112-9251-4882-b472-cf2dfcee09d1" providerId="ADAL" clId="{F3DF07A2-6BA1-431D-A078-C1C471A99DDE}" dt="2026-04-08T12:04:22.598" v="1110" actId="6549"/>
        <pc:sldMkLst>
          <pc:docMk/>
          <pc:sldMk cId="808027135" sldId="358"/>
        </pc:sldMkLst>
        <pc:spChg chg="add mod">
          <ac:chgData name="Cesar Augusto Lopez Gallego" userId="0dfa9112-9251-4882-b472-cf2dfcee09d1" providerId="ADAL" clId="{F3DF07A2-6BA1-431D-A078-C1C471A99DDE}" dt="2026-04-08T12:04:22.598" v="1110" actId="6549"/>
          <ac:spMkLst>
            <pc:docMk/>
            <pc:sldMk cId="808027135" sldId="358"/>
            <ac:spMk id="5" creationId="{1CC7339D-50B0-413A-ABE5-C379773AF4B5}"/>
          </ac:spMkLst>
        </pc:spChg>
        <pc:picChg chg="del">
          <ac:chgData name="Cesar Augusto Lopez Gallego" userId="0dfa9112-9251-4882-b472-cf2dfcee09d1" providerId="ADAL" clId="{F3DF07A2-6BA1-431D-A078-C1C471A99DDE}" dt="2026-04-08T11:39:05.742" v="774" actId="478"/>
          <ac:picMkLst>
            <pc:docMk/>
            <pc:sldMk cId="808027135" sldId="358"/>
            <ac:picMk id="4" creationId="{6280915E-F0C7-4604-B912-80A75232357A}"/>
          </ac:picMkLst>
        </pc:picChg>
        <pc:picChg chg="add mod">
          <ac:chgData name="Cesar Augusto Lopez Gallego" userId="0dfa9112-9251-4882-b472-cf2dfcee09d1" providerId="ADAL" clId="{F3DF07A2-6BA1-431D-A078-C1C471A99DDE}" dt="2026-04-08T12:03:42.170" v="1101" actId="1076"/>
          <ac:picMkLst>
            <pc:docMk/>
            <pc:sldMk cId="808027135" sldId="358"/>
            <ac:picMk id="1026" creationId="{15ACA91B-8D2E-475C-B60E-67EC16E49798}"/>
          </ac:picMkLst>
        </pc:picChg>
      </pc:sldChg>
      <pc:sldChg chg="del">
        <pc:chgData name="Cesar Augusto Lopez Gallego" userId="0dfa9112-9251-4882-b472-cf2dfcee09d1" providerId="ADAL" clId="{F3DF07A2-6BA1-431D-A078-C1C471A99DDE}" dt="2026-04-07T12:00:25.622" v="14" actId="47"/>
        <pc:sldMkLst>
          <pc:docMk/>
          <pc:sldMk cId="1455005848" sldId="359"/>
        </pc:sldMkLst>
      </pc:sldChg>
      <pc:sldChg chg="del">
        <pc:chgData name="Cesar Augusto Lopez Gallego" userId="0dfa9112-9251-4882-b472-cf2dfcee09d1" providerId="ADAL" clId="{F3DF07A2-6BA1-431D-A078-C1C471A99DDE}" dt="2026-04-07T11:57:49.715" v="0" actId="47"/>
        <pc:sldMkLst>
          <pc:docMk/>
          <pc:sldMk cId="1835615837" sldId="361"/>
        </pc:sldMkLst>
      </pc:sldChg>
      <pc:sldChg chg="del">
        <pc:chgData name="Cesar Augusto Lopez Gallego" userId="0dfa9112-9251-4882-b472-cf2dfcee09d1" providerId="ADAL" clId="{F3DF07A2-6BA1-431D-A078-C1C471A99DDE}" dt="2026-04-07T11:57:49.715" v="0" actId="47"/>
        <pc:sldMkLst>
          <pc:docMk/>
          <pc:sldMk cId="2840714537" sldId="362"/>
        </pc:sldMkLst>
      </pc:sldChg>
      <pc:sldChg chg="del">
        <pc:chgData name="Cesar Augusto Lopez Gallego" userId="0dfa9112-9251-4882-b472-cf2dfcee09d1" providerId="ADAL" clId="{F3DF07A2-6BA1-431D-A078-C1C471A99DDE}" dt="2026-04-07T11:57:49.715" v="0" actId="47"/>
        <pc:sldMkLst>
          <pc:docMk/>
          <pc:sldMk cId="973730295" sldId="363"/>
        </pc:sldMkLst>
      </pc:sldChg>
      <pc:sldChg chg="del">
        <pc:chgData name="Cesar Augusto Lopez Gallego" userId="0dfa9112-9251-4882-b472-cf2dfcee09d1" providerId="ADAL" clId="{F3DF07A2-6BA1-431D-A078-C1C471A99DDE}" dt="2026-04-07T11:58:13.221" v="2" actId="47"/>
        <pc:sldMkLst>
          <pc:docMk/>
          <pc:sldMk cId="1306722742" sldId="364"/>
        </pc:sldMkLst>
      </pc:sldChg>
      <pc:sldChg chg="del">
        <pc:chgData name="Cesar Augusto Lopez Gallego" userId="0dfa9112-9251-4882-b472-cf2dfcee09d1" providerId="ADAL" clId="{F3DF07A2-6BA1-431D-A078-C1C471A99DDE}" dt="2026-04-07T11:58:13.221" v="2" actId="47"/>
        <pc:sldMkLst>
          <pc:docMk/>
          <pc:sldMk cId="1370264516" sldId="365"/>
        </pc:sldMkLst>
      </pc:sldChg>
      <pc:sldChg chg="addSp delSp modSp new del mod">
        <pc:chgData name="Cesar Augusto Lopez Gallego" userId="0dfa9112-9251-4882-b472-cf2dfcee09d1" providerId="ADAL" clId="{F3DF07A2-6BA1-431D-A078-C1C471A99DDE}" dt="2026-04-07T12:14:18.212" v="187" actId="47"/>
        <pc:sldMkLst>
          <pc:docMk/>
          <pc:sldMk cId="672310501" sldId="367"/>
        </pc:sldMkLst>
        <pc:spChg chg="add mod">
          <ac:chgData name="Cesar Augusto Lopez Gallego" userId="0dfa9112-9251-4882-b472-cf2dfcee09d1" providerId="ADAL" clId="{F3DF07A2-6BA1-431D-A078-C1C471A99DDE}" dt="2026-04-07T12:12:36.852" v="185" actId="20577"/>
          <ac:spMkLst>
            <pc:docMk/>
            <pc:sldMk cId="672310501" sldId="367"/>
            <ac:spMk id="2" creationId="{04C9A839-D10F-471B-8C18-1BB883150138}"/>
          </ac:spMkLst>
        </pc:spChg>
        <pc:spChg chg="add mod">
          <ac:chgData name="Cesar Augusto Lopez Gallego" userId="0dfa9112-9251-4882-b472-cf2dfcee09d1" providerId="ADAL" clId="{F3DF07A2-6BA1-431D-A078-C1C471A99DDE}" dt="2026-04-07T12:11:47.302" v="165"/>
          <ac:spMkLst>
            <pc:docMk/>
            <pc:sldMk cId="672310501" sldId="367"/>
            <ac:spMk id="5" creationId="{93EBF6B3-18B2-469B-B719-2266E54E36F7}"/>
          </ac:spMkLst>
        </pc:spChg>
        <pc:spChg chg="add mod">
          <ac:chgData name="Cesar Augusto Lopez Gallego" userId="0dfa9112-9251-4882-b472-cf2dfcee09d1" providerId="ADAL" clId="{F3DF07A2-6BA1-431D-A078-C1C471A99DDE}" dt="2026-04-07T12:12:44.680" v="186" actId="1076"/>
          <ac:spMkLst>
            <pc:docMk/>
            <pc:sldMk cId="672310501" sldId="367"/>
            <ac:spMk id="7" creationId="{0EE653C2-5090-4023-933C-F2CD0043FE6D}"/>
          </ac:spMkLst>
        </pc:spChg>
        <pc:graphicFrameChg chg="add del mod modGraphic">
          <ac:chgData name="Cesar Augusto Lopez Gallego" userId="0dfa9112-9251-4882-b472-cf2dfcee09d1" providerId="ADAL" clId="{F3DF07A2-6BA1-431D-A078-C1C471A99DDE}" dt="2026-04-07T12:10:28.490" v="149" actId="478"/>
          <ac:graphicFrameMkLst>
            <pc:docMk/>
            <pc:sldMk cId="672310501" sldId="367"/>
            <ac:graphicFrameMk id="3" creationId="{90ED60AA-B229-4775-A504-71A99F6F7025}"/>
          </ac:graphicFrameMkLst>
        </pc:graphicFrameChg>
      </pc:sldChg>
      <pc:sldChg chg="addSp delSp modSp add mod">
        <pc:chgData name="Cesar Augusto Lopez Gallego" userId="0dfa9112-9251-4882-b472-cf2dfcee09d1" providerId="ADAL" clId="{F3DF07A2-6BA1-431D-A078-C1C471A99DDE}" dt="2026-04-08T11:55:53.378" v="931" actId="1076"/>
        <pc:sldMkLst>
          <pc:docMk/>
          <pc:sldMk cId="1073201942" sldId="367"/>
        </pc:sldMkLst>
        <pc:spChg chg="del">
          <ac:chgData name="Cesar Augusto Lopez Gallego" userId="0dfa9112-9251-4882-b472-cf2dfcee09d1" providerId="ADAL" clId="{F3DF07A2-6BA1-431D-A078-C1C471A99DDE}" dt="2026-04-08T11:25:21.552" v="425" actId="478"/>
          <ac:spMkLst>
            <pc:docMk/>
            <pc:sldMk cId="1073201942" sldId="367"/>
            <ac:spMk id="4" creationId="{ABAA8379-3D4F-49B9-85C2-279184A32E8E}"/>
          </ac:spMkLst>
        </pc:spChg>
        <pc:spChg chg="del">
          <ac:chgData name="Cesar Augusto Lopez Gallego" userId="0dfa9112-9251-4882-b472-cf2dfcee09d1" providerId="ADAL" clId="{F3DF07A2-6BA1-431D-A078-C1C471A99DDE}" dt="2026-04-08T11:25:21.552" v="425" actId="478"/>
          <ac:spMkLst>
            <pc:docMk/>
            <pc:sldMk cId="1073201942" sldId="367"/>
            <ac:spMk id="6" creationId="{19F2E941-166E-4F70-B6B8-889B1AD7F38C}"/>
          </ac:spMkLst>
        </pc:spChg>
        <pc:spChg chg="mod">
          <ac:chgData name="Cesar Augusto Lopez Gallego" userId="0dfa9112-9251-4882-b472-cf2dfcee09d1" providerId="ADAL" clId="{F3DF07A2-6BA1-431D-A078-C1C471A99DDE}" dt="2026-04-08T11:25:27.502" v="426" actId="1076"/>
          <ac:spMkLst>
            <pc:docMk/>
            <pc:sldMk cId="1073201942" sldId="367"/>
            <ac:spMk id="9" creationId="{E0CFC9ED-A29F-47A2-8BAC-5D8CB6DDDA4E}"/>
          </ac:spMkLst>
        </pc:spChg>
        <pc:spChg chg="add mod">
          <ac:chgData name="Cesar Augusto Lopez Gallego" userId="0dfa9112-9251-4882-b472-cf2dfcee09d1" providerId="ADAL" clId="{F3DF07A2-6BA1-431D-A078-C1C471A99DDE}" dt="2026-04-08T11:53:51.910" v="922" actId="1076"/>
          <ac:spMkLst>
            <pc:docMk/>
            <pc:sldMk cId="1073201942" sldId="367"/>
            <ac:spMk id="10" creationId="{AB63E22A-07B2-40D6-8F48-5B25D5C3DE43}"/>
          </ac:spMkLst>
        </pc:spChg>
        <pc:spChg chg="add mod">
          <ac:chgData name="Cesar Augusto Lopez Gallego" userId="0dfa9112-9251-4882-b472-cf2dfcee09d1" providerId="ADAL" clId="{F3DF07A2-6BA1-431D-A078-C1C471A99DDE}" dt="2026-04-08T11:54:24.058" v="930" actId="1076"/>
          <ac:spMkLst>
            <pc:docMk/>
            <pc:sldMk cId="1073201942" sldId="367"/>
            <ac:spMk id="12" creationId="{54D11CFB-957C-4FB8-BC72-C13953381A8F}"/>
          </ac:spMkLst>
        </pc:spChg>
        <pc:picChg chg="del mod">
          <ac:chgData name="Cesar Augusto Lopez Gallego" userId="0dfa9112-9251-4882-b472-cf2dfcee09d1" providerId="ADAL" clId="{F3DF07A2-6BA1-431D-A078-C1C471A99DDE}" dt="2026-04-08T11:27:42.408" v="461" actId="21"/>
          <ac:picMkLst>
            <pc:docMk/>
            <pc:sldMk cId="1073201942" sldId="367"/>
            <ac:picMk id="5" creationId="{1F5E2949-D2CC-4FB1-8C76-9C17BA611859}"/>
          </ac:picMkLst>
        </pc:picChg>
        <pc:picChg chg="mod">
          <ac:chgData name="Cesar Augusto Lopez Gallego" userId="0dfa9112-9251-4882-b472-cf2dfcee09d1" providerId="ADAL" clId="{F3DF07A2-6BA1-431D-A078-C1C471A99DDE}" dt="2026-04-08T11:55:53.378" v="931" actId="1076"/>
          <ac:picMkLst>
            <pc:docMk/>
            <pc:sldMk cId="1073201942" sldId="367"/>
            <ac:picMk id="8" creationId="{8B836193-E7B1-4DA1-9BC7-F2E1AFC99A86}"/>
          </ac:picMkLst>
        </pc:picChg>
        <pc:picChg chg="del">
          <ac:chgData name="Cesar Augusto Lopez Gallego" userId="0dfa9112-9251-4882-b472-cf2dfcee09d1" providerId="ADAL" clId="{F3DF07A2-6BA1-431D-A078-C1C471A99DDE}" dt="2026-04-08T11:25:21.552" v="425" actId="478"/>
          <ac:picMkLst>
            <pc:docMk/>
            <pc:sldMk cId="1073201942" sldId="367"/>
            <ac:picMk id="11" creationId="{A17707C5-D7BD-4B4D-9F4E-0AD23817D043}"/>
          </ac:picMkLst>
        </pc:picChg>
      </pc:sldChg>
      <pc:sldChg chg="new del">
        <pc:chgData name="Cesar Augusto Lopez Gallego" userId="0dfa9112-9251-4882-b472-cf2dfcee09d1" providerId="ADAL" clId="{F3DF07A2-6BA1-431D-A078-C1C471A99DDE}" dt="2026-04-07T12:15:17.515" v="190" actId="47"/>
        <pc:sldMkLst>
          <pc:docMk/>
          <pc:sldMk cId="2568902502" sldId="367"/>
        </pc:sldMkLst>
      </pc:sldChg>
      <pc:sldChg chg="addSp delSp modSp new mod">
        <pc:chgData name="Cesar Augusto Lopez Gallego" userId="0dfa9112-9251-4882-b472-cf2dfcee09d1" providerId="ADAL" clId="{F3DF07A2-6BA1-431D-A078-C1C471A99DDE}" dt="2026-04-08T12:04:05.118" v="1107" actId="403"/>
        <pc:sldMkLst>
          <pc:docMk/>
          <pc:sldMk cId="253266768" sldId="368"/>
        </pc:sldMkLst>
        <pc:spChg chg="add mod">
          <ac:chgData name="Cesar Augusto Lopez Gallego" userId="0dfa9112-9251-4882-b472-cf2dfcee09d1" providerId="ADAL" clId="{F3DF07A2-6BA1-431D-A078-C1C471A99DDE}" dt="2026-04-08T11:43:07.173" v="796"/>
          <ac:spMkLst>
            <pc:docMk/>
            <pc:sldMk cId="253266768" sldId="368"/>
            <ac:spMk id="2" creationId="{29F9292A-145B-41E7-B5FC-919E280565E6}"/>
          </ac:spMkLst>
        </pc:spChg>
        <pc:spChg chg="add mod">
          <ac:chgData name="Cesar Augusto Lopez Gallego" userId="0dfa9112-9251-4882-b472-cf2dfcee09d1" providerId="ADAL" clId="{F3DF07A2-6BA1-431D-A078-C1C471A99DDE}" dt="2026-04-08T12:04:05.118" v="1107" actId="403"/>
          <ac:spMkLst>
            <pc:docMk/>
            <pc:sldMk cId="253266768" sldId="368"/>
            <ac:spMk id="4" creationId="{F5FE530D-B654-42E2-8CA0-BDB9A2F75086}"/>
          </ac:spMkLst>
        </pc:spChg>
        <pc:spChg chg="add del mod">
          <ac:chgData name="Cesar Augusto Lopez Gallego" userId="0dfa9112-9251-4882-b472-cf2dfcee09d1" providerId="ADAL" clId="{F3DF07A2-6BA1-431D-A078-C1C471A99DDE}" dt="2026-04-08T11:50:03.090" v="913" actId="478"/>
          <ac:spMkLst>
            <pc:docMk/>
            <pc:sldMk cId="253266768" sldId="368"/>
            <ac:spMk id="6" creationId="{C47E4BC6-7194-4B3C-A219-EC8022B7F756}"/>
          </ac:spMkLst>
        </pc:spChg>
      </pc:sldChg>
      <pc:sldChg chg="del">
        <pc:chgData name="Cesar Augusto Lopez Gallego" userId="0dfa9112-9251-4882-b472-cf2dfcee09d1" providerId="ADAL" clId="{F3DF07A2-6BA1-431D-A078-C1C471A99DDE}" dt="2026-04-07T11:57:59.125" v="1" actId="47"/>
        <pc:sldMkLst>
          <pc:docMk/>
          <pc:sldMk cId="1962009788" sldId="368"/>
        </pc:sldMkLst>
      </pc:sldChg>
      <pc:sldChg chg="add del">
        <pc:chgData name="Cesar Augusto Lopez Gallego" userId="0dfa9112-9251-4882-b472-cf2dfcee09d1" providerId="ADAL" clId="{F3DF07A2-6BA1-431D-A078-C1C471A99DDE}" dt="2026-04-07T12:14:18.212" v="187" actId="47"/>
        <pc:sldMkLst>
          <pc:docMk/>
          <pc:sldMk cId="2977865576" sldId="368"/>
        </pc:sldMkLst>
      </pc:sldChg>
      <pc:sldChg chg="delSp modSp add mod">
        <pc:chgData name="Cesar Augusto Lopez Gallego" userId="0dfa9112-9251-4882-b472-cf2dfcee09d1" providerId="ADAL" clId="{F3DF07A2-6BA1-431D-A078-C1C471A99DDE}" dt="2026-04-08T12:04:10.995" v="1109" actId="14100"/>
        <pc:sldMkLst>
          <pc:docMk/>
          <pc:sldMk cId="1288681944" sldId="369"/>
        </pc:sldMkLst>
        <pc:spChg chg="del">
          <ac:chgData name="Cesar Augusto Lopez Gallego" userId="0dfa9112-9251-4882-b472-cf2dfcee09d1" providerId="ADAL" clId="{F3DF07A2-6BA1-431D-A078-C1C471A99DDE}" dt="2026-04-08T11:49:17.006" v="908" actId="478"/>
          <ac:spMkLst>
            <pc:docMk/>
            <pc:sldMk cId="1288681944" sldId="369"/>
            <ac:spMk id="4" creationId="{F5FE530D-B654-42E2-8CA0-BDB9A2F75086}"/>
          </ac:spMkLst>
        </pc:spChg>
        <pc:spChg chg="mod">
          <ac:chgData name="Cesar Augusto Lopez Gallego" userId="0dfa9112-9251-4882-b472-cf2dfcee09d1" providerId="ADAL" clId="{F3DF07A2-6BA1-431D-A078-C1C471A99DDE}" dt="2026-04-08T12:04:10.995" v="1109" actId="14100"/>
          <ac:spMkLst>
            <pc:docMk/>
            <pc:sldMk cId="1288681944" sldId="369"/>
            <ac:spMk id="6" creationId="{C47E4BC6-7194-4B3C-A219-EC8022B7F756}"/>
          </ac:spMkLst>
        </pc:spChg>
      </pc:sldChg>
      <pc:sldChg chg="addSp modSp new mod">
        <pc:chgData name="Cesar Augusto Lopez Gallego" userId="0dfa9112-9251-4882-b472-cf2dfcee09d1" providerId="ADAL" clId="{F3DF07A2-6BA1-431D-A078-C1C471A99DDE}" dt="2026-04-08T12:17:34.709" v="1253" actId="1076"/>
        <pc:sldMkLst>
          <pc:docMk/>
          <pc:sldMk cId="967725097" sldId="370"/>
        </pc:sldMkLst>
        <pc:spChg chg="add mod">
          <ac:chgData name="Cesar Augusto Lopez Gallego" userId="0dfa9112-9251-4882-b472-cf2dfcee09d1" providerId="ADAL" clId="{F3DF07A2-6BA1-431D-A078-C1C471A99DDE}" dt="2026-04-08T12:15:50.390" v="1229" actId="20577"/>
          <ac:spMkLst>
            <pc:docMk/>
            <pc:sldMk cId="967725097" sldId="370"/>
            <ac:spMk id="2" creationId="{53427CE9-077C-48E8-9DF4-7233B2C94763}"/>
          </ac:spMkLst>
        </pc:spChg>
        <pc:spChg chg="add mod">
          <ac:chgData name="Cesar Augusto Lopez Gallego" userId="0dfa9112-9251-4882-b472-cf2dfcee09d1" providerId="ADAL" clId="{F3DF07A2-6BA1-431D-A078-C1C471A99DDE}" dt="2026-04-08T12:17:34.709" v="1253" actId="1076"/>
          <ac:spMkLst>
            <pc:docMk/>
            <pc:sldMk cId="967725097" sldId="370"/>
            <ac:spMk id="4" creationId="{075A0D92-90DB-4CAD-A05D-8E49ACBFE3B1}"/>
          </ac:spMkLst>
        </pc:spChg>
      </pc:sldChg>
      <pc:sldChg chg="addSp delSp modSp new mod">
        <pc:chgData name="Cesar Augusto Lopez Gallego" userId="0dfa9112-9251-4882-b472-cf2dfcee09d1" providerId="ADAL" clId="{F3DF07A2-6BA1-431D-A078-C1C471A99DDE}" dt="2026-04-08T12:25:34.529" v="1425"/>
        <pc:sldMkLst>
          <pc:docMk/>
          <pc:sldMk cId="1489446861" sldId="371"/>
        </pc:sldMkLst>
        <pc:spChg chg="del">
          <ac:chgData name="Cesar Augusto Lopez Gallego" userId="0dfa9112-9251-4882-b472-cf2dfcee09d1" providerId="ADAL" clId="{F3DF07A2-6BA1-431D-A078-C1C471A99DDE}" dt="2026-04-08T12:19:14.466" v="1257" actId="478"/>
          <ac:spMkLst>
            <pc:docMk/>
            <pc:sldMk cId="1489446861" sldId="371"/>
            <ac:spMk id="2" creationId="{72A7FD01-583E-4755-A756-A64A303FCD3E}"/>
          </ac:spMkLst>
        </pc:spChg>
        <pc:spChg chg="del">
          <ac:chgData name="Cesar Augusto Lopez Gallego" userId="0dfa9112-9251-4882-b472-cf2dfcee09d1" providerId="ADAL" clId="{F3DF07A2-6BA1-431D-A078-C1C471A99DDE}" dt="2026-04-08T12:19:14.466" v="1257" actId="478"/>
          <ac:spMkLst>
            <pc:docMk/>
            <pc:sldMk cId="1489446861" sldId="371"/>
            <ac:spMk id="3" creationId="{F8F5DF4A-D00A-45EC-81A4-6CC8FF9DA845}"/>
          </ac:spMkLst>
        </pc:spChg>
        <pc:spChg chg="add mod">
          <ac:chgData name="Cesar Augusto Lopez Gallego" userId="0dfa9112-9251-4882-b472-cf2dfcee09d1" providerId="ADAL" clId="{F3DF07A2-6BA1-431D-A078-C1C471A99DDE}" dt="2026-04-08T12:19:24.053" v="1269" actId="20577"/>
          <ac:spMkLst>
            <pc:docMk/>
            <pc:sldMk cId="1489446861" sldId="371"/>
            <ac:spMk id="4" creationId="{3B93B27B-A88B-4D6F-9ED4-9E1A1F08BCB4}"/>
          </ac:spMkLst>
        </pc:spChg>
        <pc:spChg chg="add mod">
          <ac:chgData name="Cesar Augusto Lopez Gallego" userId="0dfa9112-9251-4882-b472-cf2dfcee09d1" providerId="ADAL" clId="{F3DF07A2-6BA1-431D-A078-C1C471A99DDE}" dt="2026-04-08T12:25:34.529" v="1425"/>
          <ac:spMkLst>
            <pc:docMk/>
            <pc:sldMk cId="1489446861" sldId="371"/>
            <ac:spMk id="6" creationId="{82E1F28B-AD52-46D2-91AA-E1E5F0983C8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86F318-4C52-468F-BB2D-48FE198708D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419"/>
        </a:p>
      </dgm:t>
    </dgm:pt>
    <dgm:pt modelId="{3F344EAB-06C6-4CE2-AA35-C05D87E6FEEF}">
      <dgm:prSet phldrT="[Texto]"/>
      <dgm:spPr/>
      <dgm:t>
        <a:bodyPr/>
        <a:lstStyle/>
        <a:p>
          <a:r>
            <a:rPr lang="es-ES" dirty="0"/>
            <a:t>Conjunto de Conceptos</a:t>
          </a:r>
          <a:endParaRPr lang="es-419" dirty="0"/>
        </a:p>
      </dgm:t>
    </dgm:pt>
    <dgm:pt modelId="{7DC8EC85-A90D-4241-87AF-59AD40428CF0}" type="parTrans" cxnId="{6DB8C2DB-1AF0-4FC4-B6D7-1B0C4F0311D7}">
      <dgm:prSet/>
      <dgm:spPr/>
      <dgm:t>
        <a:bodyPr/>
        <a:lstStyle/>
        <a:p>
          <a:endParaRPr lang="es-419"/>
        </a:p>
      </dgm:t>
    </dgm:pt>
    <dgm:pt modelId="{20ED2E11-D336-4BB3-8269-4B16737E13AB}" type="sibTrans" cxnId="{6DB8C2DB-1AF0-4FC4-B6D7-1B0C4F0311D7}">
      <dgm:prSet/>
      <dgm:spPr/>
      <dgm:t>
        <a:bodyPr/>
        <a:lstStyle/>
        <a:p>
          <a:endParaRPr lang="es-419"/>
        </a:p>
      </dgm:t>
    </dgm:pt>
    <dgm:pt modelId="{3EDCD7FB-4BE1-41D1-B582-3B6F314FA3D8}">
      <dgm:prSet phldrT="[Texto]"/>
      <dgm:spPr/>
      <dgm:t>
        <a:bodyPr/>
        <a:lstStyle/>
        <a:p>
          <a:r>
            <a:rPr lang="es-ES" dirty="0"/>
            <a:t>Reglas de Negocio</a:t>
          </a:r>
          <a:endParaRPr lang="es-419" dirty="0"/>
        </a:p>
      </dgm:t>
    </dgm:pt>
    <dgm:pt modelId="{EA91E3E8-10D3-4AD5-98DB-436F60AC81A5}" type="parTrans" cxnId="{EA714927-BD3A-40AC-9A83-E3CE2B065D38}">
      <dgm:prSet/>
      <dgm:spPr/>
      <dgm:t>
        <a:bodyPr/>
        <a:lstStyle/>
        <a:p>
          <a:endParaRPr lang="es-419"/>
        </a:p>
      </dgm:t>
    </dgm:pt>
    <dgm:pt modelId="{74C9C4BB-C777-412D-8E02-A7B61A4455E0}" type="sibTrans" cxnId="{EA714927-BD3A-40AC-9A83-E3CE2B065D38}">
      <dgm:prSet/>
      <dgm:spPr/>
      <dgm:t>
        <a:bodyPr/>
        <a:lstStyle/>
        <a:p>
          <a:endParaRPr lang="es-419"/>
        </a:p>
      </dgm:t>
    </dgm:pt>
    <dgm:pt modelId="{0845B65F-9FE8-493A-9E87-FA6D19FD2995}">
      <dgm:prSet phldrT="[Texto]"/>
      <dgm:spPr/>
      <dgm:t>
        <a:bodyPr/>
        <a:lstStyle/>
        <a:p>
          <a:r>
            <a:rPr lang="es-ES" dirty="0"/>
            <a:t>Procesos</a:t>
          </a:r>
          <a:endParaRPr lang="es-419" dirty="0"/>
        </a:p>
      </dgm:t>
    </dgm:pt>
    <dgm:pt modelId="{BCA08C84-584B-4153-BFF4-00BFEDC03E6A}" type="parTrans" cxnId="{7EEAEF6E-AAE0-4815-AA63-322F527AB5EE}">
      <dgm:prSet/>
      <dgm:spPr/>
      <dgm:t>
        <a:bodyPr/>
        <a:lstStyle/>
        <a:p>
          <a:endParaRPr lang="es-419"/>
        </a:p>
      </dgm:t>
    </dgm:pt>
    <dgm:pt modelId="{CEB55EF3-B8D9-46B7-8AB3-AB063699EDFC}" type="sibTrans" cxnId="{7EEAEF6E-AAE0-4815-AA63-322F527AB5EE}">
      <dgm:prSet/>
      <dgm:spPr/>
      <dgm:t>
        <a:bodyPr/>
        <a:lstStyle/>
        <a:p>
          <a:endParaRPr lang="es-419"/>
        </a:p>
      </dgm:t>
    </dgm:pt>
    <dgm:pt modelId="{62FF5873-7E61-42BF-951D-FC035BC3525B}">
      <dgm:prSet phldrT="[Texto]"/>
      <dgm:spPr/>
      <dgm:t>
        <a:bodyPr/>
        <a:lstStyle/>
        <a:p>
          <a:r>
            <a:rPr lang="es-ES" dirty="0"/>
            <a:t>Restricciones</a:t>
          </a:r>
          <a:endParaRPr lang="es-419" dirty="0"/>
        </a:p>
      </dgm:t>
    </dgm:pt>
    <dgm:pt modelId="{750DA469-8CAF-45D2-A925-7F3E3430979D}" type="parTrans" cxnId="{D4167643-CDDB-4C08-9537-2E011BFCA25A}">
      <dgm:prSet/>
      <dgm:spPr/>
      <dgm:t>
        <a:bodyPr/>
        <a:lstStyle/>
        <a:p>
          <a:endParaRPr lang="es-419"/>
        </a:p>
      </dgm:t>
    </dgm:pt>
    <dgm:pt modelId="{64FBDD27-E1F9-47F8-B6F2-A8C2AA335370}" type="sibTrans" cxnId="{D4167643-CDDB-4C08-9537-2E011BFCA25A}">
      <dgm:prSet/>
      <dgm:spPr/>
      <dgm:t>
        <a:bodyPr/>
        <a:lstStyle/>
        <a:p>
          <a:endParaRPr lang="es-419"/>
        </a:p>
      </dgm:t>
    </dgm:pt>
    <dgm:pt modelId="{68935362-8AC5-4BF7-9750-42C144A862CE}" type="pres">
      <dgm:prSet presAssocID="{8986F318-4C52-468F-BB2D-48FE198708D5}" presName="diagram" presStyleCnt="0">
        <dgm:presLayoutVars>
          <dgm:dir/>
          <dgm:resizeHandles val="exact"/>
        </dgm:presLayoutVars>
      </dgm:prSet>
      <dgm:spPr/>
    </dgm:pt>
    <dgm:pt modelId="{B587D8FC-16DE-41D7-A398-CD2733C0FEB8}" type="pres">
      <dgm:prSet presAssocID="{3F344EAB-06C6-4CE2-AA35-C05D87E6FEEF}" presName="node" presStyleLbl="node1" presStyleIdx="0" presStyleCnt="4">
        <dgm:presLayoutVars>
          <dgm:bulletEnabled val="1"/>
        </dgm:presLayoutVars>
      </dgm:prSet>
      <dgm:spPr/>
    </dgm:pt>
    <dgm:pt modelId="{7500CB5D-AE7D-42C6-A6AE-8BBFD1F04099}" type="pres">
      <dgm:prSet presAssocID="{20ED2E11-D336-4BB3-8269-4B16737E13AB}" presName="sibTrans" presStyleCnt="0"/>
      <dgm:spPr/>
    </dgm:pt>
    <dgm:pt modelId="{E6B11081-9FF1-4DD2-A4EF-C4349D97EB96}" type="pres">
      <dgm:prSet presAssocID="{3EDCD7FB-4BE1-41D1-B582-3B6F314FA3D8}" presName="node" presStyleLbl="node1" presStyleIdx="1" presStyleCnt="4">
        <dgm:presLayoutVars>
          <dgm:bulletEnabled val="1"/>
        </dgm:presLayoutVars>
      </dgm:prSet>
      <dgm:spPr/>
    </dgm:pt>
    <dgm:pt modelId="{4371B0CE-22A3-4D80-90D4-408CE0667976}" type="pres">
      <dgm:prSet presAssocID="{74C9C4BB-C777-412D-8E02-A7B61A4455E0}" presName="sibTrans" presStyleCnt="0"/>
      <dgm:spPr/>
    </dgm:pt>
    <dgm:pt modelId="{8A8C2FFD-E87F-44B8-866A-A145B4B41A7F}" type="pres">
      <dgm:prSet presAssocID="{0845B65F-9FE8-493A-9E87-FA6D19FD2995}" presName="node" presStyleLbl="node1" presStyleIdx="2" presStyleCnt="4">
        <dgm:presLayoutVars>
          <dgm:bulletEnabled val="1"/>
        </dgm:presLayoutVars>
      </dgm:prSet>
      <dgm:spPr/>
    </dgm:pt>
    <dgm:pt modelId="{5A36CA24-73BD-4350-BFB8-FFD7EEB854F5}" type="pres">
      <dgm:prSet presAssocID="{CEB55EF3-B8D9-46B7-8AB3-AB063699EDFC}" presName="sibTrans" presStyleCnt="0"/>
      <dgm:spPr/>
    </dgm:pt>
    <dgm:pt modelId="{81CD53F7-82E5-4997-A68E-E563054B1AE7}" type="pres">
      <dgm:prSet presAssocID="{62FF5873-7E61-42BF-951D-FC035BC3525B}" presName="node" presStyleLbl="node1" presStyleIdx="3" presStyleCnt="4">
        <dgm:presLayoutVars>
          <dgm:bulletEnabled val="1"/>
        </dgm:presLayoutVars>
      </dgm:prSet>
      <dgm:spPr/>
    </dgm:pt>
  </dgm:ptLst>
  <dgm:cxnLst>
    <dgm:cxn modelId="{A0ABD721-D428-4E22-AC75-F1DF4179EEAD}" type="presOf" srcId="{3F344EAB-06C6-4CE2-AA35-C05D87E6FEEF}" destId="{B587D8FC-16DE-41D7-A398-CD2733C0FEB8}" srcOrd="0" destOrd="0" presId="urn:microsoft.com/office/officeart/2005/8/layout/default"/>
    <dgm:cxn modelId="{EA714927-BD3A-40AC-9A83-E3CE2B065D38}" srcId="{8986F318-4C52-468F-BB2D-48FE198708D5}" destId="{3EDCD7FB-4BE1-41D1-B582-3B6F314FA3D8}" srcOrd="1" destOrd="0" parTransId="{EA91E3E8-10D3-4AD5-98DB-436F60AC81A5}" sibTransId="{74C9C4BB-C777-412D-8E02-A7B61A4455E0}"/>
    <dgm:cxn modelId="{49EBD52A-499F-425C-9FB6-FDC0F17D71CA}" type="presOf" srcId="{0845B65F-9FE8-493A-9E87-FA6D19FD2995}" destId="{8A8C2FFD-E87F-44B8-866A-A145B4B41A7F}" srcOrd="0" destOrd="0" presId="urn:microsoft.com/office/officeart/2005/8/layout/default"/>
    <dgm:cxn modelId="{D4167643-CDDB-4C08-9537-2E011BFCA25A}" srcId="{8986F318-4C52-468F-BB2D-48FE198708D5}" destId="{62FF5873-7E61-42BF-951D-FC035BC3525B}" srcOrd="3" destOrd="0" parTransId="{750DA469-8CAF-45D2-A925-7F3E3430979D}" sibTransId="{64FBDD27-E1F9-47F8-B6F2-A8C2AA335370}"/>
    <dgm:cxn modelId="{7EEAEF6E-AAE0-4815-AA63-322F527AB5EE}" srcId="{8986F318-4C52-468F-BB2D-48FE198708D5}" destId="{0845B65F-9FE8-493A-9E87-FA6D19FD2995}" srcOrd="2" destOrd="0" parTransId="{BCA08C84-584B-4153-BFF4-00BFEDC03E6A}" sibTransId="{CEB55EF3-B8D9-46B7-8AB3-AB063699EDFC}"/>
    <dgm:cxn modelId="{51B92853-51FC-4D30-B8A1-AC1E00B89FF6}" type="presOf" srcId="{62FF5873-7E61-42BF-951D-FC035BC3525B}" destId="{81CD53F7-82E5-4997-A68E-E563054B1AE7}" srcOrd="0" destOrd="0" presId="urn:microsoft.com/office/officeart/2005/8/layout/default"/>
    <dgm:cxn modelId="{15F1F0C6-2655-4E61-AB79-408C580C24EA}" type="presOf" srcId="{3EDCD7FB-4BE1-41D1-B582-3B6F314FA3D8}" destId="{E6B11081-9FF1-4DD2-A4EF-C4349D97EB96}" srcOrd="0" destOrd="0" presId="urn:microsoft.com/office/officeart/2005/8/layout/default"/>
    <dgm:cxn modelId="{6DB8C2DB-1AF0-4FC4-B6D7-1B0C4F0311D7}" srcId="{8986F318-4C52-468F-BB2D-48FE198708D5}" destId="{3F344EAB-06C6-4CE2-AA35-C05D87E6FEEF}" srcOrd="0" destOrd="0" parTransId="{7DC8EC85-A90D-4241-87AF-59AD40428CF0}" sibTransId="{20ED2E11-D336-4BB3-8269-4B16737E13AB}"/>
    <dgm:cxn modelId="{5A55F7EB-66A1-4082-A668-4E437A9FFE12}" type="presOf" srcId="{8986F318-4C52-468F-BB2D-48FE198708D5}" destId="{68935362-8AC5-4BF7-9750-42C144A862CE}" srcOrd="0" destOrd="0" presId="urn:microsoft.com/office/officeart/2005/8/layout/default"/>
    <dgm:cxn modelId="{F49BEE40-1A64-4022-ABA8-560AA4405EDC}" type="presParOf" srcId="{68935362-8AC5-4BF7-9750-42C144A862CE}" destId="{B587D8FC-16DE-41D7-A398-CD2733C0FEB8}" srcOrd="0" destOrd="0" presId="urn:microsoft.com/office/officeart/2005/8/layout/default"/>
    <dgm:cxn modelId="{2A420974-CBAC-4935-B287-B9741C1E5E76}" type="presParOf" srcId="{68935362-8AC5-4BF7-9750-42C144A862CE}" destId="{7500CB5D-AE7D-42C6-A6AE-8BBFD1F04099}" srcOrd="1" destOrd="0" presId="urn:microsoft.com/office/officeart/2005/8/layout/default"/>
    <dgm:cxn modelId="{52DAAAF0-D4A5-4B8E-ADC2-80656652AF35}" type="presParOf" srcId="{68935362-8AC5-4BF7-9750-42C144A862CE}" destId="{E6B11081-9FF1-4DD2-A4EF-C4349D97EB96}" srcOrd="2" destOrd="0" presId="urn:microsoft.com/office/officeart/2005/8/layout/default"/>
    <dgm:cxn modelId="{9994B805-8F12-46B5-AAF7-DC67FAB1E2C8}" type="presParOf" srcId="{68935362-8AC5-4BF7-9750-42C144A862CE}" destId="{4371B0CE-22A3-4D80-90D4-408CE0667976}" srcOrd="3" destOrd="0" presId="urn:microsoft.com/office/officeart/2005/8/layout/default"/>
    <dgm:cxn modelId="{4619FD95-FE87-4917-A606-36653A2B00BA}" type="presParOf" srcId="{68935362-8AC5-4BF7-9750-42C144A862CE}" destId="{8A8C2FFD-E87F-44B8-866A-A145B4B41A7F}" srcOrd="4" destOrd="0" presId="urn:microsoft.com/office/officeart/2005/8/layout/default"/>
    <dgm:cxn modelId="{DF6D1483-331B-4E2D-8238-877A29C86F52}" type="presParOf" srcId="{68935362-8AC5-4BF7-9750-42C144A862CE}" destId="{5A36CA24-73BD-4350-BFB8-FFD7EEB854F5}" srcOrd="5" destOrd="0" presId="urn:microsoft.com/office/officeart/2005/8/layout/default"/>
    <dgm:cxn modelId="{86392958-9F82-497C-8740-C20C8073F870}" type="presParOf" srcId="{68935362-8AC5-4BF7-9750-42C144A862CE}" destId="{81CD53F7-82E5-4997-A68E-E563054B1AE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7B9EF3-DEBC-49A0-AE75-08521A4C53BF}" type="doc">
      <dgm:prSet loTypeId="urn:microsoft.com/office/officeart/2005/8/layout/vList2" loCatId="list" qsTypeId="urn:microsoft.com/office/officeart/2005/8/quickstyle/simple4" qsCatId="simple" csTypeId="urn:microsoft.com/office/officeart/2005/8/colors/accent0_1" csCatId="mainScheme"/>
      <dgm:spPr/>
      <dgm:t>
        <a:bodyPr/>
        <a:lstStyle/>
        <a:p>
          <a:endParaRPr lang="es-419"/>
        </a:p>
      </dgm:t>
    </dgm:pt>
    <dgm:pt modelId="{341B1993-451A-4948-BCAD-A745206B7556}">
      <dgm:prSet custT="1"/>
      <dgm:spPr/>
      <dgm:t>
        <a:bodyPr/>
        <a:lstStyle/>
        <a:p>
          <a:r>
            <a:rPr lang="es-ES" sz="1800" b="1" dirty="0"/>
            <a:t>Dominio Central (Core </a:t>
          </a:r>
          <a:r>
            <a:rPr lang="es-ES" sz="1800" b="1" dirty="0" err="1"/>
            <a:t>Domain</a:t>
          </a:r>
          <a:r>
            <a:rPr lang="es-ES" sz="1800" b="1" dirty="0"/>
            <a:t>)</a:t>
          </a:r>
          <a:br>
            <a:rPr lang="es-ES" sz="1800" dirty="0"/>
          </a:br>
          <a:r>
            <a:rPr lang="es-ES" sz="1800" dirty="0"/>
            <a:t>Es el núcleo del negocio, la parte que realmente agrega valor y lo diferencia de otros sistemas.</a:t>
          </a:r>
          <a:br>
            <a:rPr lang="es-ES" sz="1800" dirty="0"/>
          </a:br>
          <a:r>
            <a:rPr lang="es-ES" sz="1800" dirty="0"/>
            <a:t>📌 </a:t>
          </a:r>
          <a:r>
            <a:rPr lang="es-ES" sz="1800" i="1" dirty="0"/>
            <a:t>Ejemplo:</a:t>
          </a:r>
          <a:r>
            <a:rPr lang="es-ES" sz="1800" dirty="0"/>
            <a:t> En un concesionario, el </a:t>
          </a:r>
          <a:r>
            <a:rPr lang="es-ES" sz="1800" b="1" dirty="0"/>
            <a:t>sistema de préstamos</a:t>
          </a:r>
          <a:r>
            <a:rPr lang="es-ES" sz="1800" dirty="0"/>
            <a:t> es el dominio central porque sin él, la empresa no podría vender vehículos financiados.</a:t>
          </a:r>
          <a:endParaRPr lang="es-419" sz="1800" dirty="0"/>
        </a:p>
      </dgm:t>
    </dgm:pt>
    <dgm:pt modelId="{048DFF59-7898-41AA-98E7-B9C53714F93D}" type="parTrans" cxnId="{A26848CF-8D71-471E-B318-16C8B62AABB9}">
      <dgm:prSet/>
      <dgm:spPr/>
      <dgm:t>
        <a:bodyPr/>
        <a:lstStyle/>
        <a:p>
          <a:endParaRPr lang="es-419" sz="2400"/>
        </a:p>
      </dgm:t>
    </dgm:pt>
    <dgm:pt modelId="{DCE7E7D1-6D06-42E1-BEC7-D42A4EB02F0E}" type="sibTrans" cxnId="{A26848CF-8D71-471E-B318-16C8B62AABB9}">
      <dgm:prSet/>
      <dgm:spPr/>
      <dgm:t>
        <a:bodyPr/>
        <a:lstStyle/>
        <a:p>
          <a:endParaRPr lang="es-419" sz="2400"/>
        </a:p>
      </dgm:t>
    </dgm:pt>
    <dgm:pt modelId="{9DF655A9-E346-4E75-9AC4-5BB4C06C729F}">
      <dgm:prSet custT="1"/>
      <dgm:spPr/>
      <dgm:t>
        <a:bodyPr/>
        <a:lstStyle/>
        <a:p>
          <a:r>
            <a:rPr lang="es-ES" sz="1800" b="1" dirty="0"/>
            <a:t>Subdominios Soporte (</a:t>
          </a:r>
          <a:r>
            <a:rPr lang="es-ES" sz="1800" b="1" dirty="0" err="1"/>
            <a:t>Supporting</a:t>
          </a:r>
          <a:r>
            <a:rPr lang="es-ES" sz="1800" b="1" dirty="0"/>
            <a:t> </a:t>
          </a:r>
          <a:r>
            <a:rPr lang="es-ES" sz="1800" b="1" dirty="0" err="1"/>
            <a:t>Domain</a:t>
          </a:r>
          <a:r>
            <a:rPr lang="es-ES" sz="1800" b="1" dirty="0"/>
            <a:t>)</a:t>
          </a:r>
          <a:br>
            <a:rPr lang="es-ES" sz="1800" dirty="0"/>
          </a:br>
          <a:r>
            <a:rPr lang="es-ES" sz="1800" dirty="0"/>
            <a:t>Son áreas que apoyan el dominio central, pero no son el foco principal del negocio.</a:t>
          </a:r>
          <a:br>
            <a:rPr lang="es-ES" sz="1800" dirty="0"/>
          </a:br>
          <a:r>
            <a:rPr lang="es-ES" sz="1800" dirty="0"/>
            <a:t>📌 </a:t>
          </a:r>
          <a:r>
            <a:rPr lang="es-ES" sz="1800" i="1" dirty="0"/>
            <a:t>Ejemplo:</a:t>
          </a:r>
          <a:r>
            <a:rPr lang="es-ES" sz="1800" dirty="0"/>
            <a:t> La </a:t>
          </a:r>
          <a:r>
            <a:rPr lang="es-ES" sz="1800" b="1" dirty="0"/>
            <a:t>gestión de inventario de vehículos</a:t>
          </a:r>
          <a:r>
            <a:rPr lang="es-ES" sz="1800" dirty="0"/>
            <a:t> en el concesionario es un subdominio, porque aunque es importante, su propósito es secundario.</a:t>
          </a:r>
          <a:endParaRPr lang="es-419" sz="1800" dirty="0"/>
        </a:p>
      </dgm:t>
    </dgm:pt>
    <dgm:pt modelId="{B020426C-75EA-4986-BFA6-16BE8DAFCAA4}" type="parTrans" cxnId="{56EFFB31-1154-4C3F-B424-C34828B4195F}">
      <dgm:prSet/>
      <dgm:spPr/>
      <dgm:t>
        <a:bodyPr/>
        <a:lstStyle/>
        <a:p>
          <a:endParaRPr lang="es-419" sz="2400"/>
        </a:p>
      </dgm:t>
    </dgm:pt>
    <dgm:pt modelId="{8AA0A9FB-EAA1-49C7-9D72-FD96EAA6B110}" type="sibTrans" cxnId="{56EFFB31-1154-4C3F-B424-C34828B4195F}">
      <dgm:prSet/>
      <dgm:spPr/>
      <dgm:t>
        <a:bodyPr/>
        <a:lstStyle/>
        <a:p>
          <a:endParaRPr lang="es-419" sz="2400"/>
        </a:p>
      </dgm:t>
    </dgm:pt>
    <dgm:pt modelId="{56E4D0A2-7EEB-47E6-AD05-CC120F1F87BE}">
      <dgm:prSet custT="1"/>
      <dgm:spPr/>
      <dgm:t>
        <a:bodyPr/>
        <a:lstStyle/>
        <a:p>
          <a:r>
            <a:rPr lang="es-ES" sz="1800" b="1" dirty="0"/>
            <a:t>Subdominios Genéricos (</a:t>
          </a:r>
          <a:r>
            <a:rPr lang="es-ES" sz="1800" b="1" dirty="0" err="1"/>
            <a:t>Generic</a:t>
          </a:r>
          <a:r>
            <a:rPr lang="es-ES" sz="1800" b="1" dirty="0"/>
            <a:t> </a:t>
          </a:r>
          <a:r>
            <a:rPr lang="es-ES" sz="1800" b="1" dirty="0" err="1"/>
            <a:t>Domain</a:t>
          </a:r>
          <a:r>
            <a:rPr lang="es-ES" sz="1800" b="1" dirty="0"/>
            <a:t>)</a:t>
          </a:r>
          <a:br>
            <a:rPr lang="es-ES" sz="1800" dirty="0"/>
          </a:br>
          <a:r>
            <a:rPr lang="es-ES" sz="1800" dirty="0"/>
            <a:t>Son aspectos comunes que pueden encontrarse en muchos negocios y que no diferencian al sistema.</a:t>
          </a:r>
          <a:br>
            <a:rPr lang="es-ES" sz="1800" dirty="0"/>
          </a:br>
          <a:r>
            <a:rPr lang="es-ES" sz="1800" dirty="0"/>
            <a:t>📌 </a:t>
          </a:r>
          <a:r>
            <a:rPr lang="es-ES" sz="1800" i="1" dirty="0"/>
            <a:t>Ejemplo:</a:t>
          </a:r>
          <a:r>
            <a:rPr lang="es-ES" sz="1800" dirty="0"/>
            <a:t> El </a:t>
          </a:r>
          <a:r>
            <a:rPr lang="es-ES" sz="1800" b="1" dirty="0"/>
            <a:t>sistema de facturación y contabilidad</a:t>
          </a:r>
          <a:r>
            <a:rPr lang="es-ES" sz="1800" dirty="0"/>
            <a:t> en un concesionario es genérico, porque cualquier empresa necesita facturar.</a:t>
          </a:r>
          <a:endParaRPr lang="es-419" sz="1800" dirty="0"/>
        </a:p>
      </dgm:t>
    </dgm:pt>
    <dgm:pt modelId="{F3FD1D6D-43D2-4BCA-A4B6-742110F5694F}" type="parTrans" cxnId="{4997B221-EDF1-47B9-BBE4-6E7DCB2FC84F}">
      <dgm:prSet/>
      <dgm:spPr/>
      <dgm:t>
        <a:bodyPr/>
        <a:lstStyle/>
        <a:p>
          <a:endParaRPr lang="es-419" sz="2400"/>
        </a:p>
      </dgm:t>
    </dgm:pt>
    <dgm:pt modelId="{7511F053-E656-4566-A340-702759FA7F93}" type="sibTrans" cxnId="{4997B221-EDF1-47B9-BBE4-6E7DCB2FC84F}">
      <dgm:prSet/>
      <dgm:spPr/>
      <dgm:t>
        <a:bodyPr/>
        <a:lstStyle/>
        <a:p>
          <a:endParaRPr lang="es-419" sz="2400"/>
        </a:p>
      </dgm:t>
    </dgm:pt>
    <dgm:pt modelId="{76247793-9297-45C5-BF79-D18568FF3707}" type="pres">
      <dgm:prSet presAssocID="{8B7B9EF3-DEBC-49A0-AE75-08521A4C53BF}" presName="linear" presStyleCnt="0">
        <dgm:presLayoutVars>
          <dgm:animLvl val="lvl"/>
          <dgm:resizeHandles val="exact"/>
        </dgm:presLayoutVars>
      </dgm:prSet>
      <dgm:spPr/>
    </dgm:pt>
    <dgm:pt modelId="{2310B352-46AA-4201-B69B-C4E374FD9E67}" type="pres">
      <dgm:prSet presAssocID="{341B1993-451A-4948-BCAD-A745206B755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35CF4BE-CCE0-4C66-8896-FC896D05D1E0}" type="pres">
      <dgm:prSet presAssocID="{DCE7E7D1-6D06-42E1-BEC7-D42A4EB02F0E}" presName="spacer" presStyleCnt="0"/>
      <dgm:spPr/>
    </dgm:pt>
    <dgm:pt modelId="{9AAB02EE-17F1-4CCC-AE43-4211BD6ECA03}" type="pres">
      <dgm:prSet presAssocID="{9DF655A9-E346-4E75-9AC4-5BB4C06C729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EE8ECBE-1885-4E50-8454-BA839C696E9D}" type="pres">
      <dgm:prSet presAssocID="{8AA0A9FB-EAA1-49C7-9D72-FD96EAA6B110}" presName="spacer" presStyleCnt="0"/>
      <dgm:spPr/>
    </dgm:pt>
    <dgm:pt modelId="{2CA09684-2C28-46F4-B315-1E08C181477E}" type="pres">
      <dgm:prSet presAssocID="{56E4D0A2-7EEB-47E6-AD05-CC120F1F87BE}" presName="parentText" presStyleLbl="node1" presStyleIdx="2" presStyleCnt="3" custLinFactNeighborX="2733" custLinFactNeighborY="-16274">
        <dgm:presLayoutVars>
          <dgm:chMax val="0"/>
          <dgm:bulletEnabled val="1"/>
        </dgm:presLayoutVars>
      </dgm:prSet>
      <dgm:spPr/>
    </dgm:pt>
  </dgm:ptLst>
  <dgm:cxnLst>
    <dgm:cxn modelId="{4997B221-EDF1-47B9-BBE4-6E7DCB2FC84F}" srcId="{8B7B9EF3-DEBC-49A0-AE75-08521A4C53BF}" destId="{56E4D0A2-7EEB-47E6-AD05-CC120F1F87BE}" srcOrd="2" destOrd="0" parTransId="{F3FD1D6D-43D2-4BCA-A4B6-742110F5694F}" sibTransId="{7511F053-E656-4566-A340-702759FA7F93}"/>
    <dgm:cxn modelId="{56EFFB31-1154-4C3F-B424-C34828B4195F}" srcId="{8B7B9EF3-DEBC-49A0-AE75-08521A4C53BF}" destId="{9DF655A9-E346-4E75-9AC4-5BB4C06C729F}" srcOrd="1" destOrd="0" parTransId="{B020426C-75EA-4986-BFA6-16BE8DAFCAA4}" sibTransId="{8AA0A9FB-EAA1-49C7-9D72-FD96EAA6B110}"/>
    <dgm:cxn modelId="{E5828448-5A21-41BD-826A-5FB164387E40}" type="presOf" srcId="{341B1993-451A-4948-BCAD-A745206B7556}" destId="{2310B352-46AA-4201-B69B-C4E374FD9E67}" srcOrd="0" destOrd="0" presId="urn:microsoft.com/office/officeart/2005/8/layout/vList2"/>
    <dgm:cxn modelId="{1A8D379E-4F20-4216-B1A2-2C3EBBA372F8}" type="presOf" srcId="{9DF655A9-E346-4E75-9AC4-5BB4C06C729F}" destId="{9AAB02EE-17F1-4CCC-AE43-4211BD6ECA03}" srcOrd="0" destOrd="0" presId="urn:microsoft.com/office/officeart/2005/8/layout/vList2"/>
    <dgm:cxn modelId="{67A02FA2-C778-4A32-A7C2-2BE42A850706}" type="presOf" srcId="{8B7B9EF3-DEBC-49A0-AE75-08521A4C53BF}" destId="{76247793-9297-45C5-BF79-D18568FF3707}" srcOrd="0" destOrd="0" presId="urn:microsoft.com/office/officeart/2005/8/layout/vList2"/>
    <dgm:cxn modelId="{A26848CF-8D71-471E-B318-16C8B62AABB9}" srcId="{8B7B9EF3-DEBC-49A0-AE75-08521A4C53BF}" destId="{341B1993-451A-4948-BCAD-A745206B7556}" srcOrd="0" destOrd="0" parTransId="{048DFF59-7898-41AA-98E7-B9C53714F93D}" sibTransId="{DCE7E7D1-6D06-42E1-BEC7-D42A4EB02F0E}"/>
    <dgm:cxn modelId="{ED5080F4-25C5-4051-B6EC-2922020C9BCA}" type="presOf" srcId="{56E4D0A2-7EEB-47E6-AD05-CC120F1F87BE}" destId="{2CA09684-2C28-46F4-B315-1E08C181477E}" srcOrd="0" destOrd="0" presId="urn:microsoft.com/office/officeart/2005/8/layout/vList2"/>
    <dgm:cxn modelId="{86198019-DDD5-4478-8265-A2E8506BC7EB}" type="presParOf" srcId="{76247793-9297-45C5-BF79-D18568FF3707}" destId="{2310B352-46AA-4201-B69B-C4E374FD9E67}" srcOrd="0" destOrd="0" presId="urn:microsoft.com/office/officeart/2005/8/layout/vList2"/>
    <dgm:cxn modelId="{8AB786F1-3CEC-4EC5-9E47-3C0C02D83186}" type="presParOf" srcId="{76247793-9297-45C5-BF79-D18568FF3707}" destId="{235CF4BE-CCE0-4C66-8896-FC896D05D1E0}" srcOrd="1" destOrd="0" presId="urn:microsoft.com/office/officeart/2005/8/layout/vList2"/>
    <dgm:cxn modelId="{4BF61246-E369-4711-A646-3A3C0673574E}" type="presParOf" srcId="{76247793-9297-45C5-BF79-D18568FF3707}" destId="{9AAB02EE-17F1-4CCC-AE43-4211BD6ECA03}" srcOrd="2" destOrd="0" presId="urn:microsoft.com/office/officeart/2005/8/layout/vList2"/>
    <dgm:cxn modelId="{C57880E1-8FF7-49F9-865B-DA19C3194EF7}" type="presParOf" srcId="{76247793-9297-45C5-BF79-D18568FF3707}" destId="{5EE8ECBE-1885-4E50-8454-BA839C696E9D}" srcOrd="3" destOrd="0" presId="urn:microsoft.com/office/officeart/2005/8/layout/vList2"/>
    <dgm:cxn modelId="{C3C4058D-D134-4D1F-B748-5B4CB6E81A80}" type="presParOf" srcId="{76247793-9297-45C5-BF79-D18568FF3707}" destId="{2CA09684-2C28-46F4-B315-1E08C181477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87D8FC-16DE-41D7-A398-CD2733C0FEB8}">
      <dsp:nvSpPr>
        <dsp:cNvPr id="0" name=""/>
        <dsp:cNvSpPr/>
      </dsp:nvSpPr>
      <dsp:spPr>
        <a:xfrm>
          <a:off x="2604" y="36838"/>
          <a:ext cx="2066116" cy="12396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Conjunto de Conceptos</a:t>
          </a:r>
          <a:endParaRPr lang="es-419" sz="2700" kern="1200" dirty="0"/>
        </a:p>
      </dsp:txBody>
      <dsp:txXfrm>
        <a:off x="2604" y="36838"/>
        <a:ext cx="2066116" cy="1239669"/>
      </dsp:txXfrm>
    </dsp:sp>
    <dsp:sp modelId="{E6B11081-9FF1-4DD2-A4EF-C4349D97EB96}">
      <dsp:nvSpPr>
        <dsp:cNvPr id="0" name=""/>
        <dsp:cNvSpPr/>
      </dsp:nvSpPr>
      <dsp:spPr>
        <a:xfrm>
          <a:off x="2275332" y="36838"/>
          <a:ext cx="2066116" cy="123966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Reglas de Negocio</a:t>
          </a:r>
          <a:endParaRPr lang="es-419" sz="2700" kern="1200" dirty="0"/>
        </a:p>
      </dsp:txBody>
      <dsp:txXfrm>
        <a:off x="2275332" y="36838"/>
        <a:ext cx="2066116" cy="1239669"/>
      </dsp:txXfrm>
    </dsp:sp>
    <dsp:sp modelId="{8A8C2FFD-E87F-44B8-866A-A145B4B41A7F}">
      <dsp:nvSpPr>
        <dsp:cNvPr id="0" name=""/>
        <dsp:cNvSpPr/>
      </dsp:nvSpPr>
      <dsp:spPr>
        <a:xfrm>
          <a:off x="4548060" y="36838"/>
          <a:ext cx="2066116" cy="123966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Procesos</a:t>
          </a:r>
          <a:endParaRPr lang="es-419" sz="2700" kern="1200" dirty="0"/>
        </a:p>
      </dsp:txBody>
      <dsp:txXfrm>
        <a:off x="4548060" y="36838"/>
        <a:ext cx="2066116" cy="1239669"/>
      </dsp:txXfrm>
    </dsp:sp>
    <dsp:sp modelId="{81CD53F7-82E5-4997-A68E-E563054B1AE7}">
      <dsp:nvSpPr>
        <dsp:cNvPr id="0" name=""/>
        <dsp:cNvSpPr/>
      </dsp:nvSpPr>
      <dsp:spPr>
        <a:xfrm>
          <a:off x="6820789" y="36838"/>
          <a:ext cx="2066116" cy="123966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Restricciones</a:t>
          </a:r>
          <a:endParaRPr lang="es-419" sz="2700" kern="1200" dirty="0"/>
        </a:p>
      </dsp:txBody>
      <dsp:txXfrm>
        <a:off x="6820789" y="36838"/>
        <a:ext cx="2066116" cy="12396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10B352-46AA-4201-B69B-C4E374FD9E67}">
      <dsp:nvSpPr>
        <dsp:cNvPr id="0" name=""/>
        <dsp:cNvSpPr/>
      </dsp:nvSpPr>
      <dsp:spPr>
        <a:xfrm>
          <a:off x="0" y="278756"/>
          <a:ext cx="10382637" cy="133087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Dominio Central (Core </a:t>
          </a:r>
          <a:r>
            <a:rPr lang="es-ES" sz="1800" b="1" kern="1200" dirty="0" err="1"/>
            <a:t>Domain</a:t>
          </a:r>
          <a:r>
            <a:rPr lang="es-ES" sz="1800" b="1" kern="1200" dirty="0"/>
            <a:t>)</a:t>
          </a:r>
          <a:br>
            <a:rPr lang="es-ES" sz="1800" kern="1200" dirty="0"/>
          </a:br>
          <a:r>
            <a:rPr lang="es-ES" sz="1800" kern="1200" dirty="0"/>
            <a:t>Es el núcleo del negocio, la parte que realmente agrega valor y lo diferencia de otros sistemas.</a:t>
          </a:r>
          <a:br>
            <a:rPr lang="es-ES" sz="1800" kern="1200" dirty="0"/>
          </a:br>
          <a:r>
            <a:rPr lang="es-ES" sz="1800" kern="1200" dirty="0"/>
            <a:t>📌 </a:t>
          </a:r>
          <a:r>
            <a:rPr lang="es-ES" sz="1800" i="1" kern="1200" dirty="0"/>
            <a:t>Ejemplo:</a:t>
          </a:r>
          <a:r>
            <a:rPr lang="es-ES" sz="1800" kern="1200" dirty="0"/>
            <a:t> En un concesionario, el </a:t>
          </a:r>
          <a:r>
            <a:rPr lang="es-ES" sz="1800" b="1" kern="1200" dirty="0"/>
            <a:t>sistema de préstamos</a:t>
          </a:r>
          <a:r>
            <a:rPr lang="es-ES" sz="1800" kern="1200" dirty="0"/>
            <a:t> es el dominio central porque sin él, la empresa no podría vender vehículos financiados.</a:t>
          </a:r>
          <a:endParaRPr lang="es-419" sz="1800" kern="1200" dirty="0"/>
        </a:p>
      </dsp:txBody>
      <dsp:txXfrm>
        <a:off x="64968" y="343724"/>
        <a:ext cx="10252701" cy="1200939"/>
      </dsp:txXfrm>
    </dsp:sp>
    <dsp:sp modelId="{9AAB02EE-17F1-4CCC-AE43-4211BD6ECA03}">
      <dsp:nvSpPr>
        <dsp:cNvPr id="0" name=""/>
        <dsp:cNvSpPr/>
      </dsp:nvSpPr>
      <dsp:spPr>
        <a:xfrm>
          <a:off x="0" y="1796831"/>
          <a:ext cx="10382637" cy="133087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Subdominios Soporte (</a:t>
          </a:r>
          <a:r>
            <a:rPr lang="es-ES" sz="1800" b="1" kern="1200" dirty="0" err="1"/>
            <a:t>Supporting</a:t>
          </a:r>
          <a:r>
            <a:rPr lang="es-ES" sz="1800" b="1" kern="1200" dirty="0"/>
            <a:t> </a:t>
          </a:r>
          <a:r>
            <a:rPr lang="es-ES" sz="1800" b="1" kern="1200" dirty="0" err="1"/>
            <a:t>Domain</a:t>
          </a:r>
          <a:r>
            <a:rPr lang="es-ES" sz="1800" b="1" kern="1200" dirty="0"/>
            <a:t>)</a:t>
          </a:r>
          <a:br>
            <a:rPr lang="es-ES" sz="1800" kern="1200" dirty="0"/>
          </a:br>
          <a:r>
            <a:rPr lang="es-ES" sz="1800" kern="1200" dirty="0"/>
            <a:t>Son áreas que apoyan el dominio central, pero no son el foco principal del negocio.</a:t>
          </a:r>
          <a:br>
            <a:rPr lang="es-ES" sz="1800" kern="1200" dirty="0"/>
          </a:br>
          <a:r>
            <a:rPr lang="es-ES" sz="1800" kern="1200" dirty="0"/>
            <a:t>📌 </a:t>
          </a:r>
          <a:r>
            <a:rPr lang="es-ES" sz="1800" i="1" kern="1200" dirty="0"/>
            <a:t>Ejemplo:</a:t>
          </a:r>
          <a:r>
            <a:rPr lang="es-ES" sz="1800" kern="1200" dirty="0"/>
            <a:t> La </a:t>
          </a:r>
          <a:r>
            <a:rPr lang="es-ES" sz="1800" b="1" kern="1200" dirty="0"/>
            <a:t>gestión de inventario de vehículos</a:t>
          </a:r>
          <a:r>
            <a:rPr lang="es-ES" sz="1800" kern="1200" dirty="0"/>
            <a:t> en el concesionario es un subdominio, porque aunque es importante, su propósito es secundario.</a:t>
          </a:r>
          <a:endParaRPr lang="es-419" sz="1800" kern="1200" dirty="0"/>
        </a:p>
      </dsp:txBody>
      <dsp:txXfrm>
        <a:off x="64968" y="1861799"/>
        <a:ext cx="10252701" cy="1200939"/>
      </dsp:txXfrm>
    </dsp:sp>
    <dsp:sp modelId="{2CA09684-2C28-46F4-B315-1E08C181477E}">
      <dsp:nvSpPr>
        <dsp:cNvPr id="0" name=""/>
        <dsp:cNvSpPr/>
      </dsp:nvSpPr>
      <dsp:spPr>
        <a:xfrm>
          <a:off x="0" y="3284441"/>
          <a:ext cx="10382637" cy="133087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Subdominios Genéricos (</a:t>
          </a:r>
          <a:r>
            <a:rPr lang="es-ES" sz="1800" b="1" kern="1200" dirty="0" err="1"/>
            <a:t>Generic</a:t>
          </a:r>
          <a:r>
            <a:rPr lang="es-ES" sz="1800" b="1" kern="1200" dirty="0"/>
            <a:t> </a:t>
          </a:r>
          <a:r>
            <a:rPr lang="es-ES" sz="1800" b="1" kern="1200" dirty="0" err="1"/>
            <a:t>Domain</a:t>
          </a:r>
          <a:r>
            <a:rPr lang="es-ES" sz="1800" b="1" kern="1200" dirty="0"/>
            <a:t>)</a:t>
          </a:r>
          <a:br>
            <a:rPr lang="es-ES" sz="1800" kern="1200" dirty="0"/>
          </a:br>
          <a:r>
            <a:rPr lang="es-ES" sz="1800" kern="1200" dirty="0"/>
            <a:t>Son aspectos comunes que pueden encontrarse en muchos negocios y que no diferencian al sistema.</a:t>
          </a:r>
          <a:br>
            <a:rPr lang="es-ES" sz="1800" kern="1200" dirty="0"/>
          </a:br>
          <a:r>
            <a:rPr lang="es-ES" sz="1800" kern="1200" dirty="0"/>
            <a:t>📌 </a:t>
          </a:r>
          <a:r>
            <a:rPr lang="es-ES" sz="1800" i="1" kern="1200" dirty="0"/>
            <a:t>Ejemplo:</a:t>
          </a:r>
          <a:r>
            <a:rPr lang="es-ES" sz="1800" kern="1200" dirty="0"/>
            <a:t> El </a:t>
          </a:r>
          <a:r>
            <a:rPr lang="es-ES" sz="1800" b="1" kern="1200" dirty="0"/>
            <a:t>sistema de facturación y contabilidad</a:t>
          </a:r>
          <a:r>
            <a:rPr lang="es-ES" sz="1800" kern="1200" dirty="0"/>
            <a:t> en un concesionario es genérico, porque cualquier empresa necesita facturar.</a:t>
          </a:r>
          <a:endParaRPr lang="es-419" sz="1800" kern="1200" dirty="0"/>
        </a:p>
      </dsp:txBody>
      <dsp:txXfrm>
        <a:off x="64968" y="3349409"/>
        <a:ext cx="10252701" cy="12009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65693-5799-4CFB-871D-82DD9DDF31BB}" type="datetimeFigureOut">
              <a:rPr lang="es-419" smtClean="0"/>
              <a:t>8/4/2026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31D06-F856-4F43-925B-995799FE343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3721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31D06-F856-4F43-925B-995799FE3431}" type="slidenum">
              <a:rPr lang="es-419" smtClean="0"/>
              <a:t>21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07572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96E66B-05E0-5444-8A9C-D3EB1F16D4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2EAC24B-8E5A-8243-AE31-3EF52762FF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Medellín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7076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902D8C-5974-7645-9CED-F972FEE3FD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5" name="Marcador de texto 6">
            <a:extLst>
              <a:ext uri="{FF2B5EF4-FFF2-40B4-BE49-F238E27FC236}">
                <a16:creationId xmlns:a16="http://schemas.microsoft.com/office/drawing/2014/main" id="{8716CF4F-DD12-CE44-9367-00355C6C1C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Bucaramanga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3087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415E9DB-A2B7-C448-82DB-70C3AF6F1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4673C5EA-B31B-AF44-864D-09A9EB6DC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Montería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9046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ACD3065D-D187-F24F-802B-82D917750B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A2D5DE44-AD08-DB48-B4DE-6FC84952E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Palmira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3247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F73B532-45B4-2C46-A8D5-63C80078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05" y="1203891"/>
            <a:ext cx="9559128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CB2CCC8-6A51-0448-B720-4D06071CFD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9005" y="2896721"/>
            <a:ext cx="9559127" cy="2384051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7582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3F491-1BDC-0443-9398-BE5406EA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5" y="1203891"/>
            <a:ext cx="11262311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058790-96AD-CA4D-A66F-9786E6AA40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909328"/>
            <a:ext cx="6042772" cy="32034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DDFD31F-1FED-CC47-939B-20E7A96EE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74504" y="2860302"/>
            <a:ext cx="5035643" cy="3252507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797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3E924A9-CAF5-9B4B-98E0-85F673CB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54" y="531538"/>
            <a:ext cx="9559128" cy="1106559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medios 4">
            <a:extLst>
              <a:ext uri="{FF2B5EF4-FFF2-40B4-BE49-F238E27FC236}">
                <a16:creationId xmlns:a16="http://schemas.microsoft.com/office/drawing/2014/main" id="{BEF3CE8C-793C-1145-84DD-7B818CE544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623327" y="1857101"/>
            <a:ext cx="9558618" cy="4096024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4893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F673202-8B18-514D-9685-8D97863D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338366"/>
            <a:ext cx="10443263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6450A7A0-43E0-1440-B983-790CAD8F434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48855" y="2994776"/>
            <a:ext cx="3781365" cy="2970960"/>
          </a:xfrm>
        </p:spPr>
        <p:txBody>
          <a:bodyPr/>
          <a:lstStyle/>
          <a:p>
            <a:endParaRPr lang="es-CO"/>
          </a:p>
        </p:txBody>
      </p:sp>
      <p:sp>
        <p:nvSpPr>
          <p:cNvPr id="7" name="Marcador de gráfico 6">
            <a:extLst>
              <a:ext uri="{FF2B5EF4-FFF2-40B4-BE49-F238E27FC236}">
                <a16:creationId xmlns:a16="http://schemas.microsoft.com/office/drawing/2014/main" id="{BD301C88-2BAD-5147-A445-06CFDF36B11C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450137" y="3007001"/>
            <a:ext cx="3263713" cy="2970960"/>
          </a:xfrm>
        </p:spPr>
        <p:txBody>
          <a:bodyPr/>
          <a:lstStyle/>
          <a:p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E5037AD-8243-C146-BBB8-4B269A3DE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09953" y="3007001"/>
            <a:ext cx="2982165" cy="29709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70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91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11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6558C-9957-AE48-B09C-A4407EA0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D30D66-9919-7345-8589-FCCA190222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79949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000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12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C6B46-AE0A-2242-9732-D30BEEE4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95848E47-E960-F840-BCAE-22AFDD09C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36476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27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603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87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D7DA507-BAB2-9D4E-9E47-F7A0ED59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4" name="Marcador de texto 4">
            <a:extLst>
              <a:ext uri="{FF2B5EF4-FFF2-40B4-BE49-F238E27FC236}">
                <a16:creationId xmlns:a16="http://schemas.microsoft.com/office/drawing/2014/main" id="{F1105376-6298-1040-BAAE-3D749FDA6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44545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142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497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6092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693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9543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85177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84698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7951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37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562" y="287047"/>
            <a:ext cx="112942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563" y="1747546"/>
            <a:ext cx="11294289" cy="4169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51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</p:sldLayoutIdLst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j-ea"/>
          <a:cs typeface="+mj-cs"/>
        </a:defRPr>
      </a:lvl1pPr>
    </p:titleStyle>
    <p:bodyStyle>
      <a:lvl1pPr marL="228605" indent="-228605" algn="l" defTabSz="91442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1pPr>
      <a:lvl2pPr marL="685816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2pPr>
      <a:lvl3pPr marL="1143027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3pPr>
      <a:lvl4pPr marL="160023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4pPr>
      <a:lvl5pPr marL="205744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esar.lopezg@upb.edu.co" TargetMode="External"/><Relationship Id="rId2" Type="http://schemas.openxmlformats.org/officeDocument/2006/relationships/slideLayout" Target="../slideLayouts/slideLayout26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s/libros-papel-libro-718583/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7.xml"/><Relationship Id="rId4" Type="http://schemas.openxmlformats.org/officeDocument/2006/relationships/hyperlink" Target="https://kevin-van-ingen.medium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562" y="287047"/>
            <a:ext cx="11294289" cy="1325563"/>
          </a:xfrm>
        </p:spPr>
        <p:txBody>
          <a:bodyPr anchor="ctr">
            <a:normAutofit/>
          </a:bodyPr>
          <a:lstStyle/>
          <a:p>
            <a:r>
              <a:rPr lang="es-ES" b="1" i="1" dirty="0"/>
              <a:t>DDD: </a:t>
            </a:r>
            <a:r>
              <a:rPr lang="es-ES" b="1" i="1" dirty="0" err="1"/>
              <a:t>Domain</a:t>
            </a:r>
            <a:r>
              <a:rPr lang="es-ES" b="1" i="1" dirty="0"/>
              <a:t> </a:t>
            </a:r>
            <a:r>
              <a:rPr lang="es-ES" b="1" i="1" dirty="0" err="1"/>
              <a:t>Driven</a:t>
            </a:r>
            <a:r>
              <a:rPr lang="es-ES" b="1" i="1" dirty="0"/>
              <a:t> Design</a:t>
            </a:r>
          </a:p>
        </p:txBody>
      </p:sp>
      <p:sp>
        <p:nvSpPr>
          <p:cNvPr id="3" name="Subtítulo 2"/>
          <p:cNvSpPr>
            <a:spLocks noGrp="1"/>
          </p:cNvSpPr>
          <p:nvPr>
            <p:ph sz="half" idx="2"/>
          </p:nvPr>
        </p:nvSpPr>
        <p:spPr>
          <a:xfrm>
            <a:off x="5400608" y="4190502"/>
            <a:ext cx="6107243" cy="190268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s-ES" sz="2000" dirty="0" err="1"/>
              <a:t>MSc</a:t>
            </a:r>
            <a:r>
              <a:rPr lang="es-ES" sz="2000" dirty="0"/>
              <a:t>. César Augusto López Gallego.</a:t>
            </a:r>
          </a:p>
          <a:p>
            <a:pPr marL="0" indent="0" algn="r">
              <a:buNone/>
            </a:pPr>
            <a:r>
              <a:rPr lang="es-ES" sz="2000" dirty="0"/>
              <a:t>Profesor Facultad Ingeniería en TIC – UPB.</a:t>
            </a:r>
          </a:p>
          <a:p>
            <a:pPr marL="0" indent="0" algn="r">
              <a:buNone/>
            </a:pPr>
            <a:r>
              <a:rPr lang="es-ES" sz="2000" dirty="0"/>
              <a:t>Coordinador Área de Programación, Computación y Desarrollo de Software.</a:t>
            </a:r>
          </a:p>
          <a:p>
            <a:pPr marL="0" indent="0" algn="r">
              <a:buNone/>
            </a:pPr>
            <a:r>
              <a:rPr lang="es-ES" sz="2000" dirty="0">
                <a:hlinkClick r:id="rId3"/>
              </a:rPr>
              <a:t>cesar.lopezg@upb.edu.co</a:t>
            </a:r>
            <a:endParaRPr lang="es-ES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CEC47BD-4226-4941-A683-9BFE98D4F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363" y="2221651"/>
            <a:ext cx="3532878" cy="2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43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8C59453-58C9-4ED0-96C7-E196043F7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577" y="2197809"/>
            <a:ext cx="3840009" cy="19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CE1822C-9355-4AFA-BA3E-EA8A1AC7BE7F}"/>
              </a:ext>
            </a:extLst>
          </p:cNvPr>
          <p:cNvSpPr txBox="1"/>
          <p:nvPr/>
        </p:nvSpPr>
        <p:spPr>
          <a:xfrm>
            <a:off x="6257581" y="2956156"/>
            <a:ext cx="4521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El cliente no tiene porque saber lo que quiere.</a:t>
            </a:r>
          </a:p>
          <a:p>
            <a:pPr algn="r"/>
            <a:r>
              <a:rPr lang="es-ES" dirty="0"/>
              <a:t>Steve Jobs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84016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CEBE1A5-32D9-497B-8C90-4DC8A3DED951}"/>
              </a:ext>
            </a:extLst>
          </p:cNvPr>
          <p:cNvSpPr txBox="1"/>
          <p:nvPr/>
        </p:nvSpPr>
        <p:spPr>
          <a:xfrm>
            <a:off x="557111" y="661012"/>
            <a:ext cx="19223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Contenido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DEAC8A-AE5E-4F91-8811-578DE9927514}"/>
              </a:ext>
            </a:extLst>
          </p:cNvPr>
          <p:cNvSpPr txBox="1"/>
          <p:nvPr/>
        </p:nvSpPr>
        <p:spPr>
          <a:xfrm>
            <a:off x="645246" y="1333457"/>
            <a:ext cx="5876740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SzPct val="15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419" sz="2000" dirty="0"/>
              <a:t>	Dominio, clasificación</a:t>
            </a:r>
          </a:p>
          <a:p>
            <a:pPr marL="342900" indent="-342900">
              <a:lnSpc>
                <a:spcPct val="150000"/>
              </a:lnSpc>
              <a:buSzPct val="15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419" sz="2000" dirty="0"/>
              <a:t>	Dominios Anémicos y Dominios Enriquecidos</a:t>
            </a:r>
          </a:p>
          <a:p>
            <a:pPr marL="342900" indent="-342900">
              <a:lnSpc>
                <a:spcPct val="150000"/>
              </a:lnSpc>
              <a:buSzPct val="15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419" sz="2000" dirty="0"/>
              <a:t>	Entidad</a:t>
            </a:r>
          </a:p>
          <a:p>
            <a:pPr marL="342900" indent="-342900">
              <a:lnSpc>
                <a:spcPct val="150000"/>
              </a:lnSpc>
              <a:buSzPct val="15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419" sz="2000" dirty="0"/>
              <a:t>	Agregado</a:t>
            </a:r>
          </a:p>
          <a:p>
            <a:pPr marL="342900" indent="-342900">
              <a:lnSpc>
                <a:spcPct val="150000"/>
              </a:lnSpc>
              <a:buSzPct val="15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419" sz="2000" dirty="0"/>
              <a:t>	Objetos de Valor	</a:t>
            </a:r>
          </a:p>
          <a:p>
            <a:pPr marL="342900" indent="-342900">
              <a:lnSpc>
                <a:spcPct val="150000"/>
              </a:lnSpc>
              <a:buSzPct val="15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419" sz="2000" dirty="0"/>
              <a:t>	Servicios y Eventos del Dominio</a:t>
            </a:r>
          </a:p>
          <a:p>
            <a:pPr marL="342900" indent="-342900">
              <a:lnSpc>
                <a:spcPct val="150000"/>
              </a:lnSpc>
              <a:buSzPct val="15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419" sz="2000" dirty="0"/>
              <a:t>	Lenguaje Ubicuo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446D497-B028-4F59-919C-35C5726F4292}"/>
              </a:ext>
            </a:extLst>
          </p:cNvPr>
          <p:cNvSpPr txBox="1"/>
          <p:nvPr/>
        </p:nvSpPr>
        <p:spPr>
          <a:xfrm>
            <a:off x="7440941" y="1333457"/>
            <a:ext cx="4310350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419"/>
            </a:defPPr>
            <a:lvl1pPr marL="342900" indent="-342900">
              <a:lnSpc>
                <a:spcPct val="150000"/>
              </a:lnSpc>
              <a:buSzPct val="15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/>
            </a:lvl1pPr>
            <a:lvl2pPr marL="800100" lvl="1" indent="-342900">
              <a:lnSpc>
                <a:spcPct val="150000"/>
              </a:lnSpc>
              <a:buSzPct val="15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/>
            </a:lvl2pPr>
          </a:lstStyle>
          <a:p>
            <a:r>
              <a:rPr lang="es-419" sz="2000" dirty="0"/>
              <a:t>Diseño por Contrato</a:t>
            </a:r>
            <a:endParaRPr lang="es-419" dirty="0"/>
          </a:p>
          <a:p>
            <a:r>
              <a:rPr lang="es-419" dirty="0"/>
              <a:t>Lógica del Dominio</a:t>
            </a:r>
          </a:p>
          <a:p>
            <a:r>
              <a:rPr lang="es-419" dirty="0"/>
              <a:t>Lógica de Coordinación</a:t>
            </a:r>
          </a:p>
          <a:p>
            <a:r>
              <a:rPr lang="es-419" dirty="0"/>
              <a:t>Reglas de Negocio</a:t>
            </a:r>
          </a:p>
          <a:p>
            <a:r>
              <a:rPr lang="es-419" dirty="0"/>
              <a:t>Corrupción del Dominio</a:t>
            </a:r>
          </a:p>
          <a:p>
            <a:r>
              <a:rPr lang="es-419" dirty="0"/>
              <a:t>Capas de la Arquitectura</a:t>
            </a:r>
          </a:p>
        </p:txBody>
      </p:sp>
    </p:spTree>
    <p:extLst>
      <p:ext uri="{BB962C8B-B14F-4D97-AF65-F5344CB8AC3E}">
        <p14:creationId xmlns:p14="http://schemas.microsoft.com/office/powerpoint/2010/main" val="106073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AB3E766-1E2F-4437-914A-8DADF5B7AA9B}"/>
              </a:ext>
            </a:extLst>
          </p:cNvPr>
          <p:cNvSpPr txBox="1"/>
          <p:nvPr/>
        </p:nvSpPr>
        <p:spPr>
          <a:xfrm>
            <a:off x="557111" y="3797398"/>
            <a:ext cx="108673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Consiste en la transformación de los conceptos del dominio empresarial en artefactos de software.</a:t>
            </a:r>
          </a:p>
          <a:p>
            <a:pPr algn="r"/>
            <a:r>
              <a:rPr lang="es-ES" dirty="0"/>
              <a:t>InfoQ.com</a:t>
            </a:r>
            <a:endParaRPr lang="es-419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E61891-8367-4E17-8E52-B9B8904C2783}"/>
              </a:ext>
            </a:extLst>
          </p:cNvPr>
          <p:cNvSpPr txBox="1"/>
          <p:nvPr/>
        </p:nvSpPr>
        <p:spPr>
          <a:xfrm>
            <a:off x="557111" y="661012"/>
            <a:ext cx="21900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Qué es DDD</a:t>
            </a:r>
            <a:endParaRPr lang="es-419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CF9AE27-D9A4-4390-96C6-BA221A4AC597}"/>
              </a:ext>
            </a:extLst>
          </p:cNvPr>
          <p:cNvSpPr txBox="1"/>
          <p:nvPr/>
        </p:nvSpPr>
        <p:spPr>
          <a:xfrm>
            <a:off x="557111" y="2763900"/>
            <a:ext cx="110777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273239"/>
                </a:solidFill>
                <a:effectLst/>
              </a:rPr>
              <a:t>Es un método que prioriza la comprensión y el modelado del área problemática específica donde funciona un sistema de software.</a:t>
            </a:r>
          </a:p>
          <a:p>
            <a:pPr algn="r"/>
            <a:r>
              <a:rPr lang="es-419" dirty="0" err="1">
                <a:solidFill>
                  <a:srgbClr val="273239"/>
                </a:solidFill>
              </a:rPr>
              <a:t>Geeksforgeeks</a:t>
            </a:r>
            <a:endParaRPr lang="es-ES" dirty="0">
              <a:solidFill>
                <a:srgbClr val="273239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E34F000-183C-4F33-8476-A386BC3704E7}"/>
              </a:ext>
            </a:extLst>
          </p:cNvPr>
          <p:cNvSpPr txBox="1"/>
          <p:nvPr/>
        </p:nvSpPr>
        <p:spPr>
          <a:xfrm>
            <a:off x="557111" y="1544291"/>
            <a:ext cx="110777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Es un enfoque de desarrollo de software que centra el desarrollo en la programación de un modelo de dominio con una comprensión profunda de los procesos y reglas de dicho dominio, para enfrentar su complejidad.</a:t>
            </a:r>
          </a:p>
          <a:p>
            <a:pPr algn="r"/>
            <a:r>
              <a:rPr lang="es-419" dirty="0"/>
              <a:t>martinfowler.com</a:t>
            </a:r>
          </a:p>
        </p:txBody>
      </p:sp>
    </p:spTree>
    <p:extLst>
      <p:ext uri="{BB962C8B-B14F-4D97-AF65-F5344CB8AC3E}">
        <p14:creationId xmlns:p14="http://schemas.microsoft.com/office/powerpoint/2010/main" val="2439680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FD6A744-D563-4CAC-86CF-0EE23E908603}"/>
              </a:ext>
            </a:extLst>
          </p:cNvPr>
          <p:cNvSpPr txBox="1"/>
          <p:nvPr/>
        </p:nvSpPr>
        <p:spPr>
          <a:xfrm>
            <a:off x="557111" y="661012"/>
            <a:ext cx="21900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Qué es DDD</a:t>
            </a:r>
            <a:endParaRPr lang="es-419" sz="3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FA704B-5910-4162-A003-95833254BEA9}"/>
              </a:ext>
            </a:extLst>
          </p:cNvPr>
          <p:cNvSpPr txBox="1"/>
          <p:nvPr/>
        </p:nvSpPr>
        <p:spPr>
          <a:xfrm>
            <a:off x="3514993" y="1740163"/>
            <a:ext cx="53652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Es un término acuñado por Eric Evans en su libro, publicado en 2003. </a:t>
            </a:r>
          </a:p>
          <a:p>
            <a:endParaRPr lang="es-ES" dirty="0"/>
          </a:p>
          <a:p>
            <a:r>
              <a:rPr lang="es-ES" dirty="0"/>
              <a:t>Se trata de un enfoque centrado en el dominio y un conjunto de patrones, principios y prácticas.</a:t>
            </a:r>
          </a:p>
          <a:p>
            <a:endParaRPr lang="es-ES" dirty="0"/>
          </a:p>
          <a:p>
            <a:r>
              <a:rPr lang="es-ES" dirty="0"/>
              <a:t>El DDD es muy útil para construir arquitecturas de microservicios, mallas de datos, topologías de equipo y monolitos modulares.</a:t>
            </a:r>
          </a:p>
          <a:p>
            <a:endParaRPr lang="es-ES" dirty="0"/>
          </a:p>
          <a:p>
            <a:r>
              <a:rPr lang="es-ES" dirty="0"/>
              <a:t>Recibió mucha atención después de que la arquitectura de microservicios se popularizara como estilo arquitectónico tras la era de los servicios web basados ​​en SOAP.</a:t>
            </a:r>
            <a:endParaRPr lang="es-419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D981D38-A1BB-4B85-9A65-1E3FC906D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19" y="2633031"/>
            <a:ext cx="2579805" cy="1395201"/>
          </a:xfrm>
          <a:prstGeom prst="rect">
            <a:avLst/>
          </a:prstGeom>
        </p:spPr>
      </p:pic>
      <p:pic>
        <p:nvPicPr>
          <p:cNvPr id="2050" name="Picture 2" descr="DDD Resources - Domain Language">
            <a:extLst>
              <a:ext uri="{FF2B5EF4-FFF2-40B4-BE49-F238E27FC236}">
                <a16:creationId xmlns:a16="http://schemas.microsoft.com/office/drawing/2014/main" id="{E2977C15-F100-4C36-9503-C9B1604C7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497" y="2238339"/>
            <a:ext cx="1703975" cy="21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FABEC77-6ADD-45FD-8801-B080070B70AB}"/>
              </a:ext>
            </a:extLst>
          </p:cNvPr>
          <p:cNvSpPr txBox="1"/>
          <p:nvPr/>
        </p:nvSpPr>
        <p:spPr>
          <a:xfrm>
            <a:off x="5020937" y="5710481"/>
            <a:ext cx="5742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latin typeface="LinLibertine"/>
              </a:rPr>
              <a:t>Fuente: Domain-Driven Design And Microservices Explained with Examples. </a:t>
            </a:r>
          </a:p>
          <a:p>
            <a:pPr algn="r"/>
            <a:r>
              <a:rPr lang="es-419" sz="1400" b="0" i="0" u="none" strike="noStrike" baseline="0" dirty="0" err="1">
                <a:latin typeface="LinLibertine"/>
              </a:rPr>
              <a:t>Sandeep</a:t>
            </a:r>
            <a:r>
              <a:rPr lang="es-419" sz="1400" b="0" i="0" u="none" strike="noStrike" baseline="0" dirty="0">
                <a:latin typeface="LinLibertine"/>
              </a:rPr>
              <a:t> </a:t>
            </a:r>
            <a:r>
              <a:rPr lang="es-419" sz="1400" b="0" i="0" u="none" strike="noStrike" baseline="0" dirty="0" err="1">
                <a:latin typeface="LinLibertine"/>
              </a:rPr>
              <a:t>Jagtap</a:t>
            </a:r>
            <a:r>
              <a:rPr lang="es-419" sz="1400" b="0" i="0" u="none" strike="noStrike" baseline="0" dirty="0">
                <a:latin typeface="LinLibertine"/>
              </a:rPr>
              <a:t>. 2023</a:t>
            </a:r>
            <a:endParaRPr lang="es-419" sz="1400" dirty="0"/>
          </a:p>
        </p:txBody>
      </p:sp>
    </p:spTree>
    <p:extLst>
      <p:ext uri="{BB962C8B-B14F-4D97-AF65-F5344CB8AC3E}">
        <p14:creationId xmlns:p14="http://schemas.microsoft.com/office/powerpoint/2010/main" val="4278008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BA6E0214-1653-48D3-82E3-3658A01435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1136065"/>
              </p:ext>
            </p:extLst>
          </p:nvPr>
        </p:nvGraphicFramePr>
        <p:xfrm>
          <a:off x="1443210" y="3408607"/>
          <a:ext cx="8889510" cy="1313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F74E47A2-3EC6-46E8-8305-5BE31FC414D9}"/>
              </a:ext>
            </a:extLst>
          </p:cNvPr>
          <p:cNvSpPr txBox="1"/>
          <p:nvPr/>
        </p:nvSpPr>
        <p:spPr>
          <a:xfrm>
            <a:off x="3255483" y="2190450"/>
            <a:ext cx="5442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propósito de un software en un contexto lo definen:</a:t>
            </a:r>
            <a:endParaRPr lang="es-419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FCB0CE-43AE-42D1-94C6-403CDE1B2AFC}"/>
              </a:ext>
            </a:extLst>
          </p:cNvPr>
          <p:cNvSpPr txBox="1"/>
          <p:nvPr/>
        </p:nvSpPr>
        <p:spPr>
          <a:xfrm>
            <a:off x="557111" y="661012"/>
            <a:ext cx="4291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Contexto de un software</a:t>
            </a:r>
            <a:endParaRPr lang="es-419" sz="3200" dirty="0"/>
          </a:p>
        </p:txBody>
      </p:sp>
    </p:spTree>
    <p:extLst>
      <p:ext uri="{BB962C8B-B14F-4D97-AF65-F5344CB8AC3E}">
        <p14:creationId xmlns:p14="http://schemas.microsoft.com/office/powerpoint/2010/main" val="4212517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07B3E0F-88FB-486F-B13A-92CBBE8712B7}"/>
              </a:ext>
            </a:extLst>
          </p:cNvPr>
          <p:cNvSpPr txBox="1"/>
          <p:nvPr/>
        </p:nvSpPr>
        <p:spPr>
          <a:xfrm>
            <a:off x="557111" y="661012"/>
            <a:ext cx="5538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Dominio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0DA5BB9-8641-44D6-BB38-96B3492DE28D}"/>
              </a:ext>
            </a:extLst>
          </p:cNvPr>
          <p:cNvSpPr txBox="1"/>
          <p:nvPr/>
        </p:nvSpPr>
        <p:spPr>
          <a:xfrm>
            <a:off x="4450814" y="1714167"/>
            <a:ext cx="726011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20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sz="2000" dirty="0"/>
              <a:t>El dominio se refiere al área de conocimiento, actividad o problemática específica sobre la cual se está desarrollando un sistema o aplicación. </a:t>
            </a:r>
          </a:p>
          <a:p>
            <a:pPr marL="342900" indent="-342900">
              <a:buSzPct val="20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s-ES" sz="2000" dirty="0"/>
          </a:p>
          <a:p>
            <a:pPr marL="342900" indent="-342900">
              <a:buSzPct val="20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sz="2000" dirty="0"/>
              <a:t>El dominio representa el </a:t>
            </a:r>
            <a:r>
              <a:rPr lang="es-ES" sz="2000" b="1" dirty="0"/>
              <a:t>mundo real</a:t>
            </a:r>
            <a:r>
              <a:rPr lang="es-ES" sz="2000" dirty="0"/>
              <a:t> dentro del cual opera el software, incluyendo las entidades, relaciones y reglas que lo gobiernan.</a:t>
            </a:r>
          </a:p>
          <a:p>
            <a:pPr marL="342900" indent="-342900">
              <a:buSzPct val="20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s-ES" sz="2000" dirty="0"/>
          </a:p>
          <a:p>
            <a:pPr marL="342900" indent="-342900">
              <a:buSzPct val="20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sz="2000" dirty="0"/>
              <a:t>El dominio es el punto de partida para diseñar un sistema de software. </a:t>
            </a:r>
          </a:p>
          <a:p>
            <a:pPr marL="342900" indent="-342900">
              <a:buSzPct val="20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s-ES" sz="2000" dirty="0"/>
          </a:p>
          <a:p>
            <a:pPr marL="342900" indent="-342900">
              <a:buSzPct val="20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sz="2000" dirty="0"/>
              <a:t>DDD establece que todo el desarrollo debe centrarse en entender y modelar el dominio de manera fiel.</a:t>
            </a:r>
            <a:endParaRPr lang="es-419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298E30-E7CE-4DB8-94B7-1FDC70683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58" y="2392854"/>
            <a:ext cx="3327493" cy="235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330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64208A-A3A1-449D-BF91-633B48532195}"/>
              </a:ext>
            </a:extLst>
          </p:cNvPr>
          <p:cNvSpPr txBox="1"/>
          <p:nvPr/>
        </p:nvSpPr>
        <p:spPr>
          <a:xfrm>
            <a:off x="557111" y="661012"/>
            <a:ext cx="54232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Cómo se extraen los Dominios?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6398A1-C950-43B0-B911-48F6F8A09695}"/>
              </a:ext>
            </a:extLst>
          </p:cNvPr>
          <p:cNvSpPr txBox="1"/>
          <p:nvPr/>
        </p:nvSpPr>
        <p:spPr>
          <a:xfrm>
            <a:off x="694063" y="1773715"/>
            <a:ext cx="110609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Se usan técnicas diversas. De acuerdo con Kevin Van </a:t>
            </a:r>
            <a:r>
              <a:rPr lang="es-ES" dirty="0" err="1"/>
              <a:t>Ingen</a:t>
            </a:r>
            <a:r>
              <a:rPr lang="es-ES" dirty="0"/>
              <a:t>, el </a:t>
            </a:r>
            <a:r>
              <a:rPr lang="es-ES" sz="2400" b="1" dirty="0">
                <a:solidFill>
                  <a:srgbClr val="00B050"/>
                </a:solidFill>
              </a:rPr>
              <a:t>primer paso</a:t>
            </a:r>
            <a:r>
              <a:rPr lang="es-ES" dirty="0"/>
              <a:t> es entender la estructura organizacional del problema que nos están dando para obtener una visión general del entorno:</a:t>
            </a:r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530823-60BB-48F2-840B-0327DA366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522" y="2798776"/>
            <a:ext cx="8683891" cy="170851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75452D6-466E-4452-9AB7-FBF62E8E06FB}"/>
              </a:ext>
            </a:extLst>
          </p:cNvPr>
          <p:cNvSpPr txBox="1"/>
          <p:nvPr/>
        </p:nvSpPr>
        <p:spPr>
          <a:xfrm>
            <a:off x="7825364" y="4437955"/>
            <a:ext cx="37301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400" dirty="0"/>
              <a:t>Fuente: https://kevin-van-ingen.medium.com/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1C45C5-9AF5-4A32-A51B-EDBA25808957}"/>
              </a:ext>
            </a:extLst>
          </p:cNvPr>
          <p:cNvSpPr txBox="1"/>
          <p:nvPr/>
        </p:nvSpPr>
        <p:spPr>
          <a:xfrm>
            <a:off x="694063" y="4615186"/>
            <a:ext cx="5667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ejemplo muestra el paso inicial para modelar un software para el producto A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266550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64208A-A3A1-449D-BF91-633B48532195}"/>
              </a:ext>
            </a:extLst>
          </p:cNvPr>
          <p:cNvSpPr txBox="1"/>
          <p:nvPr/>
        </p:nvSpPr>
        <p:spPr>
          <a:xfrm>
            <a:off x="557111" y="661012"/>
            <a:ext cx="54232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Cómo se extraen los Dominios?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6398A1-C950-43B0-B911-48F6F8A09695}"/>
              </a:ext>
            </a:extLst>
          </p:cNvPr>
          <p:cNvSpPr txBox="1"/>
          <p:nvPr/>
        </p:nvSpPr>
        <p:spPr>
          <a:xfrm>
            <a:off x="694063" y="1773715"/>
            <a:ext cx="110609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</a:t>
            </a:r>
            <a:r>
              <a:rPr lang="es-ES" sz="2400" b="1" dirty="0">
                <a:solidFill>
                  <a:srgbClr val="00B050"/>
                </a:solidFill>
              </a:rPr>
              <a:t>segundo paso</a:t>
            </a:r>
            <a:r>
              <a:rPr lang="es-ES" dirty="0"/>
              <a:t> : consiste en realizar una tormenta de ideas para entender detalladamente el proceso del negocio e este caso para el Producto A que es el producto al cual se le está modelando el software.</a:t>
            </a:r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75452D6-466E-4452-9AB7-FBF62E8E06FB}"/>
              </a:ext>
            </a:extLst>
          </p:cNvPr>
          <p:cNvSpPr txBox="1"/>
          <p:nvPr/>
        </p:nvSpPr>
        <p:spPr>
          <a:xfrm>
            <a:off x="8024870" y="4722293"/>
            <a:ext cx="37301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400" dirty="0"/>
              <a:t>Fuente: https://kevin-van-ingen.medium.com/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20BCCD6-7B80-45FE-9533-672A61D2B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00" y="2512379"/>
            <a:ext cx="11423659" cy="2517691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B9D5F00C-FE96-4596-8E48-AB47044902C1}"/>
              </a:ext>
            </a:extLst>
          </p:cNvPr>
          <p:cNvSpPr/>
          <p:nvPr/>
        </p:nvSpPr>
        <p:spPr>
          <a:xfrm>
            <a:off x="814341" y="5088784"/>
            <a:ext cx="739038" cy="4229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65FB2C8-203C-4C43-AA97-9933E4F5DD1C}"/>
              </a:ext>
            </a:extLst>
          </p:cNvPr>
          <p:cNvSpPr txBox="1"/>
          <p:nvPr/>
        </p:nvSpPr>
        <p:spPr>
          <a:xfrm>
            <a:off x="1553379" y="5115584"/>
            <a:ext cx="1572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/>
              <a:t>Triggers</a:t>
            </a:r>
            <a:r>
              <a:rPr lang="es-ES" sz="1400" dirty="0"/>
              <a:t> o acciones</a:t>
            </a:r>
            <a:endParaRPr lang="es-419" sz="14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EF97E2A-A753-4495-9314-82A6031E98BC}"/>
              </a:ext>
            </a:extLst>
          </p:cNvPr>
          <p:cNvSpPr/>
          <p:nvPr/>
        </p:nvSpPr>
        <p:spPr>
          <a:xfrm>
            <a:off x="814341" y="5557268"/>
            <a:ext cx="739038" cy="4229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5C8B0E2-2765-4E2E-A125-98AB4C9E358D}"/>
              </a:ext>
            </a:extLst>
          </p:cNvPr>
          <p:cNvSpPr txBox="1"/>
          <p:nvPr/>
        </p:nvSpPr>
        <p:spPr>
          <a:xfrm>
            <a:off x="1531346" y="5507124"/>
            <a:ext cx="2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Eventos relacionados con algo que ocurre</a:t>
            </a:r>
            <a:endParaRPr lang="es-419" sz="1400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C6BF90F-A55E-4256-BD62-E5855A79B939}"/>
              </a:ext>
            </a:extLst>
          </p:cNvPr>
          <p:cNvSpPr/>
          <p:nvPr/>
        </p:nvSpPr>
        <p:spPr>
          <a:xfrm>
            <a:off x="3073707" y="2512379"/>
            <a:ext cx="4329628" cy="23350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8A2482A-CA84-4DFD-923D-3FF7F3623562}"/>
              </a:ext>
            </a:extLst>
          </p:cNvPr>
          <p:cNvCxnSpPr/>
          <p:nvPr/>
        </p:nvCxnSpPr>
        <p:spPr>
          <a:xfrm>
            <a:off x="5238521" y="4847421"/>
            <a:ext cx="1735156" cy="28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13600D1-834A-43B5-98D6-5B0C384BD6C2}"/>
              </a:ext>
            </a:extLst>
          </p:cNvPr>
          <p:cNvSpPr txBox="1"/>
          <p:nvPr/>
        </p:nvSpPr>
        <p:spPr>
          <a:xfrm>
            <a:off x="6993166" y="4707912"/>
            <a:ext cx="4943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Bifurcaciones modelan cuando las cosas suceden en paralelo</a:t>
            </a:r>
            <a:r>
              <a:rPr lang="es-419" sz="1400" dirty="0"/>
              <a:t>, o </a:t>
            </a:r>
            <a:r>
              <a:rPr lang="es-ES" sz="1400" dirty="0"/>
              <a:t>flujos alternativos y opcionales</a:t>
            </a:r>
            <a:endParaRPr lang="es-419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6109A1A-FAA4-4F27-8BD3-8D28514F3A97}"/>
              </a:ext>
            </a:extLst>
          </p:cNvPr>
          <p:cNvSpPr txBox="1"/>
          <p:nvPr/>
        </p:nvSpPr>
        <p:spPr>
          <a:xfrm>
            <a:off x="8206231" y="5269472"/>
            <a:ext cx="37301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400" dirty="0"/>
              <a:t>Fuente: https://kevin-van-ingen.medium.com/</a:t>
            </a:r>
          </a:p>
        </p:txBody>
      </p:sp>
    </p:spTree>
    <p:extLst>
      <p:ext uri="{BB962C8B-B14F-4D97-AF65-F5344CB8AC3E}">
        <p14:creationId xmlns:p14="http://schemas.microsoft.com/office/powerpoint/2010/main" val="843070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6325382-223B-427A-BA58-493754001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598" y="2630828"/>
            <a:ext cx="8174516" cy="254223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55D5B05-49B0-4CB8-99FF-2EB736EFEF6D}"/>
              </a:ext>
            </a:extLst>
          </p:cNvPr>
          <p:cNvSpPr txBox="1"/>
          <p:nvPr/>
        </p:nvSpPr>
        <p:spPr>
          <a:xfrm>
            <a:off x="557111" y="661012"/>
            <a:ext cx="54232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Cómo se extraen los Dominios?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D99676A-F8AB-4B3B-B4C5-139246E68B02}"/>
              </a:ext>
            </a:extLst>
          </p:cNvPr>
          <p:cNvSpPr txBox="1"/>
          <p:nvPr/>
        </p:nvSpPr>
        <p:spPr>
          <a:xfrm>
            <a:off x="449923" y="1517591"/>
            <a:ext cx="110609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</a:t>
            </a:r>
            <a:r>
              <a:rPr lang="es-ES" sz="2400" b="1" dirty="0">
                <a:solidFill>
                  <a:srgbClr val="00B050"/>
                </a:solidFill>
              </a:rPr>
              <a:t>tercer paso</a:t>
            </a:r>
            <a:r>
              <a:rPr lang="es-ES" dirty="0"/>
              <a:t> : Se buscan puntos en el mapa de procesos anterior, que sirvan de puntos de comparación para limitar la comprensión de ese subproceso a un dominio o subdominio</a:t>
            </a:r>
            <a:endParaRPr lang="es-419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0D0E535-5D3E-4569-91DA-8ADD65025454}"/>
              </a:ext>
            </a:extLst>
          </p:cNvPr>
          <p:cNvSpPr txBox="1"/>
          <p:nvPr/>
        </p:nvSpPr>
        <p:spPr>
          <a:xfrm>
            <a:off x="7556236" y="4917601"/>
            <a:ext cx="37301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400" dirty="0"/>
              <a:t>Fuente: https://kevin-van-ingen.medium.com/</a:t>
            </a:r>
          </a:p>
        </p:txBody>
      </p:sp>
    </p:spTree>
    <p:extLst>
      <p:ext uri="{BB962C8B-B14F-4D97-AF65-F5344CB8AC3E}">
        <p14:creationId xmlns:p14="http://schemas.microsoft.com/office/powerpoint/2010/main" val="1546959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C606C55-F16C-4390-805A-6A028FF1BC87}"/>
              </a:ext>
            </a:extLst>
          </p:cNvPr>
          <p:cNvSpPr txBox="1"/>
          <p:nvPr/>
        </p:nvSpPr>
        <p:spPr>
          <a:xfrm>
            <a:off x="557111" y="661012"/>
            <a:ext cx="8922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Clasificación de los Dominios</a:t>
            </a:r>
            <a:endParaRPr lang="es-419" sz="3200" dirty="0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85EBED8-2608-4306-99D2-E466B4DA07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2944672"/>
              </p:ext>
            </p:extLst>
          </p:nvPr>
        </p:nvGraphicFramePr>
        <p:xfrm>
          <a:off x="821517" y="1272450"/>
          <a:ext cx="10382638" cy="4924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4570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78A367D-46FC-4980-98D9-565B894E6688}"/>
              </a:ext>
            </a:extLst>
          </p:cNvPr>
          <p:cNvSpPr txBox="1"/>
          <p:nvPr/>
        </p:nvSpPr>
        <p:spPr>
          <a:xfrm>
            <a:off x="672029" y="611919"/>
            <a:ext cx="4448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Ejemplo: Requisito inicial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B886D5-30F8-4790-81C6-FC04FD7ABE41}"/>
              </a:ext>
            </a:extLst>
          </p:cNvPr>
          <p:cNvSpPr txBox="1"/>
          <p:nvPr/>
        </p:nvSpPr>
        <p:spPr>
          <a:xfrm>
            <a:off x="866274" y="1690062"/>
            <a:ext cx="4604084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i="1" dirty="0"/>
              <a:t>Se requiere un modelo para Automatizar y controlar el proceso de préstamo de vehículos (livianos y pesados), incluyendo: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Solicitud del préstamo.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Evaluación crediticia.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Cálculo de intereses y cuotas.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Gestión de pagos.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Notificaciones al cliente.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D35EAD-E2CD-4CF8-9119-D04683954CCB}"/>
              </a:ext>
            </a:extLst>
          </p:cNvPr>
          <p:cNvSpPr txBox="1"/>
          <p:nvPr/>
        </p:nvSpPr>
        <p:spPr>
          <a:xfrm>
            <a:off x="7042486" y="1690062"/>
            <a:ext cx="4812630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419" sz="2000" b="1" dirty="0" err="1"/>
              <a:t>Stakeholders</a:t>
            </a:r>
            <a:r>
              <a:rPr lang="es-419" sz="2000" b="1" dirty="0"/>
              <a:t> involucrados: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/>
              <a:t>Ejecutivos de crédito.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/>
              <a:t>Clientes.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/>
              <a:t>Equipo de cobranza.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/>
              <a:t>Soporte técnico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/>
              <a:t>Gerencia financiera.</a:t>
            </a:r>
          </a:p>
        </p:txBody>
      </p:sp>
    </p:spTree>
    <p:extLst>
      <p:ext uri="{BB962C8B-B14F-4D97-AF65-F5344CB8AC3E}">
        <p14:creationId xmlns:p14="http://schemas.microsoft.com/office/powerpoint/2010/main" val="1912437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CA0FF69-B501-4A58-9B13-7460A6FCDA77}"/>
              </a:ext>
            </a:extLst>
          </p:cNvPr>
          <p:cNvSpPr txBox="1"/>
          <p:nvPr/>
        </p:nvSpPr>
        <p:spPr>
          <a:xfrm>
            <a:off x="672029" y="611919"/>
            <a:ext cx="87567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Ejemplo: Identificación de Dominios o Subdominios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B8AC748-6563-469D-955A-036754BF8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399" y="2110012"/>
            <a:ext cx="8147477" cy="302081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FE1BADA-8D98-4748-BD84-A6A2F3E3D9BD}"/>
              </a:ext>
            </a:extLst>
          </p:cNvPr>
          <p:cNvSpPr txBox="1"/>
          <p:nvPr/>
        </p:nvSpPr>
        <p:spPr>
          <a:xfrm>
            <a:off x="3162299" y="5334000"/>
            <a:ext cx="5083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*Este puede ser el resultado después de aplicar los 3 pasos</a:t>
            </a:r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3635374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7B65185-3CB8-4F3B-B429-3ECA42AD5BAF}"/>
              </a:ext>
            </a:extLst>
          </p:cNvPr>
          <p:cNvSpPr txBox="1"/>
          <p:nvPr/>
        </p:nvSpPr>
        <p:spPr>
          <a:xfrm>
            <a:off x="557111" y="661012"/>
            <a:ext cx="7943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Dominios Enriquecidos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958C134-0061-4DF5-9022-2C078943BE1D}"/>
              </a:ext>
            </a:extLst>
          </p:cNvPr>
          <p:cNvSpPr txBox="1"/>
          <p:nvPr/>
        </p:nvSpPr>
        <p:spPr>
          <a:xfrm>
            <a:off x="689314" y="1997839"/>
            <a:ext cx="41140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s-ES" dirty="0"/>
              <a:t>Es un enfoque de diseño donde las entidades del dominio encapsulan tanto los datos como la lógica de negocio. 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s-ES" dirty="0"/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s-ES" dirty="0"/>
              <a:t>Esto significa que las reglas y comportamientos del negocio están dentro de los objetos que representan el dominio, en lugar de estar dispersos en servicios externos.</a:t>
            </a:r>
            <a:endParaRPr lang="es-419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DEE5287-CF17-472D-BED7-B4F856B6469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86389" y="1578809"/>
            <a:ext cx="482646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419" altLang="es-419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Las entidades contienen su lógica de negocio</a:t>
            </a:r>
            <a:endParaRPr kumimoji="0" lang="es-419" altLang="es-419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solo almacenan datos, sino que también tienen métodos que definen su comportamiento.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419" altLang="es-419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Encapsulación de reglas de negocio</a:t>
            </a:r>
            <a:endParaRPr kumimoji="0" lang="es-419" altLang="es-419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Las validaciones y cambios de estado ocurren dentro del propio objeto.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419" altLang="es-419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Evita la dispersión de lógica en servicios externos</a:t>
            </a:r>
            <a:endParaRPr kumimoji="0" lang="es-419" altLang="es-419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 la dependencia de servicios que solo actúan sobre objetos de datos.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419" altLang="es-419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Mayor coherencia y mantenibilidad</a:t>
            </a:r>
            <a:endParaRPr kumimoji="0" lang="es-419" altLang="es-419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Todas las reglas de negocio se encuentran en un solo lugar, reduciendo inconsistencias.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419" altLang="es-419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10991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330B497-DFC7-4FF5-AD95-0C53FE205648}"/>
              </a:ext>
            </a:extLst>
          </p:cNvPr>
          <p:cNvSpPr txBox="1"/>
          <p:nvPr/>
        </p:nvSpPr>
        <p:spPr>
          <a:xfrm>
            <a:off x="557111" y="661012"/>
            <a:ext cx="74190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Dominios Anémicos</a:t>
            </a:r>
            <a:endParaRPr lang="es-419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7071319-7388-442D-A34A-A0E6D29E3ABC}"/>
              </a:ext>
            </a:extLst>
          </p:cNvPr>
          <p:cNvSpPr txBox="1"/>
          <p:nvPr/>
        </p:nvSpPr>
        <p:spPr>
          <a:xfrm>
            <a:off x="423230" y="1965485"/>
            <a:ext cx="43626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30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/>
              <a:t>Un Modelo de Dominio Anémico es un patrón de diseño en el que las entidades del dominio </a:t>
            </a:r>
            <a:r>
              <a:rPr lang="es-ES" b="1" u="sng" dirty="0"/>
              <a:t>contienen únicamente datos y carecen de lógica de negocio.</a:t>
            </a:r>
            <a:r>
              <a:rPr lang="es-ES" dirty="0"/>
              <a:t> </a:t>
            </a:r>
          </a:p>
          <a:p>
            <a:pPr>
              <a:buSzPct val="300000"/>
            </a:pPr>
            <a:endParaRPr lang="es-ES" dirty="0"/>
          </a:p>
          <a:p>
            <a:pPr>
              <a:buSzPct val="300000"/>
            </a:pPr>
            <a:endParaRPr lang="es-ES" dirty="0"/>
          </a:p>
          <a:p>
            <a:pPr marL="285750" indent="-285750">
              <a:buSzPct val="30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/>
              <a:t>En otras palabras, las entidades en un modelo anémico actúan como simples estructuras de datos y la lógica de negocio se encuentra dispersa en servicios externos.</a:t>
            </a:r>
          </a:p>
          <a:p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E2046E2-3508-4E66-A329-854C614619CC}"/>
              </a:ext>
            </a:extLst>
          </p:cNvPr>
          <p:cNvSpPr txBox="1"/>
          <p:nvPr/>
        </p:nvSpPr>
        <p:spPr>
          <a:xfrm>
            <a:off x="5670934" y="1380710"/>
            <a:ext cx="6097836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2000" b="1" dirty="0">
                <a:solidFill>
                  <a:srgbClr val="FF0000"/>
                </a:solidFill>
              </a:rPr>
              <a:t>Características</a:t>
            </a:r>
          </a:p>
          <a:p>
            <a:pPr algn="r"/>
            <a:endParaRPr lang="es-ES" b="1" dirty="0">
              <a:solidFill>
                <a:srgbClr val="FF0000"/>
              </a:solidFill>
            </a:endParaRPr>
          </a:p>
          <a:p>
            <a:pPr algn="r"/>
            <a:r>
              <a:rPr lang="es-ES" b="1" dirty="0"/>
              <a:t>Entidades con solo atributos (</a:t>
            </a:r>
            <a:r>
              <a:rPr lang="es-ES" b="1" dirty="0" err="1"/>
              <a:t>getters</a:t>
            </a:r>
            <a:r>
              <a:rPr lang="es-ES" b="1" dirty="0"/>
              <a:t> y </a:t>
            </a:r>
            <a:r>
              <a:rPr lang="es-ES" b="1" dirty="0" err="1"/>
              <a:t>setters</a:t>
            </a:r>
            <a:r>
              <a:rPr lang="es-ES" b="1" dirty="0"/>
              <a:t>)</a:t>
            </a:r>
            <a:endParaRPr lang="es-ES" dirty="0"/>
          </a:p>
          <a:p>
            <a:pPr lvl="1" algn="r"/>
            <a:r>
              <a:rPr lang="es-ES" dirty="0"/>
              <a:t>No contienen comportamiento ni reglas de negocio propias.</a:t>
            </a:r>
          </a:p>
          <a:p>
            <a:pPr algn="r"/>
            <a:r>
              <a:rPr lang="es-ES" b="1" dirty="0"/>
              <a:t>La lógica de negocio está en servicios externos</a:t>
            </a:r>
            <a:endParaRPr lang="es-ES" dirty="0"/>
          </a:p>
          <a:p>
            <a:pPr lvl="1" algn="r"/>
            <a:r>
              <a:rPr lang="es-ES" dirty="0"/>
              <a:t>Los servicios del dominio o de aplicación controlan toda la lógica.</a:t>
            </a:r>
          </a:p>
          <a:p>
            <a:pPr algn="r"/>
            <a:r>
              <a:rPr lang="es-ES" b="1" dirty="0"/>
              <a:t>Alta dependencia de los servicios</a:t>
            </a:r>
            <a:endParaRPr lang="es-ES" dirty="0"/>
          </a:p>
          <a:p>
            <a:pPr lvl="1" algn="r"/>
            <a:r>
              <a:rPr lang="es-ES" dirty="0"/>
              <a:t>Las entidades son meros "transportadores de datos" y dependen de servicios para realizar cualquier acción.</a:t>
            </a:r>
          </a:p>
          <a:p>
            <a:pPr algn="r"/>
            <a:r>
              <a:rPr lang="es-ES" b="1" dirty="0"/>
              <a:t>Pérdida de encapsulación</a:t>
            </a:r>
            <a:endParaRPr lang="es-ES" dirty="0"/>
          </a:p>
          <a:p>
            <a:pPr lvl="1" algn="r"/>
            <a:r>
              <a:rPr lang="es-ES" dirty="0"/>
              <a:t>La información y reglas de negocio no están agrupadas con los datos, lo que puede llevar a inconsistencias.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B82C3B9-5B67-4C29-B7CD-3C9E785F87AD}"/>
              </a:ext>
            </a:extLst>
          </p:cNvPr>
          <p:cNvSpPr txBox="1"/>
          <p:nvPr/>
        </p:nvSpPr>
        <p:spPr>
          <a:xfrm>
            <a:off x="746391" y="5664584"/>
            <a:ext cx="11206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B050"/>
                </a:solidFill>
              </a:rPr>
              <a:t>Contradice los principios de </a:t>
            </a:r>
            <a:r>
              <a:rPr lang="es-ES" b="1" dirty="0" err="1">
                <a:solidFill>
                  <a:srgbClr val="00B050"/>
                </a:solidFill>
              </a:rPr>
              <a:t>Domain-Driven</a:t>
            </a:r>
            <a:r>
              <a:rPr lang="es-ES" b="1" dirty="0">
                <a:solidFill>
                  <a:srgbClr val="00B050"/>
                </a:solidFill>
              </a:rPr>
              <a:t> Design (DDD), que promueve que la lógica de negocio esté encapsulada dentro de las entidades del dominio para mantener coherencia y encapsulación.</a:t>
            </a:r>
            <a:endParaRPr lang="es-419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42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D2AC123-4161-4FC8-ABAF-3B3F50868915}"/>
              </a:ext>
            </a:extLst>
          </p:cNvPr>
          <p:cNvSpPr txBox="1"/>
          <p:nvPr/>
        </p:nvSpPr>
        <p:spPr>
          <a:xfrm>
            <a:off x="557111" y="661012"/>
            <a:ext cx="57579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Entidades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424513-0595-4CE1-876E-93D43050C865}"/>
              </a:ext>
            </a:extLst>
          </p:cNvPr>
          <p:cNvSpPr txBox="1"/>
          <p:nvPr/>
        </p:nvSpPr>
        <p:spPr>
          <a:xfrm>
            <a:off x="361105" y="1396625"/>
            <a:ext cx="114697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También se pueden llamar como conceptos del dominio. </a:t>
            </a:r>
          </a:p>
          <a:p>
            <a:endParaRPr lang="es-ES" dirty="0"/>
          </a:p>
          <a:p>
            <a:r>
              <a:rPr lang="es-ES" dirty="0"/>
              <a:t>Son objetos con identidad única dentro del dominio. Tienen atributos y pueden cambiar de estado a lo largo del tiempo. </a:t>
            </a:r>
          </a:p>
          <a:p>
            <a:endParaRPr lang="es-ES" dirty="0"/>
          </a:p>
          <a:p>
            <a:r>
              <a:rPr lang="es-419" dirty="0"/>
              <a:t>Estas entidades se pueden modelar en un diagrama llamado mapa de contexto. Aunque hay entidades que se repiten en cada dominio, el contexto delimita el comportamiento de esa entidad.  </a:t>
            </a:r>
          </a:p>
          <a:p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A9CE84F4-F671-43E5-AAC0-638796B43A9E}"/>
              </a:ext>
            </a:extLst>
          </p:cNvPr>
          <p:cNvGrpSpPr/>
          <p:nvPr/>
        </p:nvGrpSpPr>
        <p:grpSpPr>
          <a:xfrm>
            <a:off x="1825032" y="3427950"/>
            <a:ext cx="7842506" cy="2341395"/>
            <a:chOff x="1110994" y="3180583"/>
            <a:chExt cx="9970012" cy="301640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7A298D6-FFAF-478E-8D1C-038ABD7DC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0994" y="3180583"/>
              <a:ext cx="9970012" cy="3016405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ED8B039-9D71-4070-A6F2-1EDFE9ED7A80}"/>
                </a:ext>
              </a:extLst>
            </p:cNvPr>
            <p:cNvSpPr/>
            <p:nvPr/>
          </p:nvSpPr>
          <p:spPr>
            <a:xfrm>
              <a:off x="4762500" y="4508500"/>
              <a:ext cx="1155700" cy="2921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50C3F627-F10B-44F8-BEFA-C2ACE6CC19C6}"/>
                </a:ext>
              </a:extLst>
            </p:cNvPr>
            <p:cNvSpPr/>
            <p:nvPr/>
          </p:nvSpPr>
          <p:spPr>
            <a:xfrm>
              <a:off x="7124700" y="5585478"/>
              <a:ext cx="1155700" cy="2921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EB6CD4FA-DC03-41FF-A1A0-9F794DB8F116}"/>
                </a:ext>
              </a:extLst>
            </p:cNvPr>
            <p:cNvSpPr/>
            <p:nvPr/>
          </p:nvSpPr>
          <p:spPr>
            <a:xfrm>
              <a:off x="8242300" y="4146212"/>
              <a:ext cx="1155700" cy="2921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79E8F95-8D1C-4ABA-A422-070E1C5497BC}"/>
                </a:ext>
              </a:extLst>
            </p:cNvPr>
            <p:cNvSpPr/>
            <p:nvPr/>
          </p:nvSpPr>
          <p:spPr>
            <a:xfrm>
              <a:off x="9452483" y="5439428"/>
              <a:ext cx="1155700" cy="2921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AD7A405-4229-4837-9934-ADFDFFA4CB05}"/>
              </a:ext>
            </a:extLst>
          </p:cNvPr>
          <p:cNvSpPr txBox="1"/>
          <p:nvPr/>
        </p:nvSpPr>
        <p:spPr>
          <a:xfrm>
            <a:off x="0" y="5593641"/>
            <a:ext cx="3730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100" dirty="0"/>
              <a:t>Fuente: https://kevin-van-ingen.medium.com/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FA803EF-6CDD-4B3B-92D7-21100B1818C6}"/>
              </a:ext>
            </a:extLst>
          </p:cNvPr>
          <p:cNvCxnSpPr>
            <a:cxnSpLocks/>
          </p:cNvCxnSpPr>
          <p:nvPr/>
        </p:nvCxnSpPr>
        <p:spPr>
          <a:xfrm flipH="1" flipV="1">
            <a:off x="3128211" y="3648645"/>
            <a:ext cx="1569131" cy="810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73BE036-EED5-4BF7-84B3-22FF38F70366}"/>
              </a:ext>
            </a:extLst>
          </p:cNvPr>
          <p:cNvSpPr txBox="1"/>
          <p:nvPr/>
        </p:nvSpPr>
        <p:spPr>
          <a:xfrm>
            <a:off x="901283" y="3252752"/>
            <a:ext cx="253478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0" i="0" dirty="0">
                <a:solidFill>
                  <a:srgbClr val="0A0A0A"/>
                </a:solidFill>
                <a:effectLst/>
                <a:latin typeface="Google Sans"/>
              </a:rPr>
              <a:t>Su comportamiento se centra en la </a:t>
            </a:r>
            <a:r>
              <a:rPr lang="es-ES" sz="1100" b="0" i="1" dirty="0">
                <a:solidFill>
                  <a:srgbClr val="0A0A0A"/>
                </a:solidFill>
                <a:effectLst/>
                <a:latin typeface="Google Sans"/>
              </a:rPr>
              <a:t>intención de compra</a:t>
            </a:r>
            <a:r>
              <a:rPr lang="es-ES" sz="1100" b="0" i="0" dirty="0">
                <a:solidFill>
                  <a:srgbClr val="0A0A0A"/>
                </a:solidFill>
                <a:effectLst/>
                <a:latin typeface="Google Sans"/>
              </a:rPr>
              <a:t>, su historial de cotizaciones y sus preferencias</a:t>
            </a:r>
            <a:endParaRPr lang="es-419" sz="11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6FFE4D1-3DFB-438E-BB66-5A0A89DBD15A}"/>
              </a:ext>
            </a:extLst>
          </p:cNvPr>
          <p:cNvSpPr txBox="1"/>
          <p:nvPr/>
        </p:nvSpPr>
        <p:spPr>
          <a:xfrm>
            <a:off x="2936333" y="5855251"/>
            <a:ext cx="400651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0" i="0" dirty="0">
                <a:solidFill>
                  <a:srgbClr val="0A0A0A"/>
                </a:solidFill>
                <a:effectLst/>
                <a:latin typeface="Google Sans"/>
              </a:rPr>
              <a:t> El Cliente es un </a:t>
            </a:r>
            <a:r>
              <a:rPr lang="es-ES" sz="1100" b="1" i="0" dirty="0">
                <a:solidFill>
                  <a:srgbClr val="0A0A0A"/>
                </a:solidFill>
                <a:effectLst/>
                <a:latin typeface="Google Sans"/>
              </a:rPr>
              <a:t>Siniestrado</a:t>
            </a:r>
            <a:r>
              <a:rPr lang="es-ES" sz="1100" b="0" i="0" dirty="0">
                <a:solidFill>
                  <a:srgbClr val="0A0A0A"/>
                </a:solidFill>
                <a:effectLst/>
                <a:latin typeface="Google Sans"/>
              </a:rPr>
              <a:t>. Su comportamiento se define por la </a:t>
            </a:r>
            <a:r>
              <a:rPr lang="es-ES" sz="1100" b="0" i="1" dirty="0">
                <a:solidFill>
                  <a:srgbClr val="0A0A0A"/>
                </a:solidFill>
                <a:effectLst/>
                <a:latin typeface="Google Sans"/>
              </a:rPr>
              <a:t>notificación de incidentes</a:t>
            </a:r>
            <a:r>
              <a:rPr lang="es-ES" sz="1100" b="0" i="0" dirty="0">
                <a:solidFill>
                  <a:srgbClr val="0A0A0A"/>
                </a:solidFill>
                <a:effectLst/>
                <a:latin typeface="Google Sans"/>
              </a:rPr>
              <a:t>, el seguimiento de pólizas activas y la validación de coberturas.</a:t>
            </a:r>
            <a:endParaRPr lang="es-419" sz="1100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E5CEE55-1408-4E0D-BD10-701FFC7C3EDF}"/>
              </a:ext>
            </a:extLst>
          </p:cNvPr>
          <p:cNvCxnSpPr/>
          <p:nvPr/>
        </p:nvCxnSpPr>
        <p:spPr>
          <a:xfrm flipH="1">
            <a:off x="5606426" y="5521412"/>
            <a:ext cx="1215479" cy="352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84A93BB-F748-43F4-8DEB-5A3541B93C49}"/>
              </a:ext>
            </a:extLst>
          </p:cNvPr>
          <p:cNvSpPr txBox="1"/>
          <p:nvPr/>
        </p:nvSpPr>
        <p:spPr>
          <a:xfrm>
            <a:off x="8269936" y="3021919"/>
            <a:ext cx="35345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El Cliente es un Sujeto de Derecho. Aquí solo importan sus contratos firmados, litigios pendientes</a:t>
            </a:r>
            <a:endParaRPr lang="es-419" sz="1200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8C0DC80D-C800-4016-B061-D50C4C0D5CB3}"/>
              </a:ext>
            </a:extLst>
          </p:cNvPr>
          <p:cNvCxnSpPr/>
          <p:nvPr/>
        </p:nvCxnSpPr>
        <p:spPr>
          <a:xfrm flipV="1">
            <a:off x="8343670" y="3483584"/>
            <a:ext cx="951941" cy="693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40E76A0-9681-43A2-A1D0-EECF02DF7E6A}"/>
              </a:ext>
            </a:extLst>
          </p:cNvPr>
          <p:cNvSpPr txBox="1"/>
          <p:nvPr/>
        </p:nvSpPr>
        <p:spPr>
          <a:xfrm>
            <a:off x="8268421" y="5741496"/>
            <a:ext cx="370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Comportamiento transaccional: historial de pagos, deudas, facturación y cuentas bancarias.</a:t>
            </a:r>
            <a:endParaRPr lang="es-419" sz="1200" dirty="0"/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044D1FF-7D81-4130-947A-16F39EAA0DBB}"/>
              </a:ext>
            </a:extLst>
          </p:cNvPr>
          <p:cNvCxnSpPr/>
          <p:nvPr/>
        </p:nvCxnSpPr>
        <p:spPr>
          <a:xfrm>
            <a:off x="9295611" y="5408045"/>
            <a:ext cx="371927" cy="44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487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7006510-6E29-4E0F-8A73-3DB1B88EFE85}"/>
              </a:ext>
            </a:extLst>
          </p:cNvPr>
          <p:cNvSpPr txBox="1"/>
          <p:nvPr/>
        </p:nvSpPr>
        <p:spPr>
          <a:xfrm>
            <a:off x="672029" y="611919"/>
            <a:ext cx="34820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Ejemplo: Entidades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AA3C3A-7EB6-42F1-8EF7-9BCB5F7A1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1727201"/>
            <a:ext cx="8847387" cy="221184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E1A39CA-3FCA-44EB-B08C-08C3AEE3DB35}"/>
              </a:ext>
            </a:extLst>
          </p:cNvPr>
          <p:cNvSpPr txBox="1"/>
          <p:nvPr/>
        </p:nvSpPr>
        <p:spPr>
          <a:xfrm>
            <a:off x="1524000" y="3939047"/>
            <a:ext cx="5700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highlight>
                  <a:srgbClr val="C0C0C0"/>
                </a:highlight>
              </a:rPr>
              <a:t>Cuota</a:t>
            </a:r>
            <a:r>
              <a:rPr lang="es-ES" sz="2000" dirty="0"/>
              <a:t> (Tiene </a:t>
            </a:r>
            <a:r>
              <a:rPr lang="es-ES" sz="2000" dirty="0">
                <a:highlight>
                  <a:srgbClr val="C0C0C0"/>
                </a:highlight>
              </a:rPr>
              <a:t>número</a:t>
            </a:r>
            <a:r>
              <a:rPr lang="es-ES" sz="2000" dirty="0"/>
              <a:t>, </a:t>
            </a:r>
            <a:r>
              <a:rPr lang="es-ES" sz="2000" dirty="0">
                <a:highlight>
                  <a:srgbClr val="C0C0C0"/>
                </a:highlight>
              </a:rPr>
              <a:t>valor</a:t>
            </a:r>
            <a:r>
              <a:rPr lang="es-ES" sz="2000" dirty="0"/>
              <a:t>, </a:t>
            </a:r>
            <a:r>
              <a:rPr lang="es-ES" sz="2000" dirty="0" err="1">
                <a:highlight>
                  <a:srgbClr val="C0C0C0"/>
                </a:highlight>
              </a:rPr>
              <a:t>fecha_máxima_pago</a:t>
            </a:r>
            <a:r>
              <a:rPr lang="es-ES" sz="2000" dirty="0"/>
              <a:t>)</a:t>
            </a:r>
            <a:endParaRPr lang="es-419" sz="2000" dirty="0"/>
          </a:p>
        </p:txBody>
      </p:sp>
    </p:spTree>
    <p:extLst>
      <p:ext uri="{BB962C8B-B14F-4D97-AF65-F5344CB8AC3E}">
        <p14:creationId xmlns:p14="http://schemas.microsoft.com/office/powerpoint/2010/main" val="2748494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94EF193-66D5-4561-BCD2-54D427C45A75}"/>
              </a:ext>
            </a:extLst>
          </p:cNvPr>
          <p:cNvSpPr txBox="1"/>
          <p:nvPr/>
        </p:nvSpPr>
        <p:spPr>
          <a:xfrm>
            <a:off x="599305" y="613775"/>
            <a:ext cx="91156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Elementos del modelo: </a:t>
            </a:r>
            <a:r>
              <a:rPr lang="es-419" sz="3200" dirty="0"/>
              <a:t>Contexto Delimitado o </a:t>
            </a:r>
            <a:r>
              <a:rPr lang="es-419" sz="3200" dirty="0" err="1"/>
              <a:t>Bounded</a:t>
            </a:r>
            <a:r>
              <a:rPr lang="es-419" sz="3200" dirty="0"/>
              <a:t> </a:t>
            </a:r>
            <a:r>
              <a:rPr lang="es-419" sz="3200" dirty="0" err="1"/>
              <a:t>Context</a:t>
            </a:r>
            <a:endParaRPr lang="es-419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CCE04C-F15B-4AC5-B340-426F983AA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008" y="3206200"/>
            <a:ext cx="6806187" cy="2032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6821C5A-AC45-4456-8D0A-BA2966CE9908}"/>
              </a:ext>
            </a:extLst>
          </p:cNvPr>
          <p:cNvSpPr txBox="1"/>
          <p:nvPr/>
        </p:nvSpPr>
        <p:spPr>
          <a:xfrm>
            <a:off x="1348109" y="5607630"/>
            <a:ext cx="1017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Este diagrama de contexto ayudó a definir los </a:t>
            </a:r>
            <a:r>
              <a:rPr lang="es-ES" dirty="0" err="1"/>
              <a:t>bounded</a:t>
            </a:r>
            <a:r>
              <a:rPr lang="es-ES" dirty="0"/>
              <a:t> </a:t>
            </a:r>
            <a:r>
              <a:rPr lang="es-ES" dirty="0" err="1"/>
              <a:t>context</a:t>
            </a:r>
            <a:r>
              <a:rPr lang="es-ES" dirty="0"/>
              <a:t>, de manera gráfica y mucho más lúdica</a:t>
            </a:r>
            <a:endParaRPr lang="es-419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31F6FBD-3889-41D1-8E91-FBF7CD591165}"/>
              </a:ext>
            </a:extLst>
          </p:cNvPr>
          <p:cNvSpPr txBox="1"/>
          <p:nvPr/>
        </p:nvSpPr>
        <p:spPr>
          <a:xfrm>
            <a:off x="599305" y="2021725"/>
            <a:ext cx="111735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Un contexto delimitado es el límite donde se aplica un modelo de dominio específico.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i="0" dirty="0">
                <a:solidFill>
                  <a:schemeClr val="accent6"/>
                </a:solidFill>
                <a:effectLst/>
                <a:latin typeface="source-serif-pro"/>
              </a:rPr>
              <a:t>Se convierten en límites naturales en el código, como microservicios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/>
              <a:t>Existen dependencias entre contextos. Ventas depende de que marketing convierta un prospecto en un cliente.</a:t>
            </a:r>
          </a:p>
        </p:txBody>
      </p:sp>
    </p:spTree>
    <p:extLst>
      <p:ext uri="{BB962C8B-B14F-4D97-AF65-F5344CB8AC3E}">
        <p14:creationId xmlns:p14="http://schemas.microsoft.com/office/powerpoint/2010/main" val="2959916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3427CE9-077C-48E8-9DF4-7233B2C94763}"/>
              </a:ext>
            </a:extLst>
          </p:cNvPr>
          <p:cNvSpPr txBox="1"/>
          <p:nvPr/>
        </p:nvSpPr>
        <p:spPr>
          <a:xfrm>
            <a:off x="599305" y="613775"/>
            <a:ext cx="91156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Elementos del modelo: </a:t>
            </a:r>
            <a:r>
              <a:rPr lang="es-419" sz="3200" dirty="0"/>
              <a:t>Contexto Delimitado o </a:t>
            </a:r>
            <a:r>
              <a:rPr lang="es-419" sz="3200" dirty="0" err="1"/>
              <a:t>Bounded</a:t>
            </a:r>
            <a:r>
              <a:rPr lang="es-419" sz="3200" dirty="0"/>
              <a:t> </a:t>
            </a:r>
            <a:r>
              <a:rPr lang="es-419" sz="3200" dirty="0" err="1"/>
              <a:t>Context</a:t>
            </a:r>
            <a:r>
              <a:rPr lang="es-419" sz="3200" dirty="0"/>
              <a:t> – Tratamiento Conceptual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5A0D92-90DB-4CAD-A05D-8E49ACBFE3B1}"/>
              </a:ext>
            </a:extLst>
          </p:cNvPr>
          <p:cNvSpPr txBox="1"/>
          <p:nvPr/>
        </p:nvSpPr>
        <p:spPr>
          <a:xfrm>
            <a:off x="599305" y="1924447"/>
            <a:ext cx="11193379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Separación de Bases de Datos (o Esquemas): </a:t>
            </a:r>
          </a:p>
          <a:p>
            <a:r>
              <a:rPr lang="es-ES" sz="1600" dirty="0"/>
              <a:t>Cada contexto tiene su propia tabla de "Cliente". La tabla de Ventas solo tiene columnas de marketing; la de Finanzas solo tiene columnas de contabilidad.</a:t>
            </a:r>
          </a:p>
          <a:p>
            <a:endParaRPr lang="es-ES" sz="1600" dirty="0"/>
          </a:p>
          <a:p>
            <a:r>
              <a:rPr lang="es-ES" sz="1600" b="1" dirty="0"/>
              <a:t>Identificador Compartido (ID):</a:t>
            </a:r>
            <a:r>
              <a:rPr lang="es-ES" sz="1600" dirty="0"/>
              <a:t> </a:t>
            </a:r>
          </a:p>
          <a:p>
            <a:r>
              <a:rPr lang="es-ES" sz="1600" dirty="0"/>
              <a:t>Todos los contextos usan el mismo ID (por ejemplo, el DNI o un UUID). Esto permite saber que el "Pagador 5" es el mismo que el "Siniestrado 5".</a:t>
            </a:r>
          </a:p>
          <a:p>
            <a:endParaRPr lang="es-ES" sz="1600" dirty="0"/>
          </a:p>
          <a:p>
            <a:r>
              <a:rPr lang="es-ES" sz="1600" b="1" dirty="0"/>
              <a:t>Sincronización mediante Eventos:</a:t>
            </a:r>
            <a:r>
              <a:rPr lang="es-ES" sz="1600" dirty="0"/>
              <a:t> </a:t>
            </a:r>
          </a:p>
          <a:p>
            <a:r>
              <a:rPr lang="es-ES" sz="1600" dirty="0"/>
              <a:t>Si el Cliente cambia su dirección en el portal de Ventas, el sistema de Ventas publica un mensaje: "Dirección de Cliente Actualizada". Los demás dominios (Legal, Finanzas) escuchan ese mensaje y actualizan sus propios datos de cliente si les interesa.</a:t>
            </a:r>
          </a:p>
          <a:p>
            <a:endParaRPr lang="es-ES" sz="1600" dirty="0"/>
          </a:p>
          <a:p>
            <a:r>
              <a:rPr lang="es-ES" sz="1600" b="1" dirty="0"/>
              <a:t>Autonomía: </a:t>
            </a:r>
          </a:p>
          <a:p>
            <a:r>
              <a:rPr lang="es-ES" sz="1600" dirty="0"/>
              <a:t>Si el sistema de Reclamos se cae, el sistema de Ventas debe poder seguir funcionando porque tiene su propia copia/modelo de "Cliente" con los datos que necesita para vender.</a:t>
            </a:r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967725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7658725-9CA2-4FA6-95AC-4E5B14586145}"/>
              </a:ext>
            </a:extLst>
          </p:cNvPr>
          <p:cNvSpPr txBox="1"/>
          <p:nvPr/>
        </p:nvSpPr>
        <p:spPr>
          <a:xfrm>
            <a:off x="672029" y="611919"/>
            <a:ext cx="6993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Ejemplo: Identificación </a:t>
            </a:r>
            <a:r>
              <a:rPr lang="es-ES" sz="3200" dirty="0" err="1"/>
              <a:t>Bounded</a:t>
            </a:r>
            <a:r>
              <a:rPr lang="es-ES" sz="3200" dirty="0"/>
              <a:t> </a:t>
            </a:r>
            <a:r>
              <a:rPr lang="es-ES" sz="3200" dirty="0" err="1"/>
              <a:t>Context</a:t>
            </a:r>
            <a:endParaRPr lang="es-E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B9C87D-AEF7-4967-9E64-645E24BF9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1788227"/>
            <a:ext cx="9697451" cy="293498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053EFC6-2ABF-4419-BAA0-9450BE301ADE}"/>
              </a:ext>
            </a:extLst>
          </p:cNvPr>
          <p:cNvSpPr txBox="1"/>
          <p:nvPr/>
        </p:nvSpPr>
        <p:spPr>
          <a:xfrm>
            <a:off x="1460499" y="4853077"/>
            <a:ext cx="85671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Cada BC debe tener su propio </a:t>
            </a:r>
            <a:r>
              <a:rPr lang="es-ES" b="1" dirty="0"/>
              <a:t>modelo de dominio</a:t>
            </a:r>
            <a:r>
              <a:rPr lang="es-ES" dirty="0"/>
              <a:t>, lógica y base de datos (si aplica).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Relación entre </a:t>
            </a:r>
            <a:r>
              <a:rPr lang="es-ES" dirty="0" err="1"/>
              <a:t>BCs</a:t>
            </a:r>
            <a:r>
              <a:rPr lang="es-ES" dirty="0"/>
              <a:t> mediante </a:t>
            </a:r>
            <a:r>
              <a:rPr lang="es-ES" b="1" dirty="0"/>
              <a:t>eventos de dominio</a:t>
            </a:r>
            <a:r>
              <a:rPr lang="es-ES" dirty="0"/>
              <a:t> o </a:t>
            </a:r>
            <a:r>
              <a:rPr lang="es-ES" b="1" dirty="0" err="1"/>
              <a:t>APIs</a:t>
            </a:r>
            <a:r>
              <a:rPr lang="es-ES" b="1" dirty="0"/>
              <a:t> explícitas</a:t>
            </a:r>
            <a:r>
              <a:rPr lang="es-ES" dirty="0"/>
              <a:t>.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748489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45468B7-1CA3-4B4A-866F-D6DA2BAF446B}"/>
              </a:ext>
            </a:extLst>
          </p:cNvPr>
          <p:cNvSpPr txBox="1"/>
          <p:nvPr/>
        </p:nvSpPr>
        <p:spPr>
          <a:xfrm>
            <a:off x="599305" y="613775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dirty="0" err="1"/>
              <a:t>Bounded</a:t>
            </a:r>
            <a:r>
              <a:rPr lang="es-419" sz="3200" dirty="0"/>
              <a:t> </a:t>
            </a:r>
            <a:r>
              <a:rPr lang="es-419" sz="3200" dirty="0" err="1"/>
              <a:t>Context</a:t>
            </a:r>
            <a:r>
              <a:rPr lang="es-419" sz="3200" dirty="0"/>
              <a:t> con </a:t>
            </a:r>
            <a:r>
              <a:rPr lang="es-419" sz="3200" dirty="0" err="1"/>
              <a:t>Canvas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5AE9106-F458-4B71-B723-CE292D5F5F98}"/>
              </a:ext>
            </a:extLst>
          </p:cNvPr>
          <p:cNvSpPr txBox="1"/>
          <p:nvPr/>
        </p:nvSpPr>
        <p:spPr>
          <a:xfrm>
            <a:off x="342900" y="1682233"/>
            <a:ext cx="28829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1F2328"/>
                </a:solidFill>
              </a:rPr>
              <a:t>E</a:t>
            </a:r>
            <a:r>
              <a:rPr lang="es-ES" b="0" i="0" dirty="0">
                <a:solidFill>
                  <a:srgbClr val="1F2328"/>
                </a:solidFill>
                <a:effectLst/>
              </a:rPr>
              <a:t>s una herramienta colaborativa para diseñar y documentar el diseño de cada contexto delimitado.</a:t>
            </a:r>
          </a:p>
          <a:p>
            <a:endParaRPr lang="es-ES" dirty="0">
              <a:solidFill>
                <a:srgbClr val="1F2328"/>
              </a:solidFill>
            </a:endParaRPr>
          </a:p>
          <a:p>
            <a:r>
              <a:rPr lang="es-ES" b="0" i="0" dirty="0" err="1">
                <a:solidFill>
                  <a:srgbClr val="1F2328"/>
                </a:solidFill>
                <a:effectLst/>
              </a:rPr>
              <a:t>Canvas</a:t>
            </a:r>
            <a:r>
              <a:rPr lang="es-ES" b="0" i="0" dirty="0">
                <a:solidFill>
                  <a:srgbClr val="1F2328"/>
                </a:solidFill>
                <a:effectLst/>
              </a:rPr>
              <a:t> </a:t>
            </a:r>
            <a:r>
              <a:rPr lang="es-ES" dirty="0">
                <a:solidFill>
                  <a:srgbClr val="1F2328"/>
                </a:solidFill>
              </a:rPr>
              <a:t> </a:t>
            </a:r>
            <a:r>
              <a:rPr lang="es-ES" b="0" i="0" dirty="0">
                <a:solidFill>
                  <a:srgbClr val="1F2328"/>
                </a:solidFill>
                <a:effectLst/>
              </a:rPr>
              <a:t>guía a través del proceso de diseño al requerir que considere y tome decisiones sobre los elementos claves desde el nombre hasta las responsabilidades, su interfaz pública y sus dependencias.</a:t>
            </a:r>
            <a:endParaRPr lang="es-419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DB5A3D-3CD7-4ABF-9A64-617A36491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1198550"/>
            <a:ext cx="7623175" cy="4991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8A0B6F0-1EF6-40F1-A6A1-E5D911F0D077}"/>
              </a:ext>
            </a:extLst>
          </p:cNvPr>
          <p:cNvSpPr txBox="1"/>
          <p:nvPr/>
        </p:nvSpPr>
        <p:spPr>
          <a:xfrm>
            <a:off x="2032000" y="6190534"/>
            <a:ext cx="406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400" dirty="0"/>
              <a:t>Fuente: https://github.com/ddd-crew/</a:t>
            </a:r>
          </a:p>
        </p:txBody>
      </p:sp>
    </p:spTree>
    <p:extLst>
      <p:ext uri="{BB962C8B-B14F-4D97-AF65-F5344CB8AC3E}">
        <p14:creationId xmlns:p14="http://schemas.microsoft.com/office/powerpoint/2010/main" val="1422279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721FCDFB-332E-49FC-9498-10852C818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236138"/>
            <a:ext cx="9421813" cy="6130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701CE13-6837-4EFF-87DD-48FDE75DF967}"/>
              </a:ext>
            </a:extLst>
          </p:cNvPr>
          <p:cNvSpPr txBox="1"/>
          <p:nvPr/>
        </p:nvSpPr>
        <p:spPr>
          <a:xfrm>
            <a:off x="10007600" y="3429000"/>
            <a:ext cx="19431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/>
              <a:t>Fuente: https://github.com/ddd-crew/</a:t>
            </a:r>
          </a:p>
        </p:txBody>
      </p:sp>
    </p:spTree>
    <p:extLst>
      <p:ext uri="{BB962C8B-B14F-4D97-AF65-F5344CB8AC3E}">
        <p14:creationId xmlns:p14="http://schemas.microsoft.com/office/powerpoint/2010/main" val="580182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F093E43-CD0C-4DE6-98EC-4E11D4C250C2}"/>
              </a:ext>
            </a:extLst>
          </p:cNvPr>
          <p:cNvSpPr txBox="1"/>
          <p:nvPr/>
        </p:nvSpPr>
        <p:spPr>
          <a:xfrm>
            <a:off x="557111" y="661012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Elementos del modelo: </a:t>
            </a:r>
            <a:r>
              <a:rPr lang="es-419" sz="3200" dirty="0"/>
              <a:t>Lenguaje Ubicuo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1B15AFF-855A-4971-A069-B86938386662}"/>
              </a:ext>
            </a:extLst>
          </p:cNvPr>
          <p:cNvSpPr txBox="1"/>
          <p:nvPr/>
        </p:nvSpPr>
        <p:spPr>
          <a:xfrm>
            <a:off x="760165" y="1644292"/>
            <a:ext cx="1062026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Es un </a:t>
            </a:r>
            <a:r>
              <a:rPr lang="es-ES" sz="2400" b="1" dirty="0">
                <a:solidFill>
                  <a:schemeClr val="accent5"/>
                </a:solidFill>
              </a:rPr>
              <a:t>lenguaje común </a:t>
            </a:r>
            <a:r>
              <a:rPr lang="es-ES" dirty="0"/>
              <a:t>que unifica la comunicación entre desarrolladores, expertos del negocio y otros </a:t>
            </a:r>
            <a:r>
              <a:rPr lang="es-ES" dirty="0" err="1"/>
              <a:t>stakeholders</a:t>
            </a:r>
            <a:r>
              <a:rPr lang="es-ES" dirty="0"/>
              <a:t> dentro de un </a:t>
            </a:r>
            <a:r>
              <a:rPr lang="es-ES" sz="2400" b="1" dirty="0">
                <a:solidFill>
                  <a:schemeClr val="accent5"/>
                </a:solidFill>
              </a:rPr>
              <a:t>contexto delimitado (</a:t>
            </a:r>
            <a:r>
              <a:rPr lang="es-ES" sz="2400" b="1" dirty="0" err="1">
                <a:solidFill>
                  <a:schemeClr val="accent5"/>
                </a:solidFill>
              </a:rPr>
              <a:t>Bounded</a:t>
            </a:r>
            <a:r>
              <a:rPr lang="es-ES" sz="2400" b="1" dirty="0">
                <a:solidFill>
                  <a:schemeClr val="accent5"/>
                </a:solidFill>
              </a:rPr>
              <a:t> </a:t>
            </a:r>
            <a:r>
              <a:rPr lang="es-ES" sz="2400" b="1" dirty="0" err="1">
                <a:solidFill>
                  <a:schemeClr val="accent5"/>
                </a:solidFill>
              </a:rPr>
              <a:t>Context</a:t>
            </a:r>
            <a:r>
              <a:rPr lang="es-ES" sz="2400" b="1" dirty="0">
                <a:solidFill>
                  <a:schemeClr val="accent5"/>
                </a:solidFill>
              </a:rPr>
              <a:t>).</a:t>
            </a:r>
          </a:p>
          <a:p>
            <a:endParaRPr lang="es-ES" dirty="0"/>
          </a:p>
          <a:p>
            <a:r>
              <a:rPr lang="es-ES" dirty="0"/>
              <a:t>MUY necesario para evitar malos entendidos en los términos que usan los desarrolladores y los expertos del negocio</a:t>
            </a:r>
            <a:endParaRPr lang="es-419" b="1" dirty="0">
              <a:solidFill>
                <a:schemeClr val="accent5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C1F1CAB-97C4-4F36-B998-20FBA231F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23" y="4074123"/>
            <a:ext cx="6492424" cy="1236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7658B2F-BB97-46FC-ACD7-60B817F52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749" y="4072005"/>
            <a:ext cx="4824002" cy="20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70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F093E43-CD0C-4DE6-98EC-4E11D4C250C2}"/>
              </a:ext>
            </a:extLst>
          </p:cNvPr>
          <p:cNvSpPr txBox="1"/>
          <p:nvPr/>
        </p:nvSpPr>
        <p:spPr>
          <a:xfrm>
            <a:off x="557111" y="661012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Elementos del modelo: </a:t>
            </a:r>
            <a:r>
              <a:rPr lang="es-419" sz="3200" dirty="0"/>
              <a:t>Lenguaje Ubicuo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98D5257-27CC-414F-BDC6-2B72FA3B8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56" y="1614773"/>
            <a:ext cx="6345078" cy="19351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1E5B5BD-B087-4492-98B3-5B76457A6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993" y="4002902"/>
            <a:ext cx="7673565" cy="193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11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542ACB0-2AE7-4526-9CED-9AFF84576BAE}"/>
              </a:ext>
            </a:extLst>
          </p:cNvPr>
          <p:cNvSpPr txBox="1"/>
          <p:nvPr/>
        </p:nvSpPr>
        <p:spPr>
          <a:xfrm>
            <a:off x="481529" y="675419"/>
            <a:ext cx="9486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Ejemplo: Lenguaje Ubicuo </a:t>
            </a:r>
            <a:r>
              <a:rPr lang="es-ES" sz="3200" dirty="0" err="1"/>
              <a:t>Bounded</a:t>
            </a:r>
            <a:r>
              <a:rPr lang="es-ES" sz="3200" dirty="0"/>
              <a:t> </a:t>
            </a:r>
            <a:r>
              <a:rPr lang="es-ES" sz="3200" dirty="0" err="1"/>
              <a:t>Context</a:t>
            </a:r>
            <a:r>
              <a:rPr lang="es-ES" sz="3200" dirty="0"/>
              <a:t>: Préstamos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BD3B687-2908-4FBB-9BA5-66F812CBD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982" y="2136742"/>
            <a:ext cx="8417018" cy="289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91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B167AF8-434B-4D63-89D4-D4251AB8264D}"/>
              </a:ext>
            </a:extLst>
          </p:cNvPr>
          <p:cNvSpPr txBox="1"/>
          <p:nvPr/>
        </p:nvSpPr>
        <p:spPr>
          <a:xfrm>
            <a:off x="557111" y="661012"/>
            <a:ext cx="5867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Agregados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AA8379-3D4F-49B9-85C2-279184A32E8E}"/>
              </a:ext>
            </a:extLst>
          </p:cNvPr>
          <p:cNvSpPr txBox="1"/>
          <p:nvPr/>
        </p:nvSpPr>
        <p:spPr>
          <a:xfrm>
            <a:off x="557111" y="2692457"/>
            <a:ext cx="54435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Son grupos de entidades y </a:t>
            </a:r>
            <a:r>
              <a:rPr lang="es-ES" dirty="0" err="1"/>
              <a:t>value</a:t>
            </a:r>
            <a:r>
              <a:rPr lang="es-ES" dirty="0"/>
              <a:t> </a:t>
            </a:r>
            <a:r>
              <a:rPr lang="es-ES" dirty="0" err="1"/>
              <a:t>objects</a:t>
            </a:r>
            <a:r>
              <a:rPr lang="es-ES" dirty="0"/>
              <a:t> relacionados, que se tratan como una unidad para mantener la consistencia. Define </a:t>
            </a:r>
            <a:r>
              <a:rPr lang="es-ES" b="1" dirty="0">
                <a:solidFill>
                  <a:schemeClr val="accent6"/>
                </a:solidFill>
              </a:rPr>
              <a:t>límites</a:t>
            </a:r>
            <a:r>
              <a:rPr lang="es-ES" dirty="0"/>
              <a:t> claros en torno a las entidades relacionadas y los objetos de valor, asegurando que se mantengan las invariantes.</a:t>
            </a:r>
            <a:endParaRPr lang="es-419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9F2E941-166E-4F70-B6B8-889B1AD7F38C}"/>
              </a:ext>
            </a:extLst>
          </p:cNvPr>
          <p:cNvSpPr txBox="1"/>
          <p:nvPr/>
        </p:nvSpPr>
        <p:spPr>
          <a:xfrm>
            <a:off x="557111" y="1507457"/>
            <a:ext cx="60361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1" u="none" strike="noStrike" baseline="0" dirty="0">
                <a:solidFill>
                  <a:srgbClr val="333333"/>
                </a:solidFill>
                <a:latin typeface="LiberationSerif-Italic"/>
              </a:rPr>
              <a:t>An AGGREGATE is a cluster of associated objects that we treat</a:t>
            </a:r>
          </a:p>
          <a:p>
            <a:pPr algn="l"/>
            <a:r>
              <a:rPr lang="en-US" sz="1800" b="0" i="1" u="none" strike="noStrike" baseline="0" dirty="0">
                <a:solidFill>
                  <a:srgbClr val="333333"/>
                </a:solidFill>
                <a:latin typeface="LiberationSerif-Italic"/>
              </a:rPr>
              <a:t>as a unit for the purpose of data changes.</a:t>
            </a: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LiberationSerif"/>
              </a:rPr>
              <a:t>—</a:t>
            </a:r>
            <a:r>
              <a:rPr lang="en-US" sz="1800" b="0" i="0" u="none" strike="noStrike" baseline="0" dirty="0">
                <a:solidFill>
                  <a:srgbClr val="333333"/>
                </a:solidFill>
                <a:highlight>
                  <a:srgbClr val="C0C0C0"/>
                </a:highlight>
                <a:latin typeface="LiberationSerif"/>
              </a:rPr>
              <a:t>Eric Evans, Domain-Driven Design blue book</a:t>
            </a:r>
            <a:endParaRPr lang="es-419" dirty="0">
              <a:highlight>
                <a:srgbClr val="C0C0C0"/>
              </a:highlight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17707C5-D7BD-4B4D-9F4E-0AD23817D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423" y="894769"/>
            <a:ext cx="4038950" cy="5311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FCEE48B-8ADA-4D10-ABEF-F19CDA252420}"/>
              </a:ext>
            </a:extLst>
          </p:cNvPr>
          <p:cNvSpPr txBox="1"/>
          <p:nvPr/>
        </p:nvSpPr>
        <p:spPr>
          <a:xfrm>
            <a:off x="9180095" y="5690936"/>
            <a:ext cx="13805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Fuente: DDD </a:t>
            </a:r>
            <a:r>
              <a:rPr lang="es-ES" sz="1100" dirty="0" err="1"/>
              <a:t>toolbox</a:t>
            </a:r>
            <a:endParaRPr lang="es-419" sz="11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421F90F-F853-486B-B12A-C12A1ECE7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72" y="4355756"/>
            <a:ext cx="4971906" cy="166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89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B167AF8-434B-4D63-89D4-D4251AB8264D}"/>
              </a:ext>
            </a:extLst>
          </p:cNvPr>
          <p:cNvSpPr txBox="1"/>
          <p:nvPr/>
        </p:nvSpPr>
        <p:spPr>
          <a:xfrm>
            <a:off x="557111" y="661012"/>
            <a:ext cx="5867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Agregados</a:t>
            </a:r>
            <a:endParaRPr lang="es-419" sz="3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B836193-E7B1-4DA1-9BC7-F2E1AFC99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555" y="2545507"/>
            <a:ext cx="1445532" cy="1185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0CFC9ED-A29F-47A2-8BAC-5D8CB6DDDA4E}"/>
              </a:ext>
            </a:extLst>
          </p:cNvPr>
          <p:cNvSpPr txBox="1"/>
          <p:nvPr/>
        </p:nvSpPr>
        <p:spPr>
          <a:xfrm>
            <a:off x="557111" y="1654016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/>
              <a:t>📌Ejemplo:</a:t>
            </a:r>
            <a:r>
              <a:rPr lang="es-ES" dirty="0"/>
              <a:t> </a:t>
            </a:r>
            <a:endParaRPr lang="es-419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B63E22A-07B2-40D6-8F48-5B25D5C3DE43}"/>
              </a:ext>
            </a:extLst>
          </p:cNvPr>
          <p:cNvSpPr txBox="1"/>
          <p:nvPr/>
        </p:nvSpPr>
        <p:spPr>
          <a:xfrm>
            <a:off x="3059380" y="1474619"/>
            <a:ext cx="8575509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600" dirty="0"/>
              <a:t>En un sitio de compras, el carrito sería un agregado por: </a:t>
            </a:r>
          </a:p>
          <a:p>
            <a:endParaRPr lang="es-419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sz="1600" dirty="0"/>
              <a:t>Es una colección de artículos que podemos tratar como una sola unidad.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419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sz="1600" dirty="0"/>
              <a:t>Se carga como un único bloque de datos desde los repositorios.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419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sz="1600" dirty="0"/>
              <a:t>Dos pedidos no deben modificar un carrito simultáneamente para evitar errores de concurrencia.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419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sz="1600" dirty="0"/>
              <a:t>Cada cambio en el carrito se debe ejecutar en una sola transacción.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419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sz="1600" dirty="0"/>
              <a:t>En una transacción, no tiene sentido cambiar los carritos de varios pedidos al mismo tiempo.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419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sz="1600" dirty="0"/>
              <a:t>Cada carrito es un límite de consistencia (en cambios) independiente (lo que pasa en un carrito no afecta a los otros), responsable de mantener sus propias invariantes (valida sus propias reglas de negocio).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4D11CFB-957C-4FB8-BC72-C13953381A8F}"/>
              </a:ext>
            </a:extLst>
          </p:cNvPr>
          <p:cNvSpPr txBox="1"/>
          <p:nvPr/>
        </p:nvSpPr>
        <p:spPr>
          <a:xfrm>
            <a:off x="1871413" y="5437667"/>
            <a:ext cx="78175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6"/>
                </a:solidFill>
              </a:rPr>
              <a:t>El agregado será el límite donde nos aseguramos de que cada operación termine en un estado consistente.</a:t>
            </a:r>
            <a:endParaRPr lang="es-419" sz="20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201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A39FDB-1BCE-4BFF-B912-024CB92CFD20}"/>
              </a:ext>
            </a:extLst>
          </p:cNvPr>
          <p:cNvSpPr txBox="1"/>
          <p:nvPr/>
        </p:nvSpPr>
        <p:spPr>
          <a:xfrm>
            <a:off x="557111" y="661012"/>
            <a:ext cx="5867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Agregados</a:t>
            </a:r>
            <a:endParaRPr lang="es-419" sz="3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CC7339D-50B0-413A-ABE5-C379773AF4B5}"/>
              </a:ext>
            </a:extLst>
          </p:cNvPr>
          <p:cNvSpPr txBox="1"/>
          <p:nvPr/>
        </p:nvSpPr>
        <p:spPr>
          <a:xfrm>
            <a:off x="2077453" y="1245787"/>
            <a:ext cx="9821779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El agregado tiene una entidad raíz (o </a:t>
            </a:r>
            <a:r>
              <a:rPr lang="es-ES" dirty="0" err="1"/>
              <a:t>root</a:t>
            </a:r>
            <a:r>
              <a:rPr lang="es-ES" dirty="0"/>
              <a:t> </a:t>
            </a:r>
            <a:r>
              <a:rPr lang="es-ES" dirty="0" err="1"/>
              <a:t>aggregate</a:t>
            </a:r>
            <a:r>
              <a:rPr lang="es-ES" dirty="0"/>
              <a:t>). En este caso es el Carrito en si) que encapsula el acceso a los artículos. </a:t>
            </a:r>
          </a:p>
          <a:p>
            <a:r>
              <a:rPr lang="es-ES" i="1" dirty="0"/>
              <a:t>Cada artículo tiene su propia identidad</a:t>
            </a:r>
            <a:r>
              <a:rPr lang="es-ES" dirty="0"/>
              <a:t>, pero otras partes del sistema siempre se referirán al Carrito únicamente como un todo indivisible.</a:t>
            </a:r>
          </a:p>
          <a:p>
            <a:endParaRPr lang="es-419" dirty="0"/>
          </a:p>
          <a:p>
            <a:r>
              <a:rPr lang="es-ES" dirty="0"/>
              <a:t>Funciones clave: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/>
              <a:t>Punto de acceso único</a:t>
            </a:r>
            <a:r>
              <a:rPr lang="es-ES" sz="1600" dirty="0"/>
              <a:t>: </a:t>
            </a:r>
            <a:r>
              <a:rPr lang="es-ES" sz="1600" dirty="0">
                <a:solidFill>
                  <a:schemeClr val="bg2">
                    <a:lumMod val="75000"/>
                  </a:schemeClr>
                </a:solidFill>
              </a:rPr>
              <a:t>Cualquier cambio que se quiera hacer en el carrito (como cambiar la cantidad de un producto o eliminar un ítem) debe pasar obligatoriamente por la entidad Carrito. No se puede modificar un ítem directamente desde fuera sin hablar con el Carrito.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/>
              <a:t>Asegura la consistencia</a:t>
            </a:r>
            <a:r>
              <a:rPr lang="es-ES" sz="1600" dirty="0"/>
              <a:t>: </a:t>
            </a:r>
            <a:r>
              <a:rPr lang="es-ES" sz="1600" dirty="0">
                <a:solidFill>
                  <a:schemeClr val="bg2">
                    <a:lumMod val="75000"/>
                  </a:schemeClr>
                </a:solidFill>
              </a:rPr>
              <a:t>Es el responsable de asegurar que todas las reglas de negocio (invariantes) se cumplan antes de guardar cualquier cambio.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/>
              <a:t>Tiene Identidad global</a:t>
            </a:r>
            <a:r>
              <a:rPr lang="es-ES" sz="1600" dirty="0"/>
              <a:t>: </a:t>
            </a:r>
            <a:r>
              <a:rPr lang="es-ES" sz="1600" dirty="0">
                <a:solidFill>
                  <a:schemeClr val="bg2">
                    <a:lumMod val="75000"/>
                  </a:schemeClr>
                </a:solidFill>
              </a:rPr>
              <a:t>Es la única entidad dentro del grupo que tiene un identificador que el resto del sistema conoce. (tiene su propio 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/>
              <a:t>Unidad de persistencia</a:t>
            </a:r>
            <a:r>
              <a:rPr lang="es-ES" sz="1600" dirty="0"/>
              <a:t>: </a:t>
            </a:r>
            <a:r>
              <a:rPr lang="es-ES" sz="1600" dirty="0">
                <a:solidFill>
                  <a:schemeClr val="bg2">
                    <a:lumMod val="75000"/>
                  </a:schemeClr>
                </a:solidFill>
              </a:rPr>
              <a:t>Cuando guardas el carrito en la base de datos, guardas todo el "bloque" (el carrito y sus ítems) en una sola transacción</a:t>
            </a:r>
            <a:endParaRPr lang="es-419" sz="16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ACA91B-8D2E-475C-B60E-67EC16E49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11" y="2400300"/>
            <a:ext cx="1114425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027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9F9292A-145B-41E7-B5FC-919E280565E6}"/>
              </a:ext>
            </a:extLst>
          </p:cNvPr>
          <p:cNvSpPr txBox="1"/>
          <p:nvPr/>
        </p:nvSpPr>
        <p:spPr>
          <a:xfrm>
            <a:off x="557111" y="661012"/>
            <a:ext cx="5867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Agregados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5FE530D-B654-42E2-8CA0-BDB9A2F75086}"/>
              </a:ext>
            </a:extLst>
          </p:cNvPr>
          <p:cNvSpPr txBox="1"/>
          <p:nvPr/>
        </p:nvSpPr>
        <p:spPr>
          <a:xfrm>
            <a:off x="1236569" y="1905506"/>
            <a:ext cx="93391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PROS </a:t>
            </a:r>
          </a:p>
          <a:p>
            <a:endParaRPr lang="es-ES" dirty="0"/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s-ES" dirty="0"/>
              <a:t>Los agregados encapsulan entidades y objetos de valor relacionados, garantizando que toda la lógica de negocio asociada a ellos se encuentre contenida dentro de una sola unidad. 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s-ES" dirty="0"/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s-ES" dirty="0"/>
              <a:t>Esto promueve la adhesión a los principios del diseño orientado a objetos y DDD. 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s-ES" dirty="0"/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s-ES" dirty="0"/>
              <a:t>Al gestionar las operaciones mediante un agregado, se pueden aplicar invariantes y reglas de negocio, asegurando que los datos se mantengan consistentes y válidos durante todo el ciclo de vida del agregado.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s-ES" dirty="0"/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s-ES" dirty="0"/>
              <a:t>Los agregados definen límites claros dentro de un contexto delimitado, facilitando la comprensión de las relaciones y responsabilidades de las diferentes partes del modelo de dominio.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532667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9F9292A-145B-41E7-B5FC-919E280565E6}"/>
              </a:ext>
            </a:extLst>
          </p:cNvPr>
          <p:cNvSpPr txBox="1"/>
          <p:nvPr/>
        </p:nvSpPr>
        <p:spPr>
          <a:xfrm>
            <a:off x="557111" y="661012"/>
            <a:ext cx="5867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Agregados</a:t>
            </a:r>
            <a:endParaRPr lang="es-419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47E4BC6-7194-4B3C-A219-EC8022B7F756}"/>
              </a:ext>
            </a:extLst>
          </p:cNvPr>
          <p:cNvSpPr txBox="1"/>
          <p:nvPr/>
        </p:nvSpPr>
        <p:spPr>
          <a:xfrm>
            <a:off x="842211" y="1570924"/>
            <a:ext cx="1067201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s-ES" dirty="0"/>
              <a:t>CONTRAS</a:t>
            </a:r>
          </a:p>
          <a:p>
            <a:pPr marL="285750" indent="-285750">
              <a:buClr>
                <a:srgbClr val="C00000"/>
              </a:buClr>
              <a:buFont typeface="Calibri" panose="020F0502020204030204" pitchFamily="34" charset="0"/>
              <a:buChar char="↓"/>
            </a:pPr>
            <a:endParaRPr lang="es-ES" dirty="0"/>
          </a:p>
          <a:p>
            <a:pPr marL="285750" indent="-285750">
              <a:buClr>
                <a:srgbClr val="C00000"/>
              </a:buClr>
              <a:buFont typeface="Calibri" panose="020F0502020204030204" pitchFamily="34" charset="0"/>
              <a:buChar char="↓"/>
            </a:pPr>
            <a:r>
              <a:rPr lang="es-ES" dirty="0"/>
              <a:t>El diseño de agregados puede ser complejo: determinar sus límites y modelar las relaciones entre entidades. </a:t>
            </a:r>
          </a:p>
          <a:p>
            <a:pPr marL="285750" indent="-285750">
              <a:buClr>
                <a:srgbClr val="C00000"/>
              </a:buClr>
              <a:buFont typeface="Calibri" panose="020F0502020204030204" pitchFamily="34" charset="0"/>
              <a:buChar char="↓"/>
            </a:pPr>
            <a:endParaRPr lang="es-ES" dirty="0"/>
          </a:p>
          <a:p>
            <a:pPr marL="285750" indent="-285750">
              <a:buClr>
                <a:srgbClr val="C00000"/>
              </a:buClr>
              <a:buFont typeface="Calibri" panose="020F0502020204030204" pitchFamily="34" charset="0"/>
              <a:buChar char="↓"/>
            </a:pPr>
            <a:r>
              <a:rPr lang="es-ES" dirty="0"/>
              <a:t>Los agregados mal diseñados pueden generar confusión y dificultades de mantenimiento. </a:t>
            </a:r>
          </a:p>
          <a:p>
            <a:pPr marL="285750" indent="-285750">
              <a:buClr>
                <a:srgbClr val="C00000"/>
              </a:buClr>
              <a:buFont typeface="Calibri" panose="020F0502020204030204" pitchFamily="34" charset="0"/>
              <a:buChar char="↓"/>
            </a:pPr>
            <a:endParaRPr lang="es-ES" dirty="0"/>
          </a:p>
          <a:p>
            <a:pPr marL="285750" indent="-285750">
              <a:buClr>
                <a:srgbClr val="C00000"/>
              </a:buClr>
              <a:buFont typeface="Calibri" panose="020F0502020204030204" pitchFamily="34" charset="0"/>
              <a:buChar char="↓"/>
            </a:pPr>
            <a:r>
              <a:rPr lang="es-ES" dirty="0"/>
              <a:t>Nivel de granularidad adecuado puede ser complicado. </a:t>
            </a:r>
          </a:p>
          <a:p>
            <a:pPr marL="285750" indent="-285750">
              <a:buClr>
                <a:srgbClr val="C00000"/>
              </a:buClr>
              <a:buFont typeface="Calibri" panose="020F0502020204030204" pitchFamily="34" charset="0"/>
              <a:buChar char="↓"/>
            </a:pPr>
            <a:endParaRPr lang="es-ES" dirty="0"/>
          </a:p>
          <a:p>
            <a:pPr marL="742950" lvl="1" indent="-285750">
              <a:buClr>
                <a:srgbClr val="C00000"/>
              </a:buClr>
              <a:buFont typeface="Calibri" panose="020F0502020204030204" pitchFamily="34" charset="0"/>
              <a:buChar char="↓"/>
            </a:pPr>
            <a:r>
              <a:rPr lang="es-ES" dirty="0"/>
              <a:t>Si un agregado es demasiado general, podría abarcar entidades no relacionadas, lo que provocaría un acoplamiento innecesario. </a:t>
            </a:r>
          </a:p>
          <a:p>
            <a:pPr marL="285750" indent="-285750">
              <a:buClr>
                <a:srgbClr val="C00000"/>
              </a:buClr>
              <a:buFont typeface="Calibri" panose="020F0502020204030204" pitchFamily="34" charset="0"/>
              <a:buChar char="↓"/>
            </a:pPr>
            <a:endParaRPr lang="es-ES" dirty="0"/>
          </a:p>
          <a:p>
            <a:pPr marL="742950" lvl="1" indent="-285750">
              <a:buClr>
                <a:srgbClr val="C00000"/>
              </a:buClr>
              <a:buFont typeface="Calibri" panose="020F0502020204030204" pitchFamily="34" charset="0"/>
              <a:buChar char="↓"/>
            </a:pPr>
            <a:r>
              <a:rPr lang="es-ES" dirty="0"/>
              <a:t>Si es demasiado detallado, podría complicar los límites y el procesamiento de transacciones. </a:t>
            </a:r>
          </a:p>
          <a:p>
            <a:pPr marL="285750" indent="-285750">
              <a:buClr>
                <a:srgbClr val="C00000"/>
              </a:buClr>
              <a:buFont typeface="Calibri" panose="020F0502020204030204" pitchFamily="34" charset="0"/>
              <a:buChar char="↓"/>
            </a:pPr>
            <a:endParaRPr lang="es-ES" dirty="0"/>
          </a:p>
          <a:p>
            <a:pPr marL="285750" indent="-285750">
              <a:buClr>
                <a:srgbClr val="C00000"/>
              </a:buClr>
              <a:buFont typeface="Calibri" panose="020F0502020204030204" pitchFamily="34" charset="0"/>
              <a:buChar char="↓"/>
            </a:pPr>
            <a:r>
              <a:rPr lang="es-ES" dirty="0"/>
              <a:t>En sistemas distribuidos, los agregados pueden enfrentar desafíos relacionados con la serialización, ya que el transporte de grandes agregados entre servicios puede resultar en ineficiencias y una mayor complejidad.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288681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A97432-65DC-4567-AE37-537095D3D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274" y="1956958"/>
            <a:ext cx="8967001" cy="316114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8F18E8C-8B4D-404D-B956-D25EA17CBFF9}"/>
              </a:ext>
            </a:extLst>
          </p:cNvPr>
          <p:cNvSpPr txBox="1"/>
          <p:nvPr/>
        </p:nvSpPr>
        <p:spPr>
          <a:xfrm>
            <a:off x="1032831" y="944563"/>
            <a:ext cx="77365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Comparación Entre Entidad y Agregado</a:t>
            </a:r>
            <a:endParaRPr lang="es-419" sz="3200" dirty="0"/>
          </a:p>
        </p:txBody>
      </p:sp>
    </p:spTree>
    <p:extLst>
      <p:ext uri="{BB962C8B-B14F-4D97-AF65-F5344CB8AC3E}">
        <p14:creationId xmlns:p14="http://schemas.microsoft.com/office/powerpoint/2010/main" val="8914207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F4B1EA7-BA69-4E16-AD2D-AA3AFC74BD16}"/>
              </a:ext>
            </a:extLst>
          </p:cNvPr>
          <p:cNvSpPr txBox="1"/>
          <p:nvPr/>
        </p:nvSpPr>
        <p:spPr>
          <a:xfrm>
            <a:off x="557111" y="661012"/>
            <a:ext cx="7538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Eventos del Dominio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ED9246-D9F8-49EB-BC6B-F7D7901633EC}"/>
              </a:ext>
            </a:extLst>
          </p:cNvPr>
          <p:cNvSpPr txBox="1"/>
          <p:nvPr/>
        </p:nvSpPr>
        <p:spPr>
          <a:xfrm>
            <a:off x="1032831" y="1811741"/>
            <a:ext cx="102264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Son cambios importantes en el sistema que pueden disparar acciones en otros contextos.</a:t>
            </a:r>
          </a:p>
          <a:p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A87137B-F8ED-4033-9096-32B92AFED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924" y="2775755"/>
            <a:ext cx="8512919" cy="162417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CEA23F5-CE36-4211-A746-CA1482C62824}"/>
              </a:ext>
            </a:extLst>
          </p:cNvPr>
          <p:cNvSpPr txBox="1"/>
          <p:nvPr/>
        </p:nvSpPr>
        <p:spPr>
          <a:xfrm>
            <a:off x="1752600" y="4348631"/>
            <a:ext cx="311534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 err="1">
                <a:highlight>
                  <a:srgbClr val="C0C0C0"/>
                </a:highlight>
              </a:rPr>
              <a:t>CuotaPagadaEvent</a:t>
            </a:r>
            <a:endParaRPr lang="es-ES" sz="2000" dirty="0">
              <a:highlight>
                <a:srgbClr val="C0C0C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highlight>
                <a:srgbClr val="C0C0C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 err="1">
                <a:highlight>
                  <a:srgbClr val="C0C0C0"/>
                </a:highlight>
              </a:rPr>
              <a:t>ClienteEnMoraEvent</a:t>
            </a:r>
            <a:endParaRPr lang="es-ES" sz="2000" dirty="0">
              <a:highlight>
                <a:srgbClr val="C0C0C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highlight>
                <a:srgbClr val="C0C0C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 err="1">
                <a:highlight>
                  <a:srgbClr val="C0C0C0"/>
                </a:highlight>
              </a:rPr>
              <a:t>NotificacionEnviadaEvent</a:t>
            </a:r>
            <a:endParaRPr lang="es-419" sz="2000" dirty="0"/>
          </a:p>
        </p:txBody>
      </p:sp>
    </p:spTree>
    <p:extLst>
      <p:ext uri="{BB962C8B-B14F-4D97-AF65-F5344CB8AC3E}">
        <p14:creationId xmlns:p14="http://schemas.microsoft.com/office/powerpoint/2010/main" val="2626635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92AF895-2EA7-493A-86B5-5A52E817AED8}"/>
              </a:ext>
            </a:extLst>
          </p:cNvPr>
          <p:cNvSpPr txBox="1"/>
          <p:nvPr/>
        </p:nvSpPr>
        <p:spPr>
          <a:xfrm>
            <a:off x="557111" y="661012"/>
            <a:ext cx="9514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Ejemplo: Diseño de Agregados con Comandos y Eventos</a:t>
            </a:r>
            <a:endParaRPr lang="es-419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BAD1BF-C229-42C5-BE82-71DEB313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29" y="1924014"/>
            <a:ext cx="11206924" cy="323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398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89F199D-8369-4994-9489-1BAA9C867668}"/>
              </a:ext>
            </a:extLst>
          </p:cNvPr>
          <p:cNvSpPr txBox="1"/>
          <p:nvPr/>
        </p:nvSpPr>
        <p:spPr>
          <a:xfrm>
            <a:off x="557111" y="661012"/>
            <a:ext cx="6883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Objetos de Valor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94D7761-6F08-4EB2-A228-BA96432C5477}"/>
              </a:ext>
            </a:extLst>
          </p:cNvPr>
          <p:cNvSpPr txBox="1"/>
          <p:nvPr/>
        </p:nvSpPr>
        <p:spPr>
          <a:xfrm>
            <a:off x="1032831" y="1566228"/>
            <a:ext cx="9565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Son objetos sin identidad propia que representan conceptos inmutables del dominio.</a:t>
            </a:r>
            <a:endParaRPr lang="es-419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57855AF-A535-4EF9-9C5E-A8EA2E05D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381" y="2256001"/>
            <a:ext cx="6821688" cy="193916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E4DF3F5-D421-403C-9C7C-8B7D67A79754}"/>
              </a:ext>
            </a:extLst>
          </p:cNvPr>
          <p:cNvSpPr txBox="1"/>
          <p:nvPr/>
        </p:nvSpPr>
        <p:spPr>
          <a:xfrm>
            <a:off x="2679700" y="4195162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highlight>
                  <a:srgbClr val="C0C0C0"/>
                </a:highlight>
              </a:rPr>
              <a:t>  Plazo (Inmutable En meses)</a:t>
            </a:r>
            <a:endParaRPr lang="es-419" dirty="0">
              <a:highlight>
                <a:srgbClr val="C0C0C0"/>
              </a:highligh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169B71-1B70-4AFB-9589-4B979EA8D3FF}"/>
              </a:ext>
            </a:extLst>
          </p:cNvPr>
          <p:cNvSpPr/>
          <p:nvPr/>
        </p:nvSpPr>
        <p:spPr>
          <a:xfrm>
            <a:off x="2498381" y="3761354"/>
            <a:ext cx="5731219" cy="31534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AC42947-8C9B-4A9C-A6FC-1179696CB699}"/>
              </a:ext>
            </a:extLst>
          </p:cNvPr>
          <p:cNvSpPr txBox="1"/>
          <p:nvPr/>
        </p:nvSpPr>
        <p:spPr>
          <a:xfrm>
            <a:off x="8229600" y="3761354"/>
            <a:ext cx="2873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</a:rPr>
              <a:t>????? Depende del contexto</a:t>
            </a:r>
            <a:endParaRPr lang="es-419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5188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32F55EC-2DFB-4348-BF66-CD55889E4B6F}"/>
              </a:ext>
            </a:extLst>
          </p:cNvPr>
          <p:cNvSpPr txBox="1"/>
          <p:nvPr/>
        </p:nvSpPr>
        <p:spPr>
          <a:xfrm>
            <a:off x="557111" y="661012"/>
            <a:ext cx="89932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Elementos del modelo: Entidades, Objetos de Valor y Agregados </a:t>
            </a:r>
            <a:r>
              <a:rPr lang="es-ES" sz="3200" dirty="0">
                <a:sym typeface="Wingdings" panose="05000000000000000000" pitchFamily="2" charset="2"/>
              </a:rPr>
              <a:t> </a:t>
            </a:r>
            <a:r>
              <a:rPr lang="es-ES" sz="3200" dirty="0" err="1">
                <a:sym typeface="Wingdings" panose="05000000000000000000" pitchFamily="2" charset="2"/>
              </a:rPr>
              <a:t>Bounded</a:t>
            </a:r>
            <a:r>
              <a:rPr lang="es-ES" sz="3200" dirty="0">
                <a:sym typeface="Wingdings" panose="05000000000000000000" pitchFamily="2" charset="2"/>
              </a:rPr>
              <a:t> </a:t>
            </a:r>
            <a:r>
              <a:rPr lang="es-ES" sz="3200" dirty="0" err="1">
                <a:sym typeface="Wingdings" panose="05000000000000000000" pitchFamily="2" charset="2"/>
              </a:rPr>
              <a:t>Context</a:t>
            </a:r>
            <a:r>
              <a:rPr lang="es-ES" sz="3200" dirty="0">
                <a:sym typeface="Wingdings" panose="05000000000000000000" pitchFamily="2" charset="2"/>
              </a:rPr>
              <a:t>: Préstamo</a:t>
            </a:r>
            <a:endParaRPr lang="es-419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62C256-392F-4274-AA25-9CCE547F3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622" y="2572601"/>
            <a:ext cx="9523791" cy="281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923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65B7EAE-90B6-4A9E-99D4-0ABD1A0222EC}"/>
              </a:ext>
            </a:extLst>
          </p:cNvPr>
          <p:cNvSpPr txBox="1"/>
          <p:nvPr/>
        </p:nvSpPr>
        <p:spPr>
          <a:xfrm>
            <a:off x="557111" y="661012"/>
            <a:ext cx="72843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Lógica del Dominio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273734-F209-497A-8F09-6B21B1C8B293}"/>
              </a:ext>
            </a:extLst>
          </p:cNvPr>
          <p:cNvSpPr txBox="1"/>
          <p:nvPr/>
        </p:nvSpPr>
        <p:spPr>
          <a:xfrm>
            <a:off x="1057619" y="1712589"/>
            <a:ext cx="972789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Se refiere </a:t>
            </a:r>
            <a:r>
              <a:rPr lang="es-ES" sz="2400" b="1" dirty="0">
                <a:solidFill>
                  <a:schemeClr val="accent5"/>
                </a:solidFill>
              </a:rPr>
              <a:t>a las reglas, comportamientos y restricciones</a:t>
            </a:r>
            <a:r>
              <a:rPr lang="es-ES" dirty="0">
                <a:solidFill>
                  <a:schemeClr val="accent5"/>
                </a:solidFill>
              </a:rPr>
              <a:t> </a:t>
            </a:r>
            <a:r>
              <a:rPr lang="es-ES" dirty="0"/>
              <a:t>que gobiernan cómo funcionan los procesos dentro de un dominio de negocio. </a:t>
            </a:r>
          </a:p>
          <a:p>
            <a:endParaRPr lang="es-ES" dirty="0"/>
          </a:p>
          <a:p>
            <a:r>
              <a:rPr lang="es-ES" dirty="0"/>
              <a:t>Esta lógica define lo que el sistema debe hacer en términos del negocio, asegurando que el software refleje fielmente la realidad empresarial.</a:t>
            </a:r>
          </a:p>
          <a:p>
            <a:endParaRPr lang="es-ES" dirty="0"/>
          </a:p>
          <a:p>
            <a:r>
              <a:rPr lang="es-ES" dirty="0"/>
              <a:t>NO se debe confundir con la infraestructura ni la </a:t>
            </a:r>
            <a:r>
              <a:rPr lang="es-ES" dirty="0" err="1"/>
              <a:t>inferfaz</a:t>
            </a:r>
            <a:r>
              <a:rPr lang="es-ES" dirty="0"/>
              <a:t> de usuario. 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0042042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09777C3-CEC9-454E-916D-4A346A144982}"/>
              </a:ext>
            </a:extLst>
          </p:cNvPr>
          <p:cNvSpPr txBox="1"/>
          <p:nvPr/>
        </p:nvSpPr>
        <p:spPr>
          <a:xfrm>
            <a:off x="1247201" y="1988352"/>
            <a:ext cx="9697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Es el </a:t>
            </a:r>
            <a:r>
              <a:rPr lang="es-ES" b="1" dirty="0"/>
              <a:t>núcleo del sistema</a:t>
            </a:r>
            <a:r>
              <a:rPr lang="es-ES" dirty="0"/>
              <a:t> y se encarga de modelar las reglas más importantes del negocio.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DC4AE53-65BF-4F37-A47B-4AB844ED44C8}"/>
              </a:ext>
            </a:extLst>
          </p:cNvPr>
          <p:cNvSpPr txBox="1"/>
          <p:nvPr/>
        </p:nvSpPr>
        <p:spPr>
          <a:xfrm>
            <a:off x="557111" y="661012"/>
            <a:ext cx="91156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Elementos del modelo: Lógica del Dominio o Lógica de Negocio Compleja</a:t>
            </a:r>
            <a:endParaRPr lang="es-419" sz="3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5A1A491-539E-4D27-B903-D85576D07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11" y="2831335"/>
            <a:ext cx="6876094" cy="149829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6FC0272-74A4-4E41-9ED6-D9E4E310E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059" y="3673314"/>
            <a:ext cx="3741501" cy="189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83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CDB4E63-FB44-4C0A-A353-2A40ED6B5466}"/>
              </a:ext>
            </a:extLst>
          </p:cNvPr>
          <p:cNvSpPr txBox="1"/>
          <p:nvPr/>
        </p:nvSpPr>
        <p:spPr>
          <a:xfrm>
            <a:off x="557111" y="661012"/>
            <a:ext cx="91156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Elementos del modelo: </a:t>
            </a:r>
            <a:r>
              <a:rPr lang="es-419" sz="3200" dirty="0"/>
              <a:t>Lógica Aplicativa o de Coordinación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8BD9651-1413-4951-8E12-38EAE190C27A}"/>
              </a:ext>
            </a:extLst>
          </p:cNvPr>
          <p:cNvSpPr txBox="1"/>
          <p:nvPr/>
        </p:nvSpPr>
        <p:spPr>
          <a:xfrm>
            <a:off x="1770960" y="2282324"/>
            <a:ext cx="9115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📌 No forma parte del negocio, sino que coordina la ejecución de procesos.</a:t>
            </a:r>
            <a:endParaRPr lang="es-419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8BF5150-6CF9-414A-99BF-0E697DE86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74" y="3195750"/>
            <a:ext cx="5272402" cy="150845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DEA6C15-4B5F-44ED-86DB-6EC0084B3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420" y="4460779"/>
            <a:ext cx="3924529" cy="150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781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C3CAC92-5CF1-4302-994A-FBA581821DB4}"/>
              </a:ext>
            </a:extLst>
          </p:cNvPr>
          <p:cNvSpPr txBox="1"/>
          <p:nvPr/>
        </p:nvSpPr>
        <p:spPr>
          <a:xfrm>
            <a:off x="557111" y="661012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Elementos del modelo: </a:t>
            </a:r>
            <a:r>
              <a:rPr lang="es-419" sz="3200" dirty="0"/>
              <a:t>Diseño por Contrato - </a:t>
            </a:r>
            <a:r>
              <a:rPr lang="es-419" sz="3200" dirty="0" err="1"/>
              <a:t>DbC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EBCEA73-3EAF-4F80-BC3B-688D504CF691}"/>
              </a:ext>
            </a:extLst>
          </p:cNvPr>
          <p:cNvSpPr txBox="1"/>
          <p:nvPr/>
        </p:nvSpPr>
        <p:spPr>
          <a:xfrm>
            <a:off x="177188" y="1388380"/>
            <a:ext cx="118532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 Es un principio de diseño de software que define acuerdos formales entre componentes del sistema, estableciendo precondiciones, postcondiciones y variantes para garantizar el correcto comportamiento del sistema.</a:t>
            </a:r>
          </a:p>
          <a:p>
            <a:endParaRPr lang="es-ES" dirty="0"/>
          </a:p>
          <a:p>
            <a:r>
              <a:rPr lang="es-ES" dirty="0"/>
              <a:t>Se utiliza para garantizar que las </a:t>
            </a:r>
            <a:r>
              <a:rPr lang="es-ES" b="1" dirty="0"/>
              <a:t>entidades, agregados y servicios del dominio</a:t>
            </a:r>
            <a:r>
              <a:rPr lang="es-ES" dirty="0"/>
              <a:t> cumplan con sus reglas de negocio de manera estricta y coherente.</a:t>
            </a:r>
          </a:p>
          <a:p>
            <a:endParaRPr lang="es-419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515A448-2F95-42F6-966E-B649EBCD7ADF}"/>
              </a:ext>
            </a:extLst>
          </p:cNvPr>
          <p:cNvSpPr txBox="1"/>
          <p:nvPr/>
        </p:nvSpPr>
        <p:spPr>
          <a:xfrm>
            <a:off x="338769" y="3285299"/>
            <a:ext cx="361628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1️⃣ Precondiciones</a:t>
            </a:r>
          </a:p>
          <a:p>
            <a:endParaRPr lang="es-ES" sz="1600" b="1" dirty="0"/>
          </a:p>
          <a:p>
            <a:r>
              <a:rPr lang="es-ES" sz="1600" dirty="0"/>
              <a:t>📌 </a:t>
            </a:r>
            <a:r>
              <a:rPr lang="es-ES" sz="1600" b="1" dirty="0"/>
              <a:t>Definen lo que debe ser verdadero antes de ejecutar una operación.</a:t>
            </a:r>
            <a:br>
              <a:rPr lang="es-ES" sz="1600" dirty="0"/>
            </a:br>
            <a:r>
              <a:rPr lang="es-ES" sz="1600" dirty="0"/>
              <a:t>Si una precondición no se cumple, la operación no puede ejecutarse.</a:t>
            </a:r>
          </a:p>
          <a:p>
            <a:r>
              <a:rPr lang="es-ES" sz="1600" dirty="0"/>
              <a:t>🔹 </a:t>
            </a:r>
            <a:r>
              <a:rPr lang="es-ES" sz="1600" b="1" dirty="0"/>
              <a:t>Ejemplo en un sistema de préstamos</a:t>
            </a:r>
            <a:r>
              <a:rPr lang="es-ES" sz="16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No se puede aprobar un préstamo si el cliente tiene un puntaje crediticio menor a 600.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3437F31-63D6-4916-8837-D1EFE81471A4}"/>
              </a:ext>
            </a:extLst>
          </p:cNvPr>
          <p:cNvSpPr txBox="1"/>
          <p:nvPr/>
        </p:nvSpPr>
        <p:spPr>
          <a:xfrm>
            <a:off x="4097358" y="3285299"/>
            <a:ext cx="370442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2️⃣ Postcondiciones</a:t>
            </a:r>
          </a:p>
          <a:p>
            <a:endParaRPr lang="es-ES" sz="1600" b="1" dirty="0"/>
          </a:p>
          <a:p>
            <a:r>
              <a:rPr lang="es-ES" sz="1600" dirty="0"/>
              <a:t>📌 </a:t>
            </a:r>
            <a:r>
              <a:rPr lang="es-ES" sz="1600" b="1" dirty="0"/>
              <a:t>Definen lo que debe ser verdadero después de ejecutar una operación.</a:t>
            </a:r>
            <a:br>
              <a:rPr lang="es-ES" sz="1600" dirty="0"/>
            </a:br>
            <a:r>
              <a:rPr lang="es-ES" sz="1600" dirty="0"/>
              <a:t>Si una postcondición no se cumple, algo salió mal en la ejecución.</a:t>
            </a:r>
          </a:p>
          <a:p>
            <a:endParaRPr lang="es-ES" sz="1600" dirty="0"/>
          </a:p>
          <a:p>
            <a:r>
              <a:rPr lang="es-ES" sz="1600" dirty="0"/>
              <a:t>🔹 </a:t>
            </a:r>
            <a:r>
              <a:rPr lang="es-ES" sz="1600" b="1" dirty="0"/>
              <a:t>Ejemplo en un sistema de pagos</a:t>
            </a:r>
            <a:r>
              <a:rPr lang="es-ES" sz="16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Luego de realizar un pago, el saldo pendiente del préstamo debe disminuir.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28DFCBA-B3B4-4A68-9A87-9BA6A6E4A2F8}"/>
              </a:ext>
            </a:extLst>
          </p:cNvPr>
          <p:cNvSpPr txBox="1"/>
          <p:nvPr/>
        </p:nvSpPr>
        <p:spPr>
          <a:xfrm>
            <a:off x="8094643" y="3287978"/>
            <a:ext cx="393577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3️⃣ Invariantes</a:t>
            </a:r>
          </a:p>
          <a:p>
            <a:endParaRPr lang="es-ES" sz="1600" b="1" dirty="0"/>
          </a:p>
          <a:p>
            <a:r>
              <a:rPr lang="es-ES" sz="1600" dirty="0"/>
              <a:t>📌 </a:t>
            </a:r>
            <a:r>
              <a:rPr lang="es-ES" sz="1600" b="1" dirty="0"/>
              <a:t>Son reglas que deben ser verdaderas en todo momento para mantener la integridad del objeto.</a:t>
            </a:r>
            <a:br>
              <a:rPr lang="es-ES" sz="1600" dirty="0"/>
            </a:br>
            <a:r>
              <a:rPr lang="es-ES" sz="1600" dirty="0"/>
              <a:t>Si una invariante se rompe, significa que el estado del objeto es inconsistente.</a:t>
            </a:r>
          </a:p>
          <a:p>
            <a:r>
              <a:rPr lang="es-ES" sz="1600" dirty="0"/>
              <a:t>🔹 </a:t>
            </a:r>
            <a:r>
              <a:rPr lang="es-ES" sz="1600" b="1" dirty="0"/>
              <a:t>Ejemplo en un préstamo:</a:t>
            </a:r>
            <a:endParaRPr lang="es-E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Un préstamo </a:t>
            </a:r>
            <a:r>
              <a:rPr lang="es-ES" sz="1600" b="1" dirty="0"/>
              <a:t>siempre debe estar asociado a un cliente</a:t>
            </a:r>
            <a:r>
              <a:rPr lang="es-ES" sz="1600" dirty="0"/>
              <a:t> y </a:t>
            </a:r>
            <a:r>
              <a:rPr lang="es-ES" sz="1600" b="1" dirty="0"/>
              <a:t>nunca puede tener saldo negativo</a:t>
            </a:r>
            <a:r>
              <a:rPr lang="es-E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34583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ED09263-EAB6-43F2-9272-1D9374B65C41}"/>
              </a:ext>
            </a:extLst>
          </p:cNvPr>
          <p:cNvSpPr txBox="1"/>
          <p:nvPr/>
        </p:nvSpPr>
        <p:spPr>
          <a:xfrm>
            <a:off x="557111" y="661012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Reglas de Negocio en DDD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567395E-DEC7-4DA7-9817-5870BB484B0F}"/>
              </a:ext>
            </a:extLst>
          </p:cNvPr>
          <p:cNvSpPr txBox="1"/>
          <p:nvPr/>
        </p:nvSpPr>
        <p:spPr>
          <a:xfrm>
            <a:off x="724359" y="1563398"/>
            <a:ext cx="10953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 </a:t>
            </a:r>
            <a:r>
              <a:rPr lang="es-ES" b="1" dirty="0"/>
              <a:t>capa de dominio</a:t>
            </a:r>
            <a:r>
              <a:rPr lang="es-ES" dirty="0"/>
              <a:t> encapsula la </a:t>
            </a:r>
            <a:r>
              <a:rPr lang="es-ES" b="1" dirty="0"/>
              <a:t>lógica de negocio</a:t>
            </a:r>
            <a:r>
              <a:rPr lang="es-ES" dirty="0"/>
              <a:t> y las </a:t>
            </a:r>
            <a:r>
              <a:rPr lang="es-ES" b="1" dirty="0"/>
              <a:t>reglas del dominio</a:t>
            </a:r>
            <a:r>
              <a:rPr lang="es-ES" dirty="0"/>
              <a:t>, garantizando que los datos sean consistentes y que el sistema refleje fielmente el negocio.</a:t>
            </a:r>
            <a:endParaRPr lang="es-419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1822F55-30DE-4E82-B132-9FE8319B9095}"/>
              </a:ext>
            </a:extLst>
          </p:cNvPr>
          <p:cNvSpPr txBox="1"/>
          <p:nvPr/>
        </p:nvSpPr>
        <p:spPr>
          <a:xfrm>
            <a:off x="4060015" y="3447943"/>
            <a:ext cx="69250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📌 Las </a:t>
            </a:r>
            <a:r>
              <a:rPr lang="es-ES" b="1" dirty="0"/>
              <a:t>Reglas de negocio</a:t>
            </a:r>
            <a:r>
              <a:rPr lang="es-ES" dirty="0"/>
              <a:t> en la capa de dominio se dedican a:</a:t>
            </a:r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Validar estados y transiciones</a:t>
            </a:r>
            <a:r>
              <a:rPr lang="es-ES" dirty="0"/>
              <a:t> dentro del dominio.</a:t>
            </a:r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Definir comportamientos y restricciones</a:t>
            </a:r>
            <a:r>
              <a:rPr lang="es-ES" dirty="0"/>
              <a:t> en entidades y agregados.</a:t>
            </a:r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Evitar estados inconsistentes en el sistema</a:t>
            </a:r>
            <a:r>
              <a:rPr lang="es-ES" dirty="0"/>
              <a:t>.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9069981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ED09263-EAB6-43F2-9272-1D9374B65C41}"/>
              </a:ext>
            </a:extLst>
          </p:cNvPr>
          <p:cNvSpPr txBox="1"/>
          <p:nvPr/>
        </p:nvSpPr>
        <p:spPr>
          <a:xfrm>
            <a:off x="557111" y="661012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Reglas de Negocio en DDD</a:t>
            </a:r>
            <a:endParaRPr lang="es-419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F94A3E0-C58D-4B62-BEDA-21F292A8B8C7}"/>
              </a:ext>
            </a:extLst>
          </p:cNvPr>
          <p:cNvSpPr txBox="1"/>
          <p:nvPr/>
        </p:nvSpPr>
        <p:spPr>
          <a:xfrm>
            <a:off x="450315" y="1672673"/>
            <a:ext cx="5391997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ES" b="1" dirty="0"/>
              <a:t>Reglas de Negocio Críticas (Invariantes del Dominio)</a:t>
            </a:r>
          </a:p>
          <a:p>
            <a:endParaRPr lang="es-ES" b="1" dirty="0"/>
          </a:p>
          <a:p>
            <a:r>
              <a:rPr lang="es-ES" dirty="0"/>
              <a:t>📌 Son reglas que </a:t>
            </a:r>
            <a:r>
              <a:rPr lang="es-ES" b="1" dirty="0"/>
              <a:t>siempre deben cumplirse</a:t>
            </a:r>
            <a:r>
              <a:rPr lang="es-ES" dirty="0"/>
              <a:t> para mantener la integridad del dominio.</a:t>
            </a:r>
            <a:br>
              <a:rPr lang="es-ES" dirty="0"/>
            </a:br>
            <a:endParaRPr lang="es-ES" dirty="0"/>
          </a:p>
          <a:p>
            <a:r>
              <a:rPr lang="es-ES" dirty="0"/>
              <a:t>📌 </a:t>
            </a:r>
            <a:r>
              <a:rPr lang="es-ES" b="1" dirty="0"/>
              <a:t>Se establecen en Entidades, Objetos de Valor y Agregados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🔹 </a:t>
            </a:r>
            <a:r>
              <a:rPr lang="es-ES" b="1" dirty="0"/>
              <a:t>Ejemplo en un sistema de préstamos de un concesionario: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Un préstamo </a:t>
            </a:r>
            <a:r>
              <a:rPr lang="es-ES" b="1" dirty="0"/>
              <a:t>nunca</a:t>
            </a:r>
            <a:r>
              <a:rPr lang="es-ES" dirty="0"/>
              <a:t> puede aprobarse si el cliente tiene </a:t>
            </a:r>
            <a:r>
              <a:rPr lang="es-ES" b="1" dirty="0"/>
              <a:t>historial crediticio menor a 600</a:t>
            </a:r>
            <a:r>
              <a:rPr lang="es-E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s-E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Un préstamo </a:t>
            </a:r>
            <a:r>
              <a:rPr lang="es-ES" b="1" dirty="0"/>
              <a:t>no puede cambiar de estado una vez liquidado</a:t>
            </a:r>
            <a:r>
              <a:rPr lang="es-ES" dirty="0"/>
              <a:t>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669DD92-4734-4056-A274-B3EB7138B6EF}"/>
              </a:ext>
            </a:extLst>
          </p:cNvPr>
          <p:cNvSpPr txBox="1"/>
          <p:nvPr/>
        </p:nvSpPr>
        <p:spPr>
          <a:xfrm>
            <a:off x="5986131" y="1672673"/>
            <a:ext cx="6097836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ES" b="1" dirty="0"/>
              <a:t>Reglas de Negocio de Coordinación (Políticas del Dominio)</a:t>
            </a:r>
          </a:p>
          <a:p>
            <a:endParaRPr lang="es-ES" b="1" dirty="0"/>
          </a:p>
          <a:p>
            <a:r>
              <a:rPr lang="es-ES" dirty="0"/>
              <a:t>📌 Son reglas que </a:t>
            </a:r>
            <a:r>
              <a:rPr lang="es-ES" b="1" dirty="0"/>
              <a:t>coordinan acciones</a:t>
            </a:r>
            <a:r>
              <a:rPr lang="es-ES" dirty="0"/>
              <a:t> dentro del dominio pero no afectan la consistencia directa del modelo.</a:t>
            </a:r>
          </a:p>
          <a:p>
            <a:br>
              <a:rPr lang="es-ES" dirty="0"/>
            </a:br>
            <a:r>
              <a:rPr lang="es-ES" dirty="0"/>
              <a:t>📌 </a:t>
            </a:r>
            <a:r>
              <a:rPr lang="es-ES" b="1" dirty="0"/>
              <a:t>Se implementan en Servicios de Dominio o Eventos de Dominio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🔹 </a:t>
            </a:r>
            <a:r>
              <a:rPr lang="es-ES" b="1" dirty="0"/>
              <a:t>Ejemplo: Calcular intereses de un préstamo en un servicio de dominio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La </a:t>
            </a:r>
            <a:r>
              <a:rPr lang="es-ES" b="1" dirty="0"/>
              <a:t>tasa de interés</a:t>
            </a:r>
            <a:r>
              <a:rPr lang="es-ES" dirty="0"/>
              <a:t> varía según el </a:t>
            </a:r>
            <a:r>
              <a:rPr lang="es-ES" b="1" dirty="0"/>
              <a:t>tipo de cliente</a:t>
            </a:r>
            <a:r>
              <a:rPr lang="es-E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s-E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El cálculo de intereses </a:t>
            </a:r>
            <a:r>
              <a:rPr lang="es-ES" b="1" dirty="0"/>
              <a:t>no modifica el estado del préstamo</a:t>
            </a:r>
            <a:r>
              <a:rPr lang="es-ES" dirty="0"/>
              <a:t> pero es importante para la decisión del negocio.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19864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016ABA3-A653-4DB7-9807-2797858C73F4}"/>
              </a:ext>
            </a:extLst>
          </p:cNvPr>
          <p:cNvSpPr txBox="1"/>
          <p:nvPr/>
        </p:nvSpPr>
        <p:spPr>
          <a:xfrm>
            <a:off x="557111" y="661012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Reglas de Negocio en DDD</a:t>
            </a:r>
            <a:endParaRPr lang="es-419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CBC57C-5FD3-47A4-905E-D3C2FE0D5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390" y="1974773"/>
            <a:ext cx="8695219" cy="290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646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94FD2FC-3F7B-430D-A697-123065677784}"/>
              </a:ext>
            </a:extLst>
          </p:cNvPr>
          <p:cNvSpPr txBox="1"/>
          <p:nvPr/>
        </p:nvSpPr>
        <p:spPr>
          <a:xfrm>
            <a:off x="557111" y="661012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Reglas de Negocio en DDD - Implementación</a:t>
            </a:r>
            <a:endParaRPr lang="es-419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AEC0E94-213E-431D-9797-DB03112CCDAA}"/>
              </a:ext>
            </a:extLst>
          </p:cNvPr>
          <p:cNvSpPr txBox="1"/>
          <p:nvPr/>
        </p:nvSpPr>
        <p:spPr>
          <a:xfrm>
            <a:off x="909191" y="1648053"/>
            <a:ext cx="109449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b="1" dirty="0"/>
              <a:t>Motores de Reglas de Negocio (BRMS)</a:t>
            </a:r>
          </a:p>
          <a:p>
            <a:endParaRPr lang="es-419" b="1" dirty="0"/>
          </a:p>
          <a:p>
            <a:r>
              <a:rPr lang="es-419" dirty="0"/>
              <a:t>Un </a:t>
            </a:r>
            <a:r>
              <a:rPr lang="es-419" b="1" dirty="0"/>
              <a:t>Business Rules Management </a:t>
            </a:r>
            <a:r>
              <a:rPr lang="es-419" b="1" dirty="0" err="1"/>
              <a:t>System</a:t>
            </a:r>
            <a:r>
              <a:rPr lang="es-419" b="1" dirty="0"/>
              <a:t> (BRMS)</a:t>
            </a:r>
            <a:r>
              <a:rPr lang="es-419" dirty="0"/>
              <a:t> permite manejar reglas de negocio de forma </a:t>
            </a:r>
            <a:r>
              <a:rPr lang="es-419" b="1" dirty="0"/>
              <a:t>dinámica, configurable y escalable</a:t>
            </a:r>
            <a:r>
              <a:rPr lang="es-419" dirty="0"/>
              <a:t> sin modificar el código fuente.</a:t>
            </a:r>
          </a:p>
          <a:p>
            <a:endParaRPr lang="es-419" dirty="0"/>
          </a:p>
          <a:p>
            <a:r>
              <a:rPr lang="es-419" dirty="0"/>
              <a:t>📌 </a:t>
            </a:r>
            <a:r>
              <a:rPr lang="es-419" b="1" dirty="0"/>
              <a:t>Ejemplos de BRMS Populares:</a:t>
            </a:r>
            <a:br>
              <a:rPr lang="es-419" dirty="0"/>
            </a:br>
            <a:endParaRPr lang="es-419" dirty="0"/>
          </a:p>
          <a:p>
            <a:r>
              <a:rPr lang="es-419" dirty="0"/>
              <a:t>✅ </a:t>
            </a:r>
            <a:r>
              <a:rPr lang="es-419" b="1" dirty="0" err="1"/>
              <a:t>Drools</a:t>
            </a:r>
            <a:r>
              <a:rPr lang="es-419" dirty="0"/>
              <a:t> (Open </a:t>
            </a:r>
            <a:r>
              <a:rPr lang="es-419" dirty="0" err="1"/>
              <a:t>Source</a:t>
            </a:r>
            <a:r>
              <a:rPr lang="es-419" dirty="0"/>
              <a:t>, de Red </a:t>
            </a:r>
            <a:r>
              <a:rPr lang="es-419" dirty="0" err="1"/>
              <a:t>Hat</a:t>
            </a:r>
            <a:r>
              <a:rPr lang="es-419" dirty="0"/>
              <a:t>)</a:t>
            </a:r>
            <a:br>
              <a:rPr lang="es-419" dirty="0"/>
            </a:br>
            <a:endParaRPr lang="es-419" dirty="0"/>
          </a:p>
          <a:p>
            <a:r>
              <a:rPr lang="es-419" dirty="0"/>
              <a:t>✅ </a:t>
            </a:r>
            <a:r>
              <a:rPr lang="es-419" b="1" dirty="0" err="1"/>
              <a:t>Camunda</a:t>
            </a:r>
            <a:r>
              <a:rPr lang="es-419" dirty="0"/>
              <a:t> (BPM con soporte para reglas)</a:t>
            </a:r>
            <a:br>
              <a:rPr lang="es-419" dirty="0"/>
            </a:br>
            <a:endParaRPr lang="es-419" dirty="0"/>
          </a:p>
          <a:p>
            <a:r>
              <a:rPr lang="es-419" dirty="0"/>
              <a:t>✅ </a:t>
            </a:r>
            <a:r>
              <a:rPr lang="es-419" b="1" dirty="0" err="1"/>
              <a:t>Decision</a:t>
            </a:r>
            <a:r>
              <a:rPr lang="es-419" b="1" dirty="0"/>
              <a:t> </a:t>
            </a:r>
            <a:r>
              <a:rPr lang="es-419" b="1" dirty="0" err="1"/>
              <a:t>Model</a:t>
            </a:r>
            <a:r>
              <a:rPr lang="es-419" b="1" dirty="0"/>
              <a:t> and </a:t>
            </a:r>
            <a:r>
              <a:rPr lang="es-419" b="1" dirty="0" err="1"/>
              <a:t>Notation</a:t>
            </a:r>
            <a:r>
              <a:rPr lang="es-419" b="1" dirty="0"/>
              <a:t> (DMN)</a:t>
            </a:r>
            <a:br>
              <a:rPr lang="es-419" dirty="0"/>
            </a:br>
            <a:endParaRPr lang="es-419" dirty="0"/>
          </a:p>
          <a:p>
            <a:r>
              <a:rPr lang="es-419" dirty="0"/>
              <a:t>✅ </a:t>
            </a:r>
            <a:r>
              <a:rPr lang="es-419" b="1" dirty="0"/>
              <a:t>Rule </a:t>
            </a:r>
            <a:r>
              <a:rPr lang="es-419" b="1" dirty="0" err="1"/>
              <a:t>Engines</a:t>
            </a:r>
            <a:r>
              <a:rPr lang="es-419" b="1" dirty="0"/>
              <a:t> basados en JSON o YAML</a:t>
            </a:r>
            <a:r>
              <a:rPr lang="es-419" dirty="0"/>
              <a:t> (para configuraciones dinámicas)</a:t>
            </a:r>
          </a:p>
        </p:txBody>
      </p:sp>
    </p:spTree>
    <p:extLst>
      <p:ext uri="{BB962C8B-B14F-4D97-AF65-F5344CB8AC3E}">
        <p14:creationId xmlns:p14="http://schemas.microsoft.com/office/powerpoint/2010/main" val="37974305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2AC01C5-812B-4C0B-B2CD-FF7DD755D339}"/>
              </a:ext>
            </a:extLst>
          </p:cNvPr>
          <p:cNvSpPr txBox="1"/>
          <p:nvPr/>
        </p:nvSpPr>
        <p:spPr>
          <a:xfrm>
            <a:off x="557111" y="661012"/>
            <a:ext cx="7703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Elementos del modelo: Servicios del Dominio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60F39B0-F977-4318-8F3C-59B7E1DCF5FD}"/>
              </a:ext>
            </a:extLst>
          </p:cNvPr>
          <p:cNvSpPr txBox="1"/>
          <p:nvPr/>
        </p:nvSpPr>
        <p:spPr>
          <a:xfrm>
            <a:off x="1131982" y="1742498"/>
            <a:ext cx="9973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Son operaciones que no pertenecen a una entidad específica, sino que afectan a varias.</a:t>
            </a:r>
            <a:endParaRPr lang="es-419" sz="2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25BD77-511B-414C-ADAE-9D8D9E0008DB}"/>
              </a:ext>
            </a:extLst>
          </p:cNvPr>
          <p:cNvSpPr txBox="1"/>
          <p:nvPr/>
        </p:nvSpPr>
        <p:spPr>
          <a:xfrm>
            <a:off x="1832510" y="5735323"/>
            <a:ext cx="75248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i="1" dirty="0">
                <a:solidFill>
                  <a:schemeClr val="accent5"/>
                </a:solidFill>
              </a:rPr>
              <a:t>Pueden ser implementados entre otros, vía microservicios</a:t>
            </a:r>
            <a:endParaRPr lang="es-419" sz="2400" b="1" i="1" dirty="0">
              <a:solidFill>
                <a:schemeClr val="accent5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E573D60-E851-41E6-94D1-E4E40BE16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82" y="2498322"/>
            <a:ext cx="10526858" cy="269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605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4E609A8-84CE-44EC-A18B-D38EF3CD2646}"/>
              </a:ext>
            </a:extLst>
          </p:cNvPr>
          <p:cNvSpPr txBox="1"/>
          <p:nvPr/>
        </p:nvSpPr>
        <p:spPr>
          <a:xfrm>
            <a:off x="557111" y="661012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Servicio de Dominio  - Microservicios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66553D3-3319-48BB-8500-7B7793625B8D}"/>
              </a:ext>
            </a:extLst>
          </p:cNvPr>
          <p:cNvSpPr txBox="1"/>
          <p:nvPr/>
        </p:nvSpPr>
        <p:spPr>
          <a:xfrm>
            <a:off x="947828" y="1552563"/>
            <a:ext cx="10050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Un </a:t>
            </a:r>
            <a:r>
              <a:rPr lang="es-ES" b="1" dirty="0"/>
              <a:t>Servicio de Dominio</a:t>
            </a:r>
            <a:r>
              <a:rPr lang="es-ES" dirty="0"/>
              <a:t> en DDD es una clase que encapsula </a:t>
            </a:r>
            <a:r>
              <a:rPr lang="es-ES" b="1" dirty="0"/>
              <a:t>lógica de negocio</a:t>
            </a:r>
            <a:r>
              <a:rPr lang="es-ES" dirty="0"/>
              <a:t> que </a:t>
            </a:r>
            <a:r>
              <a:rPr lang="es-ES" b="1" dirty="0"/>
              <a:t>no pertenece a una única entidad o agregado</a:t>
            </a:r>
            <a:r>
              <a:rPr lang="es-ES" dirty="0"/>
              <a:t>, pero que aún forma parte del dominio. Por Ejemplo: </a:t>
            </a:r>
            <a:r>
              <a:rPr lang="es-419" dirty="0">
                <a:solidFill>
                  <a:schemeClr val="accent5"/>
                </a:solidFill>
              </a:rPr>
              <a:t> </a:t>
            </a:r>
            <a:r>
              <a:rPr lang="es-419" dirty="0" err="1">
                <a:solidFill>
                  <a:schemeClr val="accent5"/>
                </a:solidFill>
              </a:rPr>
              <a:t>ServicioCalculoInteres</a:t>
            </a:r>
            <a:endParaRPr lang="es-419" dirty="0">
              <a:solidFill>
                <a:schemeClr val="accent5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59958D5-B98D-4DB4-8AC0-397532F366FC}"/>
              </a:ext>
            </a:extLst>
          </p:cNvPr>
          <p:cNvSpPr txBox="1"/>
          <p:nvPr/>
        </p:nvSpPr>
        <p:spPr>
          <a:xfrm>
            <a:off x="947828" y="2254234"/>
            <a:ext cx="103035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Un Microservicio </a:t>
            </a:r>
            <a:r>
              <a:rPr lang="es-ES" dirty="0"/>
              <a:t>es una unidad independiente de software que </a:t>
            </a:r>
            <a:r>
              <a:rPr lang="es-ES" b="1" dirty="0"/>
              <a:t>encapsula una parte del dominio </a:t>
            </a:r>
            <a:r>
              <a:rPr lang="es-ES" dirty="0"/>
              <a:t>de negocio, exponiendo su funcionalidad a través de </a:t>
            </a:r>
            <a:r>
              <a:rPr lang="es-ES" dirty="0" err="1"/>
              <a:t>APIs</a:t>
            </a:r>
            <a:r>
              <a:rPr lang="es-ES" dirty="0"/>
              <a:t>. </a:t>
            </a:r>
            <a:r>
              <a:rPr lang="es-ES" b="1" dirty="0"/>
              <a:t>Cada microservicio posee su propia base de datos </a:t>
            </a:r>
            <a:r>
              <a:rPr lang="es-ES" dirty="0"/>
              <a:t>y se comunica con otros microservicios a través de eventos o API REST.</a:t>
            </a:r>
            <a:endParaRPr lang="es-419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FEA9CC5-254E-436E-AFCF-B52C41C51255}"/>
              </a:ext>
            </a:extLst>
          </p:cNvPr>
          <p:cNvSpPr txBox="1"/>
          <p:nvPr/>
        </p:nvSpPr>
        <p:spPr>
          <a:xfrm>
            <a:off x="2304364" y="3429000"/>
            <a:ext cx="346205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600" dirty="0"/>
              <a:t>+-----------------------------------------+</a:t>
            </a:r>
          </a:p>
          <a:p>
            <a:r>
              <a:rPr lang="es-419" sz="1600" dirty="0"/>
              <a:t>|  Microservicio de Préstamos    |</a:t>
            </a:r>
          </a:p>
          <a:p>
            <a:r>
              <a:rPr lang="es-419" sz="1600" dirty="0"/>
              <a:t>|----------------------------------------  | </a:t>
            </a:r>
          </a:p>
          <a:p>
            <a:r>
              <a:rPr lang="es-419" sz="1600" dirty="0"/>
              <a:t>|  📂 Dominio 	                  |</a:t>
            </a:r>
          </a:p>
          <a:p>
            <a:r>
              <a:rPr lang="es-419" sz="1600" dirty="0"/>
              <a:t>|      - </a:t>
            </a:r>
            <a:r>
              <a:rPr lang="es-419" sz="1600" dirty="0" err="1"/>
              <a:t>Prestamo.cs</a:t>
            </a:r>
            <a:r>
              <a:rPr lang="es-419" sz="1600" dirty="0"/>
              <a:t>	                  |</a:t>
            </a:r>
          </a:p>
          <a:p>
            <a:r>
              <a:rPr lang="es-419" sz="1600" dirty="0"/>
              <a:t>|      - </a:t>
            </a:r>
            <a:r>
              <a:rPr lang="es-419" sz="1600" dirty="0" err="1"/>
              <a:t>Cliente.cs</a:t>
            </a:r>
            <a:r>
              <a:rPr lang="es-419" sz="1600" dirty="0"/>
              <a:t>	                  |</a:t>
            </a:r>
          </a:p>
          <a:p>
            <a:r>
              <a:rPr lang="es-419" sz="1600" dirty="0"/>
              <a:t>|      - </a:t>
            </a:r>
            <a:r>
              <a:rPr lang="es-419" sz="1600" dirty="0" err="1"/>
              <a:t>TasaInteres.cs</a:t>
            </a:r>
            <a:r>
              <a:rPr lang="es-419" sz="1600" dirty="0"/>
              <a:t>	                  |</a:t>
            </a:r>
          </a:p>
          <a:p>
            <a:r>
              <a:rPr lang="es-419" sz="1600" dirty="0"/>
              <a:t>|      - 📂 Servicios	                  |</a:t>
            </a:r>
          </a:p>
          <a:p>
            <a:r>
              <a:rPr lang="es-419" sz="1600" dirty="0"/>
              <a:t>|          - </a:t>
            </a:r>
            <a:r>
              <a:rPr lang="es-419" sz="1600" dirty="0" err="1"/>
              <a:t>SvcCalculoInteres.cs</a:t>
            </a:r>
            <a:r>
              <a:rPr lang="es-419" sz="1600" dirty="0"/>
              <a:t>       |</a:t>
            </a:r>
          </a:p>
          <a:p>
            <a:r>
              <a:rPr lang="es-419" sz="1600" dirty="0"/>
              <a:t>|  📂 Infraestructura                   |</a:t>
            </a:r>
          </a:p>
          <a:p>
            <a:r>
              <a:rPr lang="es-419" sz="1600" dirty="0"/>
              <a:t>|      - Repositorios, Eventos, API|</a:t>
            </a:r>
          </a:p>
          <a:p>
            <a:r>
              <a:rPr lang="es-419" sz="1600" dirty="0"/>
              <a:t>+------------------------------------------+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80FBCBA-63E3-4AD9-BF6B-B5125641EFD6}"/>
              </a:ext>
            </a:extLst>
          </p:cNvPr>
          <p:cNvSpPr txBox="1"/>
          <p:nvPr/>
        </p:nvSpPr>
        <p:spPr>
          <a:xfrm>
            <a:off x="664690" y="4079544"/>
            <a:ext cx="16396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b="1" dirty="0">
                <a:solidFill>
                  <a:schemeClr val="accent5"/>
                </a:solidFill>
              </a:rPr>
              <a:t>Servicio de Dominio Interno dentro de un Microservicio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84EB804-084D-4B8F-8645-D27D95141F58}"/>
              </a:ext>
            </a:extLst>
          </p:cNvPr>
          <p:cNvSpPr txBox="1"/>
          <p:nvPr/>
        </p:nvSpPr>
        <p:spPr>
          <a:xfrm>
            <a:off x="5766415" y="4244607"/>
            <a:ext cx="19984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accent5"/>
                </a:solidFill>
              </a:rPr>
              <a:t>Servicio de Dominio expuesto como un Microservicio Separado</a:t>
            </a:r>
            <a:endParaRPr lang="es-419" b="1" dirty="0">
              <a:solidFill>
                <a:schemeClr val="accent5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4B39345-7C2E-448E-AFFD-DA39F75AFE45}"/>
              </a:ext>
            </a:extLst>
          </p:cNvPr>
          <p:cNvSpPr txBox="1"/>
          <p:nvPr/>
        </p:nvSpPr>
        <p:spPr>
          <a:xfrm>
            <a:off x="7764899" y="3680437"/>
            <a:ext cx="33739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600" dirty="0"/>
              <a:t>+----------------------------------------+</a:t>
            </a:r>
          </a:p>
          <a:p>
            <a:r>
              <a:rPr lang="es-419" sz="1600" dirty="0"/>
              <a:t>|  Microservicio 	                |</a:t>
            </a:r>
          </a:p>
          <a:p>
            <a:r>
              <a:rPr lang="es-419" sz="1600" dirty="0"/>
              <a:t>| de Cálculo de Interés               |</a:t>
            </a:r>
          </a:p>
          <a:p>
            <a:r>
              <a:rPr lang="es-419" sz="1600" dirty="0"/>
              <a:t>|--------------------------------------- |</a:t>
            </a:r>
          </a:p>
          <a:p>
            <a:r>
              <a:rPr lang="es-419" sz="1600" dirty="0"/>
              <a:t>|  📂 Dominio                             |</a:t>
            </a:r>
          </a:p>
          <a:p>
            <a:r>
              <a:rPr lang="es-419" sz="1600" dirty="0"/>
              <a:t>|      - </a:t>
            </a:r>
            <a:r>
              <a:rPr lang="es-419" sz="1600" dirty="0" err="1"/>
              <a:t>SvcCalculoInteres.cs</a:t>
            </a:r>
            <a:r>
              <a:rPr lang="es-419" sz="1600" dirty="0"/>
              <a:t>         |</a:t>
            </a:r>
          </a:p>
          <a:p>
            <a:r>
              <a:rPr lang="es-419" sz="1600" dirty="0"/>
              <a:t>|  📂 Infraestructura	                |</a:t>
            </a:r>
          </a:p>
          <a:p>
            <a:r>
              <a:rPr lang="es-419" sz="1600" dirty="0"/>
              <a:t>|      - API REST                              |</a:t>
            </a:r>
          </a:p>
          <a:p>
            <a:r>
              <a:rPr lang="es-419" sz="1600" dirty="0"/>
              <a:t>+----------------------------------------+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42455693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33B590E-FECC-4AE7-9419-D50B7AE28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23" y="400714"/>
            <a:ext cx="9110666" cy="391789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428C2C0-313B-407E-8599-188C2FF627FD}"/>
              </a:ext>
            </a:extLst>
          </p:cNvPr>
          <p:cNvSpPr txBox="1"/>
          <p:nvPr/>
        </p:nvSpPr>
        <p:spPr>
          <a:xfrm>
            <a:off x="1649634" y="4395729"/>
            <a:ext cx="98960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✅ </a:t>
            </a:r>
            <a:r>
              <a:rPr lang="es-ES" b="1" dirty="0"/>
              <a:t>Si la lógica solo es usada dentro de un microservicio</a:t>
            </a:r>
            <a:r>
              <a:rPr lang="es-ES" dirty="0"/>
              <a:t>, mantenla </a:t>
            </a:r>
            <a:r>
              <a:rPr lang="es-ES" b="1" dirty="0"/>
              <a:t>como un servicio interno</a:t>
            </a:r>
            <a:r>
              <a:rPr lang="es-ES" dirty="0"/>
              <a:t> para mayor eficiencia.</a:t>
            </a:r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Si varios microservicios la requieren</a:t>
            </a:r>
            <a:r>
              <a:rPr lang="es-ES" dirty="0"/>
              <a:t>, conviértela en un </a:t>
            </a:r>
            <a:r>
              <a:rPr lang="es-ES" b="1" dirty="0"/>
              <a:t>microservicio independiente</a:t>
            </a:r>
            <a:r>
              <a:rPr lang="es-ES" dirty="0"/>
              <a:t> para mejorar la reutilización.</a:t>
            </a:r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Evita dependencia excesiva entre microservicios</a:t>
            </a:r>
            <a:r>
              <a:rPr lang="es-ES" dirty="0"/>
              <a:t>, ya que puede afectar la autonomía del sistema.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0788176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B6D6570-4D44-4ACD-8C20-66EF02612FCC}"/>
              </a:ext>
            </a:extLst>
          </p:cNvPr>
          <p:cNvSpPr txBox="1"/>
          <p:nvPr/>
        </p:nvSpPr>
        <p:spPr>
          <a:xfrm>
            <a:off x="557111" y="661012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Corrupción de la Capa de Dominio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1ED203-74D4-40F8-9FB1-D8400F729D29}"/>
              </a:ext>
            </a:extLst>
          </p:cNvPr>
          <p:cNvSpPr txBox="1"/>
          <p:nvPr/>
        </p:nvSpPr>
        <p:spPr>
          <a:xfrm>
            <a:off x="966729" y="1800723"/>
            <a:ext cx="100391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 </a:t>
            </a:r>
            <a:r>
              <a:rPr lang="es-ES" b="1" dirty="0"/>
              <a:t>corrupción en la capa de dominio</a:t>
            </a:r>
            <a:r>
              <a:rPr lang="es-ES" dirty="0"/>
              <a:t> ocurre cuando </a:t>
            </a:r>
            <a:r>
              <a:rPr lang="es-ES" b="1" dirty="0">
                <a:solidFill>
                  <a:srgbClr val="FF0000"/>
                </a:solidFill>
              </a:rPr>
              <a:t>la lógica del negocio se mezcla con responsabilidades de otras capas</a:t>
            </a:r>
            <a:r>
              <a:rPr lang="es-ES" dirty="0"/>
              <a:t> (infraestructura, aplicación, presentación), </a:t>
            </a:r>
            <a:r>
              <a:rPr lang="es-ES" b="1" dirty="0"/>
              <a:t>violando la separación de responsabilidades</a:t>
            </a:r>
            <a:r>
              <a:rPr lang="es-ES" dirty="0"/>
              <a:t> en </a:t>
            </a:r>
            <a:r>
              <a:rPr lang="es-ES" dirty="0" err="1"/>
              <a:t>Domain-Driven</a:t>
            </a:r>
            <a:r>
              <a:rPr lang="es-ES" dirty="0"/>
              <a:t> Design (</a:t>
            </a:r>
            <a:r>
              <a:rPr lang="es-ES" b="1" dirty="0"/>
              <a:t>DDD</a:t>
            </a:r>
            <a:r>
              <a:rPr lang="es-ES" dirty="0"/>
              <a:t>). </a:t>
            </a:r>
            <a:endParaRPr lang="es-419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FA330E6-3060-4923-A36A-74B77000CE5E}"/>
              </a:ext>
            </a:extLst>
          </p:cNvPr>
          <p:cNvSpPr txBox="1"/>
          <p:nvPr/>
        </p:nvSpPr>
        <p:spPr>
          <a:xfrm>
            <a:off x="823051" y="2962204"/>
            <a:ext cx="1052386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¿Cómo ocurre la corrupción en la Capa de Dominio?</a:t>
            </a:r>
          </a:p>
          <a:p>
            <a:endParaRPr lang="es-ES" b="1" dirty="0"/>
          </a:p>
          <a:p>
            <a:r>
              <a:rPr lang="es-419" dirty="0"/>
              <a:t>🚨</a:t>
            </a:r>
            <a:r>
              <a:rPr lang="es-ES" dirty="0"/>
              <a:t> </a:t>
            </a:r>
            <a:r>
              <a:rPr lang="es-ES" b="1" dirty="0"/>
              <a:t>Fuga de Infraestructura en el Dominio</a:t>
            </a:r>
            <a:r>
              <a:rPr lang="es-ES" dirty="0"/>
              <a:t> → La capa de dominio depende de detalles técnicos (bases de datos, </a:t>
            </a:r>
            <a:r>
              <a:rPr lang="es-ES" dirty="0" err="1"/>
              <a:t>frameworks</a:t>
            </a:r>
            <a:r>
              <a:rPr lang="es-ES" dirty="0"/>
              <a:t>, </a:t>
            </a:r>
            <a:r>
              <a:rPr lang="es-ES" dirty="0" err="1"/>
              <a:t>APIs</a:t>
            </a:r>
            <a:r>
              <a:rPr lang="es-ES" dirty="0"/>
              <a:t>).</a:t>
            </a:r>
            <a:br>
              <a:rPr lang="es-ES" dirty="0"/>
            </a:br>
            <a:r>
              <a:rPr lang="es-419" dirty="0"/>
              <a:t>🚨</a:t>
            </a:r>
            <a:r>
              <a:rPr lang="es-ES" dirty="0"/>
              <a:t> </a:t>
            </a:r>
            <a:r>
              <a:rPr lang="es-ES" b="1" dirty="0"/>
              <a:t>Lógica de Negocio en Capas Incorrectas</a:t>
            </a:r>
            <a:r>
              <a:rPr lang="es-ES" dirty="0"/>
              <a:t> → Se implementan reglas en la capa de aplicación o infraestructura.</a:t>
            </a:r>
            <a:br>
              <a:rPr lang="es-ES" dirty="0"/>
            </a:br>
            <a:r>
              <a:rPr lang="es-419" dirty="0"/>
              <a:t>🚨</a:t>
            </a:r>
            <a:r>
              <a:rPr lang="es-ES" dirty="0"/>
              <a:t> </a:t>
            </a:r>
            <a:r>
              <a:rPr lang="es-ES" b="1" dirty="0"/>
              <a:t>Uso Excesivo de </a:t>
            </a:r>
            <a:r>
              <a:rPr lang="es-ES" b="1" dirty="0" err="1"/>
              <a:t>DTOs</a:t>
            </a:r>
            <a:r>
              <a:rPr lang="es-ES" b="1" dirty="0"/>
              <a:t> (Data Transfer </a:t>
            </a:r>
            <a:r>
              <a:rPr lang="es-ES" b="1" dirty="0" err="1"/>
              <a:t>Objects</a:t>
            </a:r>
            <a:r>
              <a:rPr lang="es-ES" b="1" dirty="0"/>
              <a:t>) en el Dominio</a:t>
            </a:r>
            <a:r>
              <a:rPr lang="es-ES" dirty="0"/>
              <a:t> → Objetos de transferencia de datos se usan en lugar de entidades o agregados.</a:t>
            </a:r>
            <a:br>
              <a:rPr lang="es-ES" dirty="0"/>
            </a:br>
            <a:r>
              <a:rPr lang="es-419" dirty="0"/>
              <a:t>🚨</a:t>
            </a:r>
            <a:r>
              <a:rPr lang="es-ES" dirty="0"/>
              <a:t> </a:t>
            </a:r>
            <a:r>
              <a:rPr lang="es-ES" b="1" dirty="0"/>
              <a:t>Dominio Anémico</a:t>
            </a:r>
            <a:r>
              <a:rPr lang="es-ES" dirty="0"/>
              <a:t> → Entidades que solo tienen datos sin lógica, delegando todo a servicios.</a:t>
            </a:r>
            <a:br>
              <a:rPr lang="es-ES" dirty="0"/>
            </a:br>
            <a:r>
              <a:rPr lang="es-419" dirty="0"/>
              <a:t>🚨</a:t>
            </a:r>
            <a:r>
              <a:rPr lang="es-ES" dirty="0"/>
              <a:t> </a:t>
            </a:r>
            <a:r>
              <a:rPr lang="es-ES" b="1" dirty="0"/>
              <a:t>Dependencias Directas de Librerías Externas</a:t>
            </a:r>
            <a:r>
              <a:rPr lang="es-ES" dirty="0"/>
              <a:t> → Se inyectan detalles tecnológicos dentro del dominio.</a:t>
            </a:r>
          </a:p>
          <a:p>
            <a:r>
              <a:rPr lang="es-419" dirty="0"/>
              <a:t>✅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35723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9E08619-D506-4C0E-A415-B2417214C99C}"/>
              </a:ext>
            </a:extLst>
          </p:cNvPr>
          <p:cNvSpPr txBox="1"/>
          <p:nvPr/>
        </p:nvSpPr>
        <p:spPr>
          <a:xfrm>
            <a:off x="557111" y="661012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Corrupción de la Capa de Dominio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AC5ECF-5A95-4A2E-9900-325FE9B2EE26}"/>
              </a:ext>
            </a:extLst>
          </p:cNvPr>
          <p:cNvSpPr txBox="1"/>
          <p:nvPr/>
        </p:nvSpPr>
        <p:spPr>
          <a:xfrm>
            <a:off x="3060853" y="2487312"/>
            <a:ext cx="607029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¿Cómo </a:t>
            </a:r>
            <a:r>
              <a:rPr lang="es-ES" b="1" dirty="0" err="1"/>
              <a:t>contrarestar</a:t>
            </a:r>
            <a:r>
              <a:rPr lang="es-ES" b="1" dirty="0"/>
              <a:t> la corrupción en la Capa de Dominio?</a:t>
            </a:r>
          </a:p>
          <a:p>
            <a:endParaRPr lang="es-ES" b="1" dirty="0"/>
          </a:p>
          <a:p>
            <a:r>
              <a:rPr lang="es-419" dirty="0"/>
              <a:t>✅ </a:t>
            </a:r>
            <a:r>
              <a:rPr lang="es-ES" dirty="0"/>
              <a:t>Separar la Lógica de Negocio de la Infraestructura</a:t>
            </a:r>
          </a:p>
          <a:p>
            <a:endParaRPr lang="es-ES" dirty="0"/>
          </a:p>
          <a:p>
            <a:r>
              <a:rPr lang="es-419" dirty="0"/>
              <a:t>✅ </a:t>
            </a:r>
            <a:r>
              <a:rPr lang="es-ES" dirty="0"/>
              <a:t>Mantener la Lógica de Negocio dentro del Dominio</a:t>
            </a:r>
          </a:p>
          <a:p>
            <a:endParaRPr lang="es-ES" dirty="0"/>
          </a:p>
          <a:p>
            <a:r>
              <a:rPr lang="es-419" dirty="0"/>
              <a:t>✅ Utilizar Servicios de Dominio para Lógica Compleja</a:t>
            </a:r>
          </a:p>
          <a:p>
            <a:endParaRPr lang="es-419" dirty="0"/>
          </a:p>
          <a:p>
            <a:r>
              <a:rPr lang="es-419" dirty="0"/>
              <a:t>✅ </a:t>
            </a:r>
            <a:r>
              <a:rPr lang="es-ES" dirty="0"/>
              <a:t>Utilizar </a:t>
            </a:r>
            <a:r>
              <a:rPr lang="es-ES" dirty="0" err="1"/>
              <a:t>DTOs</a:t>
            </a:r>
            <a:r>
              <a:rPr lang="es-ES" dirty="0"/>
              <a:t> para Comunicación con Otras Capas</a:t>
            </a:r>
          </a:p>
        </p:txBody>
      </p:sp>
    </p:spTree>
    <p:extLst>
      <p:ext uri="{BB962C8B-B14F-4D97-AF65-F5344CB8AC3E}">
        <p14:creationId xmlns:p14="http://schemas.microsoft.com/office/powerpoint/2010/main" val="18983796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D4FAAF6-01CC-44AF-83E5-D6652651B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12" y="2992783"/>
            <a:ext cx="5405088" cy="139416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66D03DC-F89F-4BAE-8071-EA1C264258D0}"/>
              </a:ext>
            </a:extLst>
          </p:cNvPr>
          <p:cNvSpPr txBox="1"/>
          <p:nvPr/>
        </p:nvSpPr>
        <p:spPr>
          <a:xfrm>
            <a:off x="557111" y="661012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Implementación – Core (Dominio)</a:t>
            </a:r>
            <a:endParaRPr lang="es-419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26905E-74C9-4D39-9470-8547C3DD9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575" y="1245787"/>
            <a:ext cx="3800819" cy="472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015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2C5D4A3-9EC3-4580-A536-C8B385520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397" y="1067368"/>
            <a:ext cx="3800819" cy="4723264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D200AAC-3B01-4ED1-9CF3-883E265E3FF5}"/>
              </a:ext>
            </a:extLst>
          </p:cNvPr>
          <p:cNvCxnSpPr>
            <a:cxnSpLocks/>
          </p:cNvCxnSpPr>
          <p:nvPr/>
        </p:nvCxnSpPr>
        <p:spPr>
          <a:xfrm flipV="1">
            <a:off x="5816906" y="4101579"/>
            <a:ext cx="172643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65CD3ABF-88A4-4FDF-BC99-A22469B21ED8}"/>
              </a:ext>
            </a:extLst>
          </p:cNvPr>
          <p:cNvSpPr txBox="1"/>
          <p:nvPr/>
        </p:nvSpPr>
        <p:spPr>
          <a:xfrm>
            <a:off x="7646395" y="3017440"/>
            <a:ext cx="43769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Se define al lado del dominio para usarla, se implementa en infraestructura en el servicio de Caché y se usa en el repositorio de clientes</a:t>
            </a:r>
            <a:endParaRPr lang="es-419" sz="1400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6B6901E-4889-44A0-82C1-7F30A58E9C5B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919961" y="3279052"/>
            <a:ext cx="1726434" cy="1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7C3661A7-0CF8-4377-99F0-15BD65AD79B7}"/>
              </a:ext>
            </a:extLst>
          </p:cNvPr>
          <p:cNvSpPr txBox="1"/>
          <p:nvPr/>
        </p:nvSpPr>
        <p:spPr>
          <a:xfrm>
            <a:off x="7646395" y="3839969"/>
            <a:ext cx="43769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Se define al lado del dominio para usarla, se implementa en infraestructura y lo usan los controladores y los </a:t>
            </a:r>
            <a:r>
              <a:rPr lang="es-ES" sz="1400" dirty="0" err="1"/>
              <a:t>handlers</a:t>
            </a:r>
            <a:endParaRPr lang="es-419" sz="1400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6D57FB5-D285-412A-A302-299D2DFCFFF4}"/>
              </a:ext>
            </a:extLst>
          </p:cNvPr>
          <p:cNvCxnSpPr>
            <a:cxnSpLocks/>
          </p:cNvCxnSpPr>
          <p:nvPr/>
        </p:nvCxnSpPr>
        <p:spPr>
          <a:xfrm flipH="1">
            <a:off x="2774417" y="3575514"/>
            <a:ext cx="11898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35B89D-6974-4B56-A1F2-1965FDAE0DE9}"/>
              </a:ext>
            </a:extLst>
          </p:cNvPr>
          <p:cNvSpPr txBox="1"/>
          <p:nvPr/>
        </p:nvSpPr>
        <p:spPr>
          <a:xfrm>
            <a:off x="123250" y="3275437"/>
            <a:ext cx="30787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Se define al lado del dominio para usarla, se implementa en infraestructura y lo usan los controladores y cada repositorio</a:t>
            </a:r>
            <a:endParaRPr lang="es-419" sz="1400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FE1ACF8-6329-4CDC-BE35-BF02F18766E6}"/>
              </a:ext>
            </a:extLst>
          </p:cNvPr>
          <p:cNvCxnSpPr/>
          <p:nvPr/>
        </p:nvCxnSpPr>
        <p:spPr>
          <a:xfrm flipH="1">
            <a:off x="2774417" y="3839969"/>
            <a:ext cx="11898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6DAC5E4-D606-4500-BC6A-F76E2EBD6452}"/>
              </a:ext>
            </a:extLst>
          </p:cNvPr>
          <p:cNvCxnSpPr>
            <a:cxnSpLocks/>
          </p:cNvCxnSpPr>
          <p:nvPr/>
        </p:nvCxnSpPr>
        <p:spPr>
          <a:xfrm>
            <a:off x="6477917" y="4585266"/>
            <a:ext cx="1065424" cy="1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F84C078-498D-474B-9140-07F31BE4F3BC}"/>
              </a:ext>
            </a:extLst>
          </p:cNvPr>
          <p:cNvSpPr txBox="1"/>
          <p:nvPr/>
        </p:nvSpPr>
        <p:spPr>
          <a:xfrm>
            <a:off x="7646394" y="4585266"/>
            <a:ext cx="43769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Servicio que devuelve la lista de cuotas de acuerdo con la regla de negocio y es accedido a través del </a:t>
            </a:r>
            <a:r>
              <a:rPr lang="es-ES" sz="1400" dirty="0" err="1"/>
              <a:t>controller</a:t>
            </a:r>
            <a:r>
              <a:rPr lang="es-ES" sz="1400" dirty="0"/>
              <a:t> de préstamos</a:t>
            </a:r>
            <a:endParaRPr lang="es-419" sz="14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F6D5A9B-848D-4D4D-8CDA-6E78207219D8}"/>
              </a:ext>
            </a:extLst>
          </p:cNvPr>
          <p:cNvSpPr txBox="1"/>
          <p:nvPr/>
        </p:nvSpPr>
        <p:spPr>
          <a:xfrm>
            <a:off x="123250" y="4578633"/>
            <a:ext cx="30787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Servicio que devuelve la lista de cuotas de acuerdo con la regla de negocio y es accedido a través del </a:t>
            </a:r>
            <a:r>
              <a:rPr lang="es-ES" sz="1400" dirty="0" err="1"/>
              <a:t>controller</a:t>
            </a:r>
            <a:r>
              <a:rPr lang="es-ES" sz="1400" dirty="0"/>
              <a:t> de préstamos</a:t>
            </a:r>
            <a:endParaRPr lang="es-419" sz="1400" dirty="0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9BB430E-B835-428A-B5ED-C8785260061F}"/>
              </a:ext>
            </a:extLst>
          </p:cNvPr>
          <p:cNvCxnSpPr/>
          <p:nvPr/>
        </p:nvCxnSpPr>
        <p:spPr>
          <a:xfrm flipH="1">
            <a:off x="3117773" y="4869455"/>
            <a:ext cx="846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ADE57CC-58C6-416B-80B7-50770D569377}"/>
              </a:ext>
            </a:extLst>
          </p:cNvPr>
          <p:cNvCxnSpPr/>
          <p:nvPr/>
        </p:nvCxnSpPr>
        <p:spPr>
          <a:xfrm flipH="1">
            <a:off x="3117773" y="5155894"/>
            <a:ext cx="749147" cy="376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1C47AB2-EEF2-4239-B0FE-F7C0821CBFC8}"/>
              </a:ext>
            </a:extLst>
          </p:cNvPr>
          <p:cNvSpPr txBox="1"/>
          <p:nvPr/>
        </p:nvSpPr>
        <p:spPr>
          <a:xfrm>
            <a:off x="1884341" y="5537668"/>
            <a:ext cx="1608005" cy="318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Sin implementar…</a:t>
            </a:r>
            <a:endParaRPr lang="es-419" sz="1400" dirty="0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969E99F3-EB27-4993-90BE-BE3B98F686B3}"/>
              </a:ext>
            </a:extLst>
          </p:cNvPr>
          <p:cNvCxnSpPr>
            <a:cxnSpLocks/>
          </p:cNvCxnSpPr>
          <p:nvPr/>
        </p:nvCxnSpPr>
        <p:spPr>
          <a:xfrm>
            <a:off x="5607586" y="5696815"/>
            <a:ext cx="19357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224F9BA-31C0-4135-8848-B63DF7046B8B}"/>
              </a:ext>
            </a:extLst>
          </p:cNvPr>
          <p:cNvSpPr txBox="1"/>
          <p:nvPr/>
        </p:nvSpPr>
        <p:spPr>
          <a:xfrm>
            <a:off x="7543341" y="5514189"/>
            <a:ext cx="46486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La usa el agregado </a:t>
            </a:r>
            <a:r>
              <a:rPr lang="es-ES" sz="1400" dirty="0" err="1"/>
              <a:t>prestamo</a:t>
            </a:r>
            <a:r>
              <a:rPr lang="es-ES" sz="1400" dirty="0"/>
              <a:t> y el servicio calculo de cuotas, para </a:t>
            </a:r>
            <a:r>
              <a:rPr lang="es-419" sz="1400" b="0" i="0" dirty="0">
                <a:solidFill>
                  <a:srgbClr val="404040"/>
                </a:solidFill>
                <a:effectLst/>
                <a:latin typeface="DeepSeek-CJK-patch"/>
              </a:rPr>
              <a:t>encapsular internamente, la lógica de negocio  y mantener consistencia </a:t>
            </a:r>
            <a:r>
              <a:rPr lang="es-ES" sz="1400" dirty="0"/>
              <a:t>  </a:t>
            </a:r>
            <a:endParaRPr lang="es-419" sz="14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28F3D03-B821-4A3C-AA3B-CE4C620837C0}"/>
              </a:ext>
            </a:extLst>
          </p:cNvPr>
          <p:cNvSpPr txBox="1"/>
          <p:nvPr/>
        </p:nvSpPr>
        <p:spPr>
          <a:xfrm>
            <a:off x="7646394" y="2236844"/>
            <a:ext cx="40535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Por definir, se me ocurre un Publisher que avise a una entidad suscriptora Desembolso, los créditos aprobados </a:t>
            </a:r>
            <a:endParaRPr lang="es-419" sz="1400" dirty="0"/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61C2B725-D23D-49C0-A253-34137DFE7586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4979624" y="2606176"/>
            <a:ext cx="2666770" cy="241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08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24" grpId="0"/>
      <p:bldP spid="25" grpId="0"/>
      <p:bldP spid="31" grpId="0"/>
      <p:bldP spid="35" grpId="0"/>
      <p:bldP spid="3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D1B618B-15A7-4E4E-B932-633C03F82E89}"/>
              </a:ext>
            </a:extLst>
          </p:cNvPr>
          <p:cNvSpPr txBox="1"/>
          <p:nvPr/>
        </p:nvSpPr>
        <p:spPr>
          <a:xfrm>
            <a:off x="557111" y="661012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Arquitectura por Capas propuesta por DDD</a:t>
            </a:r>
            <a:endParaRPr lang="es-419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088C229-08D8-4011-B738-3228FE64ED72}"/>
              </a:ext>
            </a:extLst>
          </p:cNvPr>
          <p:cNvSpPr txBox="1"/>
          <p:nvPr/>
        </p:nvSpPr>
        <p:spPr>
          <a:xfrm>
            <a:off x="865584" y="1888858"/>
            <a:ext cx="40589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Los elementos descritos anteriormente, son implementados a través de una arquitectura por capas </a:t>
            </a:r>
          </a:p>
          <a:p>
            <a:endParaRPr lang="es-ES" dirty="0"/>
          </a:p>
          <a:p>
            <a:r>
              <a:rPr lang="es-ES" dirty="0"/>
              <a:t>Las capas separan las responsabilidades y ayudan a mantener el código limpio, modular y escalable. </a:t>
            </a:r>
          </a:p>
          <a:p>
            <a:endParaRPr lang="es-ES" dirty="0"/>
          </a:p>
          <a:p>
            <a:r>
              <a:rPr lang="es-ES" b="1" dirty="0">
                <a:solidFill>
                  <a:schemeClr val="accent5"/>
                </a:solidFill>
              </a:rPr>
              <a:t>La lógica del dominio se encuentra exclusivamente en la Capa de Dominio, mientras que otras capas manejan aspectos como infraestructura, aplicación y presentación.</a:t>
            </a:r>
            <a:endParaRPr lang="es-419" b="1" dirty="0">
              <a:solidFill>
                <a:schemeClr val="accent5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54C7730-D466-4368-B662-B2DA8BB92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06519"/>
            <a:ext cx="5405088" cy="139416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D2D8EDB-D1F5-4632-8193-6C80C8651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99621"/>
            <a:ext cx="5450120" cy="91855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FDE4C35-5E1B-496F-90D2-E4CE761EB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090291"/>
            <a:ext cx="5450120" cy="9543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E388BFA-7F72-46B6-BBCF-052D86B21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247811"/>
            <a:ext cx="5455998" cy="668732"/>
          </a:xfrm>
          <a:prstGeom prst="rect">
            <a:avLst/>
          </a:prstGeom>
        </p:spPr>
      </p:pic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4F5758F4-D094-4C69-8A3F-B08919C720A7}"/>
              </a:ext>
            </a:extLst>
          </p:cNvPr>
          <p:cNvCxnSpPr/>
          <p:nvPr/>
        </p:nvCxnSpPr>
        <p:spPr>
          <a:xfrm flipV="1">
            <a:off x="4825388" y="1983036"/>
            <a:ext cx="1156771" cy="274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7564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42ED178-891C-4ADE-B87F-87B8BDDC49A3}"/>
              </a:ext>
            </a:extLst>
          </p:cNvPr>
          <p:cNvSpPr txBox="1"/>
          <p:nvPr/>
        </p:nvSpPr>
        <p:spPr>
          <a:xfrm flipH="1">
            <a:off x="938083" y="484741"/>
            <a:ext cx="8578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SEGUNDO TRABAJO ARQUITECTURAS SOFTWARE EMPRESARIAL – 3er 25%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B93B334-4B15-4D1D-A449-DAB26C3D917E}"/>
              </a:ext>
            </a:extLst>
          </p:cNvPr>
          <p:cNvSpPr txBox="1"/>
          <p:nvPr/>
        </p:nvSpPr>
        <p:spPr>
          <a:xfrm>
            <a:off x="5542308" y="1685070"/>
            <a:ext cx="648811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Si en su empresa definen que va a usar Microservicios, tome la aplicación que está desarrollando y aplique de diseño DDD.</a:t>
            </a:r>
          </a:p>
          <a:p>
            <a:endParaRPr lang="es-ES" sz="2000" dirty="0"/>
          </a:p>
          <a:p>
            <a:r>
              <a:rPr lang="es-ES" sz="2000" dirty="0"/>
              <a:t>El segundo capítulo del documento que comenzó a construir,  debe contener el desarrollo del dominio siguiendo cada uno de los pasos. </a:t>
            </a:r>
          </a:p>
          <a:p>
            <a:endParaRPr lang="es-419" sz="2000" dirty="0"/>
          </a:p>
          <a:p>
            <a:r>
              <a:rPr lang="es-ES" sz="2000" dirty="0"/>
              <a:t>Luego que vea las implementaciones que se le van a mostrar en clase, especifique cómo estaría </a:t>
            </a:r>
            <a:r>
              <a:rPr lang="es-ES" sz="2000" dirty="0" err="1"/>
              <a:t>arquitectada</a:t>
            </a:r>
            <a:r>
              <a:rPr lang="es-ES" sz="2000" dirty="0"/>
              <a:t> la suya si fuera Microservicios, mostrando la distribución en carpetas y el contenido de cada una</a:t>
            </a:r>
          </a:p>
        </p:txBody>
      </p:sp>
      <p:pic>
        <p:nvPicPr>
          <p:cNvPr id="10242" name="Picture 2" descr="CARACTERÍSTICAS DEL TRABAJO ESCRITO - Issuu">
            <a:extLst>
              <a:ext uri="{FF2B5EF4-FFF2-40B4-BE49-F238E27FC236}">
                <a16:creationId xmlns:a16="http://schemas.microsoft.com/office/drawing/2014/main" id="{428F2F4C-5098-4ECB-BE18-12C2690C4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2541396"/>
            <a:ext cx="3781260" cy="273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6061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B93B27B-A88B-4D6F-9ED4-9E1A1F08BCB4}"/>
              </a:ext>
            </a:extLst>
          </p:cNvPr>
          <p:cNvSpPr txBox="1"/>
          <p:nvPr/>
        </p:nvSpPr>
        <p:spPr>
          <a:xfrm>
            <a:off x="557111" y="661012"/>
            <a:ext cx="911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Referencias</a:t>
            </a:r>
            <a:endParaRPr lang="es-419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2E1F28B-AD52-46D2-91AA-E1E5F0983C88}"/>
              </a:ext>
            </a:extLst>
          </p:cNvPr>
          <p:cNvSpPr txBox="1"/>
          <p:nvPr/>
        </p:nvSpPr>
        <p:spPr>
          <a:xfrm>
            <a:off x="1251284" y="1884766"/>
            <a:ext cx="93605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📚</a:t>
            </a:r>
            <a:r>
              <a:rPr lang="en-US" dirty="0"/>
              <a:t>Evans, Eric. Domain-driven design: Tackling complexity in the heart of software. Addison-Wesley Professional. (2004). </a:t>
            </a:r>
          </a:p>
          <a:p>
            <a:endParaRPr lang="es-419" dirty="0"/>
          </a:p>
          <a:p>
            <a:r>
              <a:rPr lang="es-ES" dirty="0"/>
              <a:t>📚 </a:t>
            </a:r>
            <a:r>
              <a:rPr lang="es-419" dirty="0" err="1"/>
              <a:t>Annegret</a:t>
            </a:r>
            <a:r>
              <a:rPr lang="es-419" dirty="0"/>
              <a:t> </a:t>
            </a:r>
            <a:r>
              <a:rPr lang="es-419" dirty="0" err="1"/>
              <a:t>Junker</a:t>
            </a:r>
            <a:r>
              <a:rPr lang="es-419" dirty="0"/>
              <a:t>. DDD </a:t>
            </a:r>
            <a:r>
              <a:rPr lang="es-419" dirty="0" err="1"/>
              <a:t>Toolbox</a:t>
            </a:r>
            <a:r>
              <a:rPr lang="es-419" dirty="0"/>
              <a:t>. </a:t>
            </a:r>
            <a:r>
              <a:rPr lang="es-419" dirty="0" err="1"/>
              <a:t>Bpb</a:t>
            </a:r>
            <a:r>
              <a:rPr lang="es-419" dirty="0"/>
              <a:t>. 2026</a:t>
            </a:r>
          </a:p>
          <a:p>
            <a:endParaRPr lang="es-419" dirty="0"/>
          </a:p>
          <a:p>
            <a:r>
              <a:rPr lang="es-ES" dirty="0"/>
              <a:t>📚 </a:t>
            </a:r>
            <a:r>
              <a:rPr lang="es-419" dirty="0"/>
              <a:t>Percival, Harry W.  &amp; Gregory, Bob. </a:t>
            </a:r>
            <a:r>
              <a:rPr lang="es-419" dirty="0" err="1"/>
              <a:t>Architeture</a:t>
            </a:r>
            <a:r>
              <a:rPr lang="es-419" dirty="0"/>
              <a:t> </a:t>
            </a:r>
            <a:r>
              <a:rPr lang="es-419" dirty="0" err="1"/>
              <a:t>Patterns</a:t>
            </a:r>
            <a:r>
              <a:rPr lang="es-419" dirty="0"/>
              <a:t> </a:t>
            </a:r>
            <a:r>
              <a:rPr lang="es-419" dirty="0" err="1"/>
              <a:t>wih</a:t>
            </a:r>
            <a:r>
              <a:rPr lang="es-419" dirty="0"/>
              <a:t> Python. O´Reilly.  2020</a:t>
            </a:r>
            <a:r>
              <a:rPr lang="es-419" sz="1800" dirty="0"/>
              <a:t> </a:t>
            </a:r>
          </a:p>
          <a:p>
            <a:pPr marL="285750" indent="-285750"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endParaRPr lang="es-419" dirty="0">
              <a:hlinkClick r:id="rId4"/>
            </a:endParaRPr>
          </a:p>
          <a:p>
            <a:r>
              <a:rPr lang="es-ES" dirty="0"/>
              <a:t>☁️ </a:t>
            </a:r>
            <a:r>
              <a:rPr lang="es-419" sz="1800" dirty="0">
                <a:hlinkClick r:id="rId4"/>
              </a:rPr>
              <a:t>https://kevin-van-ingen.medium.com/</a:t>
            </a:r>
            <a:endParaRPr lang="es-419" sz="1800" dirty="0"/>
          </a:p>
          <a:p>
            <a:endParaRPr lang="es-419" sz="1800" dirty="0"/>
          </a:p>
          <a:p>
            <a:r>
              <a:rPr lang="es-ES" dirty="0"/>
              <a:t> ☁️ </a:t>
            </a:r>
            <a:r>
              <a:rPr lang="es-419" sz="1800" dirty="0"/>
              <a:t>https://github.com/ddd-crew/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48944686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Presentación UPB 2018" id="{36F8BB01-3393-FA4D-8145-86DA81FADD61}" vid="{FB05699F-FE3A-FD40-B367-9B6900AD0EF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4041</Words>
  <Application>Microsoft Office PowerPoint</Application>
  <PresentationFormat>Panorámica</PresentationFormat>
  <Paragraphs>375</Paragraphs>
  <Slides>53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66" baseType="lpstr">
      <vt:lpstr>Arial</vt:lpstr>
      <vt:lpstr>Arial Narrow</vt:lpstr>
      <vt:lpstr>Calibri</vt:lpstr>
      <vt:lpstr>DeepSeek-CJK-patch</vt:lpstr>
      <vt:lpstr>Flama Condensed Light</vt:lpstr>
      <vt:lpstr>Google Sans</vt:lpstr>
      <vt:lpstr>LiberationSerif</vt:lpstr>
      <vt:lpstr>LiberationSerif-Italic</vt:lpstr>
      <vt:lpstr>LinLibertine</vt:lpstr>
      <vt:lpstr>Segoe UI</vt:lpstr>
      <vt:lpstr>source-serif-pro</vt:lpstr>
      <vt:lpstr>Wingdings</vt:lpstr>
      <vt:lpstr>1_Tema de Office</vt:lpstr>
      <vt:lpstr>DDD: Domain Driven Design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DDD: Domain Driven Design</dc:title>
  <dc:creator>Cesar Augusto Lopez Gallego</dc:creator>
  <cp:lastModifiedBy>Cesar Augusto Lopez Gallego</cp:lastModifiedBy>
  <cp:revision>44</cp:revision>
  <dcterms:created xsi:type="dcterms:W3CDTF">2025-03-18T15:33:38Z</dcterms:created>
  <dcterms:modified xsi:type="dcterms:W3CDTF">2026-04-08T12:30:02Z</dcterms:modified>
</cp:coreProperties>
</file>