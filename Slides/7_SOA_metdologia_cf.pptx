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82" r:id="rId2"/>
    <p:sldId id="256" r:id="rId3"/>
    <p:sldId id="266" r:id="rId4"/>
    <p:sldId id="259" r:id="rId5"/>
    <p:sldId id="283" r:id="rId6"/>
    <p:sldId id="274" r:id="rId7"/>
    <p:sldId id="264" r:id="rId8"/>
    <p:sldId id="265" r:id="rId9"/>
    <p:sldId id="260" r:id="rId10"/>
    <p:sldId id="267" r:id="rId11"/>
    <p:sldId id="284" r:id="rId12"/>
    <p:sldId id="268" r:id="rId13"/>
    <p:sldId id="261" r:id="rId14"/>
    <p:sldId id="269" r:id="rId15"/>
    <p:sldId id="270" r:id="rId16"/>
    <p:sldId id="262" r:id="rId17"/>
    <p:sldId id="263" r:id="rId18"/>
    <p:sldId id="271" r:id="rId19"/>
    <p:sldId id="272" r:id="rId20"/>
    <p:sldId id="273" r:id="rId21"/>
    <p:sldId id="285" r:id="rId22"/>
    <p:sldId id="286" r:id="rId23"/>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Augusto Lopez Gallego" userId="0dfa9112-9251-4882-b472-cf2dfcee09d1" providerId="ADAL" clId="{76F12681-65F0-4192-B274-D40FC8B71DD1}"/>
    <pc:docChg chg="undo custSel addSld delSld modSld sldOrd">
      <pc:chgData name="Cesar Augusto Lopez Gallego" userId="0dfa9112-9251-4882-b472-cf2dfcee09d1" providerId="ADAL" clId="{76F12681-65F0-4192-B274-D40FC8B71DD1}" dt="2026-04-07T12:16:12.451" v="4429" actId="6549"/>
      <pc:docMkLst>
        <pc:docMk/>
      </pc:docMkLst>
      <pc:sldChg chg="addSp delSp modSp new mod setBg">
        <pc:chgData name="Cesar Augusto Lopez Gallego" userId="0dfa9112-9251-4882-b472-cf2dfcee09d1" providerId="ADAL" clId="{76F12681-65F0-4192-B274-D40FC8B71DD1}" dt="2026-03-17T12:01:42.599" v="3462" actId="1076"/>
        <pc:sldMkLst>
          <pc:docMk/>
          <pc:sldMk cId="4281231249" sldId="256"/>
        </pc:sldMkLst>
        <pc:spChg chg="del">
          <ac:chgData name="Cesar Augusto Lopez Gallego" userId="0dfa9112-9251-4882-b472-cf2dfcee09d1" providerId="ADAL" clId="{76F12681-65F0-4192-B274-D40FC8B71DD1}" dt="2026-03-07T14:46:54.652" v="1" actId="478"/>
          <ac:spMkLst>
            <pc:docMk/>
            <pc:sldMk cId="4281231249" sldId="256"/>
            <ac:spMk id="2" creationId="{545EB522-4885-4D0B-9762-16AFB6E1B600}"/>
          </ac:spMkLst>
        </pc:spChg>
        <pc:spChg chg="del">
          <ac:chgData name="Cesar Augusto Lopez Gallego" userId="0dfa9112-9251-4882-b472-cf2dfcee09d1" providerId="ADAL" clId="{76F12681-65F0-4192-B274-D40FC8B71DD1}" dt="2026-03-07T14:46:54.652" v="1" actId="478"/>
          <ac:spMkLst>
            <pc:docMk/>
            <pc:sldMk cId="4281231249" sldId="256"/>
            <ac:spMk id="3" creationId="{47C63300-7B72-4297-81D5-90458F29CBD2}"/>
          </ac:spMkLst>
        </pc:spChg>
        <pc:spChg chg="add mod">
          <ac:chgData name="Cesar Augusto Lopez Gallego" userId="0dfa9112-9251-4882-b472-cf2dfcee09d1" providerId="ADAL" clId="{76F12681-65F0-4192-B274-D40FC8B71DD1}" dt="2026-03-17T12:01:42.599" v="3462" actId="1076"/>
          <ac:spMkLst>
            <pc:docMk/>
            <pc:sldMk cId="4281231249" sldId="256"/>
            <ac:spMk id="3" creationId="{DD2D69BF-9098-4A59-8B84-2B713AB3C7CC}"/>
          </ac:spMkLst>
        </pc:spChg>
        <pc:spChg chg="add mod">
          <ac:chgData name="Cesar Augusto Lopez Gallego" userId="0dfa9112-9251-4882-b472-cf2dfcee09d1" providerId="ADAL" clId="{76F12681-65F0-4192-B274-D40FC8B71DD1}" dt="2026-03-17T09:44:31.838" v="1508" actId="1076"/>
          <ac:spMkLst>
            <pc:docMk/>
            <pc:sldMk cId="4281231249" sldId="256"/>
            <ac:spMk id="5" creationId="{41825E3F-757F-4F86-B761-BB9CA76F4CEE}"/>
          </ac:spMkLst>
        </pc:spChg>
        <pc:spChg chg="add del">
          <ac:chgData name="Cesar Augusto Lopez Gallego" userId="0dfa9112-9251-4882-b472-cf2dfcee09d1" providerId="ADAL" clId="{76F12681-65F0-4192-B274-D40FC8B71DD1}" dt="2026-03-07T15:09:30.452" v="108" actId="22"/>
          <ac:spMkLst>
            <pc:docMk/>
            <pc:sldMk cId="4281231249" sldId="256"/>
            <ac:spMk id="7" creationId="{5C6989D8-1297-4CAE-909A-82B08530168B}"/>
          </ac:spMkLst>
        </pc:spChg>
        <pc:picChg chg="add mod">
          <ac:chgData name="Cesar Augusto Lopez Gallego" userId="0dfa9112-9251-4882-b472-cf2dfcee09d1" providerId="ADAL" clId="{76F12681-65F0-4192-B274-D40FC8B71DD1}" dt="2026-03-17T10:27:20.241" v="3381" actId="1076"/>
          <ac:picMkLst>
            <pc:docMk/>
            <pc:sldMk cId="4281231249" sldId="256"/>
            <ac:picMk id="4" creationId="{39983473-44CE-4F3B-B2E0-5CD59FAC0450}"/>
          </ac:picMkLst>
        </pc:picChg>
      </pc:sldChg>
      <pc:sldChg chg="addSp delSp new del mod">
        <pc:chgData name="Cesar Augusto Lopez Gallego" userId="0dfa9112-9251-4882-b472-cf2dfcee09d1" providerId="ADAL" clId="{76F12681-65F0-4192-B274-D40FC8B71DD1}" dt="2026-03-07T16:15:59.919" v="720" actId="47"/>
        <pc:sldMkLst>
          <pc:docMk/>
          <pc:sldMk cId="2581785608" sldId="257"/>
        </pc:sldMkLst>
        <pc:spChg chg="del">
          <ac:chgData name="Cesar Augusto Lopez Gallego" userId="0dfa9112-9251-4882-b472-cf2dfcee09d1" providerId="ADAL" clId="{76F12681-65F0-4192-B274-D40FC8B71DD1}" dt="2026-03-07T15:09:35.865" v="110" actId="478"/>
          <ac:spMkLst>
            <pc:docMk/>
            <pc:sldMk cId="2581785608" sldId="257"/>
            <ac:spMk id="2" creationId="{323F5F01-562B-4704-ABAB-4D53BBC7B177}"/>
          </ac:spMkLst>
        </pc:spChg>
        <pc:spChg chg="del">
          <ac:chgData name="Cesar Augusto Lopez Gallego" userId="0dfa9112-9251-4882-b472-cf2dfcee09d1" providerId="ADAL" clId="{76F12681-65F0-4192-B274-D40FC8B71DD1}" dt="2026-03-07T15:09:35.865" v="110" actId="478"/>
          <ac:spMkLst>
            <pc:docMk/>
            <pc:sldMk cId="2581785608" sldId="257"/>
            <ac:spMk id="3" creationId="{AD944DD7-8A7E-4698-BBAC-87F212408822}"/>
          </ac:spMkLst>
        </pc:spChg>
        <pc:spChg chg="add">
          <ac:chgData name="Cesar Augusto Lopez Gallego" userId="0dfa9112-9251-4882-b472-cf2dfcee09d1" providerId="ADAL" clId="{76F12681-65F0-4192-B274-D40FC8B71DD1}" dt="2026-03-07T15:09:36.029" v="111" actId="22"/>
          <ac:spMkLst>
            <pc:docMk/>
            <pc:sldMk cId="2581785608" sldId="257"/>
            <ac:spMk id="5" creationId="{398F642C-970D-41CB-97D2-B889612B1ADE}"/>
          </ac:spMkLst>
        </pc:spChg>
      </pc:sldChg>
      <pc:sldChg chg="addSp delSp new del mod">
        <pc:chgData name="Cesar Augusto Lopez Gallego" userId="0dfa9112-9251-4882-b472-cf2dfcee09d1" providerId="ADAL" clId="{76F12681-65F0-4192-B274-D40FC8B71DD1}" dt="2026-03-07T16:15:53.790" v="719" actId="47"/>
        <pc:sldMkLst>
          <pc:docMk/>
          <pc:sldMk cId="1786108114" sldId="258"/>
        </pc:sldMkLst>
        <pc:spChg chg="del">
          <ac:chgData name="Cesar Augusto Lopez Gallego" userId="0dfa9112-9251-4882-b472-cf2dfcee09d1" providerId="ADAL" clId="{76F12681-65F0-4192-B274-D40FC8B71DD1}" dt="2026-03-07T15:11:35.336" v="181" actId="478"/>
          <ac:spMkLst>
            <pc:docMk/>
            <pc:sldMk cId="1786108114" sldId="258"/>
            <ac:spMk id="2" creationId="{EDF511F2-916C-4845-A171-BB0CDA3E63A8}"/>
          </ac:spMkLst>
        </pc:spChg>
        <pc:spChg chg="del">
          <ac:chgData name="Cesar Augusto Lopez Gallego" userId="0dfa9112-9251-4882-b472-cf2dfcee09d1" providerId="ADAL" clId="{76F12681-65F0-4192-B274-D40FC8B71DD1}" dt="2026-03-07T15:11:35.336" v="181" actId="478"/>
          <ac:spMkLst>
            <pc:docMk/>
            <pc:sldMk cId="1786108114" sldId="258"/>
            <ac:spMk id="3" creationId="{E2022E1E-0F49-4B51-B139-1B5E69718F2C}"/>
          </ac:spMkLst>
        </pc:spChg>
        <pc:spChg chg="add del">
          <ac:chgData name="Cesar Augusto Lopez Gallego" userId="0dfa9112-9251-4882-b472-cf2dfcee09d1" providerId="ADAL" clId="{76F12681-65F0-4192-B274-D40FC8B71DD1}" dt="2026-03-07T16:05:22.420" v="686" actId="478"/>
          <ac:spMkLst>
            <pc:docMk/>
            <pc:sldMk cId="1786108114" sldId="258"/>
            <ac:spMk id="5" creationId="{FC17126C-8AFE-42F7-9DA9-2C9E202CC88D}"/>
          </ac:spMkLst>
        </pc:spChg>
      </pc:sldChg>
      <pc:sldChg chg="addSp delSp modSp new mod setBg">
        <pc:chgData name="Cesar Augusto Lopez Gallego" userId="0dfa9112-9251-4882-b472-cf2dfcee09d1" providerId="ADAL" clId="{76F12681-65F0-4192-B274-D40FC8B71DD1}" dt="2026-03-17T12:01:54.485" v="3464"/>
        <pc:sldMkLst>
          <pc:docMk/>
          <pc:sldMk cId="3482026042" sldId="259"/>
        </pc:sldMkLst>
        <pc:spChg chg="del">
          <ac:chgData name="Cesar Augusto Lopez Gallego" userId="0dfa9112-9251-4882-b472-cf2dfcee09d1" providerId="ADAL" clId="{76F12681-65F0-4192-B274-D40FC8B71DD1}" dt="2026-03-07T15:13:09.829" v="200" actId="478"/>
          <ac:spMkLst>
            <pc:docMk/>
            <pc:sldMk cId="3482026042" sldId="259"/>
            <ac:spMk id="2" creationId="{DC437DED-32A2-4B04-8DD8-449EEE19C38A}"/>
          </ac:spMkLst>
        </pc:spChg>
        <pc:spChg chg="del">
          <ac:chgData name="Cesar Augusto Lopez Gallego" userId="0dfa9112-9251-4882-b472-cf2dfcee09d1" providerId="ADAL" clId="{76F12681-65F0-4192-B274-D40FC8B71DD1}" dt="2026-03-07T15:13:09.829" v="200" actId="478"/>
          <ac:spMkLst>
            <pc:docMk/>
            <pc:sldMk cId="3482026042" sldId="259"/>
            <ac:spMk id="3" creationId="{C48EFE33-912F-4081-B948-35934B970ABD}"/>
          </ac:spMkLst>
        </pc:spChg>
        <pc:spChg chg="add mod">
          <ac:chgData name="Cesar Augusto Lopez Gallego" userId="0dfa9112-9251-4882-b472-cf2dfcee09d1" providerId="ADAL" clId="{76F12681-65F0-4192-B274-D40FC8B71DD1}" dt="2026-03-17T09:49:56.357" v="1788" actId="14100"/>
          <ac:spMkLst>
            <pc:docMk/>
            <pc:sldMk cId="3482026042" sldId="259"/>
            <ac:spMk id="3" creationId="{C898CC7A-4FB4-4C67-BB52-1DE2C4A097D4}"/>
          </ac:spMkLst>
        </pc:spChg>
        <pc:spChg chg="add del">
          <ac:chgData name="Cesar Augusto Lopez Gallego" userId="0dfa9112-9251-4882-b472-cf2dfcee09d1" providerId="ADAL" clId="{76F12681-65F0-4192-B274-D40FC8B71DD1}" dt="2026-03-07T15:13:22.211" v="202" actId="22"/>
          <ac:spMkLst>
            <pc:docMk/>
            <pc:sldMk cId="3482026042" sldId="259"/>
            <ac:spMk id="5" creationId="{C2DB1D95-6371-4B5D-9DCA-27F21CD2925A}"/>
          </ac:spMkLst>
        </pc:spChg>
        <pc:spChg chg="add mod">
          <ac:chgData name="Cesar Augusto Lopez Gallego" userId="0dfa9112-9251-4882-b472-cf2dfcee09d1" providerId="ADAL" clId="{76F12681-65F0-4192-B274-D40FC8B71DD1}" dt="2026-03-17T10:28:25.420" v="3393" actId="6549"/>
          <ac:spMkLst>
            <pc:docMk/>
            <pc:sldMk cId="3482026042" sldId="259"/>
            <ac:spMk id="7" creationId="{04536032-AD10-4D0E-A0F0-0B1FF78777D9}"/>
          </ac:spMkLst>
        </pc:spChg>
        <pc:spChg chg="add del mod">
          <ac:chgData name="Cesar Augusto Lopez Gallego" userId="0dfa9112-9251-4882-b472-cf2dfcee09d1" providerId="ADAL" clId="{76F12681-65F0-4192-B274-D40FC8B71DD1}" dt="2026-03-16T15:40:33.526" v="1356" actId="21"/>
          <ac:spMkLst>
            <pc:docMk/>
            <pc:sldMk cId="3482026042" sldId="259"/>
            <ac:spMk id="9" creationId="{9028015B-643F-4CE9-90DB-3D1AEE296796}"/>
          </ac:spMkLst>
        </pc:spChg>
        <pc:picChg chg="add mod">
          <ac:chgData name="Cesar Augusto Lopez Gallego" userId="0dfa9112-9251-4882-b472-cf2dfcee09d1" providerId="ADAL" clId="{76F12681-65F0-4192-B274-D40FC8B71DD1}" dt="2026-03-17T10:28:23.463" v="3392" actId="1076"/>
          <ac:picMkLst>
            <pc:docMk/>
            <pc:sldMk cId="3482026042" sldId="259"/>
            <ac:picMk id="4" creationId="{41A858AB-2E87-4CC1-9B7B-81C7D4E989EE}"/>
          </ac:picMkLst>
        </pc:picChg>
        <pc:picChg chg="add del mod">
          <ac:chgData name="Cesar Augusto Lopez Gallego" userId="0dfa9112-9251-4882-b472-cf2dfcee09d1" providerId="ADAL" clId="{76F12681-65F0-4192-B274-D40FC8B71DD1}" dt="2026-03-07T15:25:27.175" v="517" actId="478"/>
          <ac:picMkLst>
            <pc:docMk/>
            <pc:sldMk cId="3482026042" sldId="259"/>
            <ac:picMk id="11" creationId="{17A4238C-5E24-4020-82BE-4F5FA9A47542}"/>
          </ac:picMkLst>
        </pc:picChg>
        <pc:picChg chg="add del mod">
          <ac:chgData name="Cesar Augusto Lopez Gallego" userId="0dfa9112-9251-4882-b472-cf2dfcee09d1" providerId="ADAL" clId="{76F12681-65F0-4192-B274-D40FC8B71DD1}" dt="2026-03-16T15:40:33.526" v="1356" actId="21"/>
          <ac:picMkLst>
            <pc:docMk/>
            <pc:sldMk cId="3482026042" sldId="259"/>
            <ac:picMk id="13" creationId="{C936935D-BB9D-4A8A-9107-2541B51617F1}"/>
          </ac:picMkLst>
        </pc:picChg>
      </pc:sldChg>
      <pc:sldChg chg="addSp delSp modSp new mod ord setBg">
        <pc:chgData name="Cesar Augusto Lopez Gallego" userId="0dfa9112-9251-4882-b472-cf2dfcee09d1" providerId="ADAL" clId="{76F12681-65F0-4192-B274-D40FC8B71DD1}" dt="2026-03-17T12:02:08.311" v="3469"/>
        <pc:sldMkLst>
          <pc:docMk/>
          <pc:sldMk cId="482257999" sldId="260"/>
        </pc:sldMkLst>
        <pc:spChg chg="del">
          <ac:chgData name="Cesar Augusto Lopez Gallego" userId="0dfa9112-9251-4882-b472-cf2dfcee09d1" providerId="ADAL" clId="{76F12681-65F0-4192-B274-D40FC8B71DD1}" dt="2026-03-07T15:19:28.088" v="405" actId="478"/>
          <ac:spMkLst>
            <pc:docMk/>
            <pc:sldMk cId="482257999" sldId="260"/>
            <ac:spMk id="2" creationId="{6DFE4D81-FC3A-4AAC-A383-0EA0AAAA5975}"/>
          </ac:spMkLst>
        </pc:spChg>
        <pc:spChg chg="del">
          <ac:chgData name="Cesar Augusto Lopez Gallego" userId="0dfa9112-9251-4882-b472-cf2dfcee09d1" providerId="ADAL" clId="{76F12681-65F0-4192-B274-D40FC8B71DD1}" dt="2026-03-07T15:19:28.088" v="405" actId="478"/>
          <ac:spMkLst>
            <pc:docMk/>
            <pc:sldMk cId="482257999" sldId="260"/>
            <ac:spMk id="3" creationId="{97A72B42-BDD5-42DC-BBA9-8EBF2EBBE853}"/>
          </ac:spMkLst>
        </pc:spChg>
        <pc:spChg chg="add mod">
          <ac:chgData name="Cesar Augusto Lopez Gallego" userId="0dfa9112-9251-4882-b472-cf2dfcee09d1" providerId="ADAL" clId="{76F12681-65F0-4192-B274-D40FC8B71DD1}" dt="2026-03-17T10:00:42.991" v="2134" actId="1076"/>
          <ac:spMkLst>
            <pc:docMk/>
            <pc:sldMk cId="482257999" sldId="260"/>
            <ac:spMk id="3" creationId="{E59E225A-6EFE-410F-B002-8E105B13163B}"/>
          </ac:spMkLst>
        </pc:spChg>
        <pc:spChg chg="add mod">
          <ac:chgData name="Cesar Augusto Lopez Gallego" userId="0dfa9112-9251-4882-b472-cf2dfcee09d1" providerId="ADAL" clId="{76F12681-65F0-4192-B274-D40FC8B71DD1}" dt="2026-03-17T10:30:49.207" v="3416" actId="1076"/>
          <ac:spMkLst>
            <pc:docMk/>
            <pc:sldMk cId="482257999" sldId="260"/>
            <ac:spMk id="5" creationId="{88046FE0-5970-4326-8FAD-9C5E1FD50F6D}"/>
          </ac:spMkLst>
        </pc:spChg>
        <pc:picChg chg="add del mod">
          <ac:chgData name="Cesar Augusto Lopez Gallego" userId="0dfa9112-9251-4882-b472-cf2dfcee09d1" providerId="ADAL" clId="{76F12681-65F0-4192-B274-D40FC8B71DD1}" dt="2026-03-17T10:31:36.200" v="3418" actId="478"/>
          <ac:picMkLst>
            <pc:docMk/>
            <pc:sldMk cId="482257999" sldId="260"/>
            <ac:picMk id="4" creationId="{A7F6981E-AC03-4CED-B891-96C457EACEC2}"/>
          </ac:picMkLst>
        </pc:picChg>
        <pc:picChg chg="add del">
          <ac:chgData name="Cesar Augusto Lopez Gallego" userId="0dfa9112-9251-4882-b472-cf2dfcee09d1" providerId="ADAL" clId="{76F12681-65F0-4192-B274-D40FC8B71DD1}" dt="2026-03-07T17:20:10.924" v="724" actId="478"/>
          <ac:picMkLst>
            <pc:docMk/>
            <pc:sldMk cId="482257999" sldId="260"/>
            <ac:picMk id="7" creationId="{3B9E3A40-D75A-4720-98B4-F84D473DDA16}"/>
          </ac:picMkLst>
        </pc:picChg>
        <pc:picChg chg="add mod">
          <ac:chgData name="Cesar Augusto Lopez Gallego" userId="0dfa9112-9251-4882-b472-cf2dfcee09d1" providerId="ADAL" clId="{76F12681-65F0-4192-B274-D40FC8B71DD1}" dt="2026-03-17T10:31:41.265" v="3422" actId="1076"/>
          <ac:picMkLst>
            <pc:docMk/>
            <pc:sldMk cId="482257999" sldId="260"/>
            <ac:picMk id="7" creationId="{5968AC1F-E2A7-4A1E-B040-98A940F602D1}"/>
          </ac:picMkLst>
        </pc:picChg>
      </pc:sldChg>
      <pc:sldChg chg="addSp delSp modSp new mod setBg">
        <pc:chgData name="Cesar Augusto Lopez Gallego" userId="0dfa9112-9251-4882-b472-cf2dfcee09d1" providerId="ADAL" clId="{76F12681-65F0-4192-B274-D40FC8B71DD1}" dt="2026-03-17T12:02:17.117" v="3473"/>
        <pc:sldMkLst>
          <pc:docMk/>
          <pc:sldMk cId="3465366240" sldId="261"/>
        </pc:sldMkLst>
        <pc:spChg chg="del">
          <ac:chgData name="Cesar Augusto Lopez Gallego" userId="0dfa9112-9251-4882-b472-cf2dfcee09d1" providerId="ADAL" clId="{76F12681-65F0-4192-B274-D40FC8B71DD1}" dt="2026-03-07T15:21:39.917" v="496" actId="478"/>
          <ac:spMkLst>
            <pc:docMk/>
            <pc:sldMk cId="3465366240" sldId="261"/>
            <ac:spMk id="2" creationId="{BC11AA4F-D37A-44B0-A877-C472A8580E7F}"/>
          </ac:spMkLst>
        </pc:spChg>
        <pc:spChg chg="add mod">
          <ac:chgData name="Cesar Augusto Lopez Gallego" userId="0dfa9112-9251-4882-b472-cf2dfcee09d1" providerId="ADAL" clId="{76F12681-65F0-4192-B274-D40FC8B71DD1}" dt="2026-03-17T10:12:18.194" v="2529" actId="114"/>
          <ac:spMkLst>
            <pc:docMk/>
            <pc:sldMk cId="3465366240" sldId="261"/>
            <ac:spMk id="3" creationId="{2B40A7AB-E250-49F9-B87A-35BF27A7A2C2}"/>
          </ac:spMkLst>
        </pc:spChg>
        <pc:spChg chg="del">
          <ac:chgData name="Cesar Augusto Lopez Gallego" userId="0dfa9112-9251-4882-b472-cf2dfcee09d1" providerId="ADAL" clId="{76F12681-65F0-4192-B274-D40FC8B71DD1}" dt="2026-03-07T15:21:39.917" v="496" actId="478"/>
          <ac:spMkLst>
            <pc:docMk/>
            <pc:sldMk cId="3465366240" sldId="261"/>
            <ac:spMk id="3" creationId="{2EAABC33-B35C-44DA-A065-C483A55BDB3D}"/>
          </ac:spMkLst>
        </pc:spChg>
        <pc:spChg chg="add del">
          <ac:chgData name="Cesar Augusto Lopez Gallego" userId="0dfa9112-9251-4882-b472-cf2dfcee09d1" providerId="ADAL" clId="{76F12681-65F0-4192-B274-D40FC8B71DD1}" dt="2026-03-07T15:21:41.533" v="498" actId="22"/>
          <ac:spMkLst>
            <pc:docMk/>
            <pc:sldMk cId="3465366240" sldId="261"/>
            <ac:spMk id="5" creationId="{9A1B667B-C2B1-4845-9B6E-0790FAC40771}"/>
          </ac:spMkLst>
        </pc:spChg>
        <pc:spChg chg="add mod">
          <ac:chgData name="Cesar Augusto Lopez Gallego" userId="0dfa9112-9251-4882-b472-cf2dfcee09d1" providerId="ADAL" clId="{76F12681-65F0-4192-B274-D40FC8B71DD1}" dt="2026-03-17T10:12:48.719" v="2533" actId="20577"/>
          <ac:spMkLst>
            <pc:docMk/>
            <pc:sldMk cId="3465366240" sldId="261"/>
            <ac:spMk id="7" creationId="{E929A1F0-5638-45BD-A653-86045528C4CA}"/>
          </ac:spMkLst>
        </pc:spChg>
        <pc:picChg chg="add del mod">
          <ac:chgData name="Cesar Augusto Lopez Gallego" userId="0dfa9112-9251-4882-b472-cf2dfcee09d1" providerId="ADAL" clId="{76F12681-65F0-4192-B274-D40FC8B71DD1}" dt="2026-03-17T10:32:42.966" v="3439" actId="478"/>
          <ac:picMkLst>
            <pc:docMk/>
            <pc:sldMk cId="3465366240" sldId="261"/>
            <ac:picMk id="4" creationId="{7C67EE05-A9AE-4FCF-9E39-4A68172D82D2}"/>
          </ac:picMkLst>
        </pc:picChg>
        <pc:picChg chg="add mod">
          <ac:chgData name="Cesar Augusto Lopez Gallego" userId="0dfa9112-9251-4882-b472-cf2dfcee09d1" providerId="ADAL" clId="{76F12681-65F0-4192-B274-D40FC8B71DD1}" dt="2026-03-17T10:32:57.910" v="3443" actId="1076"/>
          <ac:picMkLst>
            <pc:docMk/>
            <pc:sldMk cId="3465366240" sldId="261"/>
            <ac:picMk id="3074" creationId="{C38C4D48-7641-4BED-A0C5-DC37A1FFF447}"/>
          </ac:picMkLst>
        </pc:picChg>
      </pc:sldChg>
      <pc:sldChg chg="addSp delSp modSp new mod setBg">
        <pc:chgData name="Cesar Augusto Lopez Gallego" userId="0dfa9112-9251-4882-b472-cf2dfcee09d1" providerId="ADAL" clId="{76F12681-65F0-4192-B274-D40FC8B71DD1}" dt="2026-03-17T12:02:20.467" v="3476"/>
        <pc:sldMkLst>
          <pc:docMk/>
          <pc:sldMk cId="3646278322" sldId="262"/>
        </pc:sldMkLst>
        <pc:spChg chg="del">
          <ac:chgData name="Cesar Augusto Lopez Gallego" userId="0dfa9112-9251-4882-b472-cf2dfcee09d1" providerId="ADAL" clId="{76F12681-65F0-4192-B274-D40FC8B71DD1}" dt="2026-03-07T15:22:37.165" v="508" actId="478"/>
          <ac:spMkLst>
            <pc:docMk/>
            <pc:sldMk cId="3646278322" sldId="262"/>
            <ac:spMk id="2" creationId="{9AB106D5-978C-44D2-BEF4-C32C1D867A7D}"/>
          </ac:spMkLst>
        </pc:spChg>
        <pc:spChg chg="del">
          <ac:chgData name="Cesar Augusto Lopez Gallego" userId="0dfa9112-9251-4882-b472-cf2dfcee09d1" providerId="ADAL" clId="{76F12681-65F0-4192-B274-D40FC8B71DD1}" dt="2026-03-07T15:22:37.165" v="508" actId="478"/>
          <ac:spMkLst>
            <pc:docMk/>
            <pc:sldMk cId="3646278322" sldId="262"/>
            <ac:spMk id="3" creationId="{325BABBD-E434-441E-9F40-163E733A86F8}"/>
          </ac:spMkLst>
        </pc:spChg>
        <pc:spChg chg="add mod">
          <ac:chgData name="Cesar Augusto Lopez Gallego" userId="0dfa9112-9251-4882-b472-cf2dfcee09d1" providerId="ADAL" clId="{76F12681-65F0-4192-B274-D40FC8B71DD1}" dt="2026-03-17T10:17:06.978" v="2655" actId="20577"/>
          <ac:spMkLst>
            <pc:docMk/>
            <pc:sldMk cId="3646278322" sldId="262"/>
            <ac:spMk id="3" creationId="{F83A4A91-C0F3-42DE-A205-E6394B4AB58F}"/>
          </ac:spMkLst>
        </pc:spChg>
        <pc:spChg chg="add mod">
          <ac:chgData name="Cesar Augusto Lopez Gallego" userId="0dfa9112-9251-4882-b472-cf2dfcee09d1" providerId="ADAL" clId="{76F12681-65F0-4192-B274-D40FC8B71DD1}" dt="2026-03-17T10:33:43.564" v="3446" actId="1076"/>
          <ac:spMkLst>
            <pc:docMk/>
            <pc:sldMk cId="3646278322" sldId="262"/>
            <ac:spMk id="5" creationId="{A6E7C87C-3414-48A7-BE7E-2FF31E817634}"/>
          </ac:spMkLst>
        </pc:spChg>
        <pc:picChg chg="add mod">
          <ac:chgData name="Cesar Augusto Lopez Gallego" userId="0dfa9112-9251-4882-b472-cf2dfcee09d1" providerId="ADAL" clId="{76F12681-65F0-4192-B274-D40FC8B71DD1}" dt="2026-03-17T10:33:46.592" v="3448" actId="1076"/>
          <ac:picMkLst>
            <pc:docMk/>
            <pc:sldMk cId="3646278322" sldId="262"/>
            <ac:picMk id="6146" creationId="{EE386027-F17C-4913-B7A8-B90A77E83096}"/>
          </ac:picMkLst>
        </pc:picChg>
      </pc:sldChg>
      <pc:sldChg chg="addSp delSp modSp new mod setBg">
        <pc:chgData name="Cesar Augusto Lopez Gallego" userId="0dfa9112-9251-4882-b472-cf2dfcee09d1" providerId="ADAL" clId="{76F12681-65F0-4192-B274-D40FC8B71DD1}" dt="2026-03-17T12:02:24.850" v="3477"/>
        <pc:sldMkLst>
          <pc:docMk/>
          <pc:sldMk cId="4107583800" sldId="263"/>
        </pc:sldMkLst>
        <pc:spChg chg="del">
          <ac:chgData name="Cesar Augusto Lopez Gallego" userId="0dfa9112-9251-4882-b472-cf2dfcee09d1" providerId="ADAL" clId="{76F12681-65F0-4192-B274-D40FC8B71DD1}" dt="2026-03-07T15:23:04.911" v="513" actId="478"/>
          <ac:spMkLst>
            <pc:docMk/>
            <pc:sldMk cId="4107583800" sldId="263"/>
            <ac:spMk id="2" creationId="{0B48D9FC-A9DE-44F1-A460-D0298845EB23}"/>
          </ac:spMkLst>
        </pc:spChg>
        <pc:spChg chg="add mod">
          <ac:chgData name="Cesar Augusto Lopez Gallego" userId="0dfa9112-9251-4882-b472-cf2dfcee09d1" providerId="ADAL" clId="{76F12681-65F0-4192-B274-D40FC8B71DD1}" dt="2026-03-17T10:18:46.906" v="2721" actId="20577"/>
          <ac:spMkLst>
            <pc:docMk/>
            <pc:sldMk cId="4107583800" sldId="263"/>
            <ac:spMk id="3" creationId="{04C0C86A-D5F8-448B-820E-3EC01E9638D7}"/>
          </ac:spMkLst>
        </pc:spChg>
        <pc:spChg chg="del">
          <ac:chgData name="Cesar Augusto Lopez Gallego" userId="0dfa9112-9251-4882-b472-cf2dfcee09d1" providerId="ADAL" clId="{76F12681-65F0-4192-B274-D40FC8B71DD1}" dt="2026-03-07T15:23:04.911" v="513" actId="478"/>
          <ac:spMkLst>
            <pc:docMk/>
            <pc:sldMk cId="4107583800" sldId="263"/>
            <ac:spMk id="3" creationId="{6A2E4B57-5089-4623-B895-01B0ED0468DC}"/>
          </ac:spMkLst>
        </pc:spChg>
        <pc:spChg chg="add mod">
          <ac:chgData name="Cesar Augusto Lopez Gallego" userId="0dfa9112-9251-4882-b472-cf2dfcee09d1" providerId="ADAL" clId="{76F12681-65F0-4192-B274-D40FC8B71DD1}" dt="2026-03-17T10:19:28.855" v="2733" actId="1076"/>
          <ac:spMkLst>
            <pc:docMk/>
            <pc:sldMk cId="4107583800" sldId="263"/>
            <ac:spMk id="5" creationId="{47C620F0-F2FE-49E9-B99E-267352B65192}"/>
          </ac:spMkLst>
        </pc:spChg>
        <pc:picChg chg="add del">
          <ac:chgData name="Cesar Augusto Lopez Gallego" userId="0dfa9112-9251-4882-b472-cf2dfcee09d1" providerId="ADAL" clId="{76F12681-65F0-4192-B274-D40FC8B71DD1}" dt="2026-03-07T17:07:26.819" v="722"/>
          <ac:picMkLst>
            <pc:docMk/>
            <pc:sldMk cId="4107583800" sldId="263"/>
            <ac:picMk id="1026" creationId="{03E3A7E9-A05E-48D5-B29B-B21138F1947F}"/>
          </ac:picMkLst>
        </pc:picChg>
        <pc:picChg chg="add mod">
          <ac:chgData name="Cesar Augusto Lopez Gallego" userId="0dfa9112-9251-4882-b472-cf2dfcee09d1" providerId="ADAL" clId="{76F12681-65F0-4192-B274-D40FC8B71DD1}" dt="2026-03-17T10:34:13.281" v="3450" actId="1076"/>
          <ac:picMkLst>
            <pc:docMk/>
            <pc:sldMk cId="4107583800" sldId="263"/>
            <ac:picMk id="7170" creationId="{8C9AAFA6-4E5D-4557-935B-1A334E7112BB}"/>
          </ac:picMkLst>
        </pc:picChg>
      </pc:sldChg>
      <pc:sldChg chg="addSp delSp modSp new del mod">
        <pc:chgData name="Cesar Augusto Lopez Gallego" userId="0dfa9112-9251-4882-b472-cf2dfcee09d1" providerId="ADAL" clId="{76F12681-65F0-4192-B274-D40FC8B71DD1}" dt="2026-03-07T16:15:48.083" v="718" actId="47"/>
        <pc:sldMkLst>
          <pc:docMk/>
          <pc:sldMk cId="3564713107" sldId="264"/>
        </pc:sldMkLst>
        <pc:spChg chg="del">
          <ac:chgData name="Cesar Augusto Lopez Gallego" userId="0dfa9112-9251-4882-b472-cf2dfcee09d1" providerId="ADAL" clId="{76F12681-65F0-4192-B274-D40FC8B71DD1}" dt="2026-03-07T16:08:52.122" v="688" actId="478"/>
          <ac:spMkLst>
            <pc:docMk/>
            <pc:sldMk cId="3564713107" sldId="264"/>
            <ac:spMk id="2" creationId="{EDF73D48-FC33-43BF-9250-BD6B80322411}"/>
          </ac:spMkLst>
        </pc:spChg>
        <pc:spChg chg="del">
          <ac:chgData name="Cesar Augusto Lopez Gallego" userId="0dfa9112-9251-4882-b472-cf2dfcee09d1" providerId="ADAL" clId="{76F12681-65F0-4192-B274-D40FC8B71DD1}" dt="2026-03-07T16:08:52.122" v="688" actId="478"/>
          <ac:spMkLst>
            <pc:docMk/>
            <pc:sldMk cId="3564713107" sldId="264"/>
            <ac:spMk id="3" creationId="{E2C91281-54C4-4EFB-934C-142F20C84592}"/>
          </ac:spMkLst>
        </pc:spChg>
        <pc:spChg chg="add mod">
          <ac:chgData name="Cesar Augusto Lopez Gallego" userId="0dfa9112-9251-4882-b472-cf2dfcee09d1" providerId="ADAL" clId="{76F12681-65F0-4192-B274-D40FC8B71DD1}" dt="2026-03-07T16:09:09.563" v="709" actId="1076"/>
          <ac:spMkLst>
            <pc:docMk/>
            <pc:sldMk cId="3564713107" sldId="264"/>
            <ac:spMk id="5" creationId="{0CA3AAE7-CC98-4B8A-B5DD-9D79699EE153}"/>
          </ac:spMkLst>
        </pc:spChg>
      </pc:sldChg>
      <pc:sldChg chg="addSp delSp modSp new mod setBg">
        <pc:chgData name="Cesar Augusto Lopez Gallego" userId="0dfa9112-9251-4882-b472-cf2dfcee09d1" providerId="ADAL" clId="{76F12681-65F0-4192-B274-D40FC8B71DD1}" dt="2026-03-17T12:02:01.787" v="3467"/>
        <pc:sldMkLst>
          <pc:docMk/>
          <pc:sldMk cId="3591870966" sldId="264"/>
        </pc:sldMkLst>
        <pc:spChg chg="del">
          <ac:chgData name="Cesar Augusto Lopez Gallego" userId="0dfa9112-9251-4882-b472-cf2dfcee09d1" providerId="ADAL" clId="{76F12681-65F0-4192-B274-D40FC8B71DD1}" dt="2026-03-07T21:16:00.483" v="730" actId="478"/>
          <ac:spMkLst>
            <pc:docMk/>
            <pc:sldMk cId="3591870966" sldId="264"/>
            <ac:spMk id="2" creationId="{69A1A3BF-1CFB-4B95-9475-10C5EC588579}"/>
          </ac:spMkLst>
        </pc:spChg>
        <pc:spChg chg="add mod">
          <ac:chgData name="Cesar Augusto Lopez Gallego" userId="0dfa9112-9251-4882-b472-cf2dfcee09d1" providerId="ADAL" clId="{76F12681-65F0-4192-B274-D40FC8B71DD1}" dt="2026-03-17T09:57:53.181" v="1957" actId="20577"/>
          <ac:spMkLst>
            <pc:docMk/>
            <pc:sldMk cId="3591870966" sldId="264"/>
            <ac:spMk id="3" creationId="{4278B0A3-DF50-4E4C-B17D-533E89129564}"/>
          </ac:spMkLst>
        </pc:spChg>
        <pc:spChg chg="del">
          <ac:chgData name="Cesar Augusto Lopez Gallego" userId="0dfa9112-9251-4882-b472-cf2dfcee09d1" providerId="ADAL" clId="{76F12681-65F0-4192-B274-D40FC8B71DD1}" dt="2026-03-07T21:16:00.483" v="730" actId="478"/>
          <ac:spMkLst>
            <pc:docMk/>
            <pc:sldMk cId="3591870966" sldId="264"/>
            <ac:spMk id="3" creationId="{84C8E01B-5725-4B90-A9C6-C3AC1679169E}"/>
          </ac:spMkLst>
        </pc:spChg>
        <pc:spChg chg="add mod">
          <ac:chgData name="Cesar Augusto Lopez Gallego" userId="0dfa9112-9251-4882-b472-cf2dfcee09d1" providerId="ADAL" clId="{76F12681-65F0-4192-B274-D40FC8B71DD1}" dt="2026-03-17T10:29:51.681" v="3407" actId="1076"/>
          <ac:spMkLst>
            <pc:docMk/>
            <pc:sldMk cId="3591870966" sldId="264"/>
            <ac:spMk id="5" creationId="{804E1E0C-8404-48A5-83C8-808864B77181}"/>
          </ac:spMkLst>
        </pc:spChg>
        <pc:picChg chg="add mod">
          <ac:chgData name="Cesar Augusto Lopez Gallego" userId="0dfa9112-9251-4882-b472-cf2dfcee09d1" providerId="ADAL" clId="{76F12681-65F0-4192-B274-D40FC8B71DD1}" dt="2026-03-17T10:29:41.079" v="3404" actId="1076"/>
          <ac:picMkLst>
            <pc:docMk/>
            <pc:sldMk cId="3591870966" sldId="264"/>
            <ac:picMk id="4" creationId="{4B28B41E-27D2-43D6-B572-3730B7A320DA}"/>
          </ac:picMkLst>
        </pc:picChg>
      </pc:sldChg>
      <pc:sldChg chg="addSp delSp modSp new mod ord setBg">
        <pc:chgData name="Cesar Augusto Lopez Gallego" userId="0dfa9112-9251-4882-b472-cf2dfcee09d1" providerId="ADAL" clId="{76F12681-65F0-4192-B274-D40FC8B71DD1}" dt="2026-03-17T12:02:02.977" v="3468"/>
        <pc:sldMkLst>
          <pc:docMk/>
          <pc:sldMk cId="2635402411" sldId="265"/>
        </pc:sldMkLst>
        <pc:spChg chg="del">
          <ac:chgData name="Cesar Augusto Lopez Gallego" userId="0dfa9112-9251-4882-b472-cf2dfcee09d1" providerId="ADAL" clId="{76F12681-65F0-4192-B274-D40FC8B71DD1}" dt="2026-03-07T21:29:30.768" v="1002" actId="478"/>
          <ac:spMkLst>
            <pc:docMk/>
            <pc:sldMk cId="2635402411" sldId="265"/>
            <ac:spMk id="2" creationId="{AB3111BB-11A9-4A29-A7D4-4BEA690BC9CF}"/>
          </ac:spMkLst>
        </pc:spChg>
        <pc:spChg chg="del">
          <ac:chgData name="Cesar Augusto Lopez Gallego" userId="0dfa9112-9251-4882-b472-cf2dfcee09d1" providerId="ADAL" clId="{76F12681-65F0-4192-B274-D40FC8B71DD1}" dt="2026-03-07T21:29:30.768" v="1002" actId="478"/>
          <ac:spMkLst>
            <pc:docMk/>
            <pc:sldMk cId="2635402411" sldId="265"/>
            <ac:spMk id="3" creationId="{1B2A61FA-384C-4756-B608-F46D66A0A51A}"/>
          </ac:spMkLst>
        </pc:spChg>
        <pc:spChg chg="add mod">
          <ac:chgData name="Cesar Augusto Lopez Gallego" userId="0dfa9112-9251-4882-b472-cf2dfcee09d1" providerId="ADAL" clId="{76F12681-65F0-4192-B274-D40FC8B71DD1}" dt="2026-03-17T10:02:21.140" v="2277" actId="20577"/>
          <ac:spMkLst>
            <pc:docMk/>
            <pc:sldMk cId="2635402411" sldId="265"/>
            <ac:spMk id="3" creationId="{E6D63B3D-CC4A-4A84-ABCC-5FF7CBA0CCA5}"/>
          </ac:spMkLst>
        </pc:spChg>
        <pc:spChg chg="add mod">
          <ac:chgData name="Cesar Augusto Lopez Gallego" userId="0dfa9112-9251-4882-b472-cf2dfcee09d1" providerId="ADAL" clId="{76F12681-65F0-4192-B274-D40FC8B71DD1}" dt="2026-03-17T10:31:53.136" v="3425" actId="1076"/>
          <ac:spMkLst>
            <pc:docMk/>
            <pc:sldMk cId="2635402411" sldId="265"/>
            <ac:spMk id="5" creationId="{8607A2E9-70E2-4DBD-B052-D1C7D3B046CB}"/>
          </ac:spMkLst>
        </pc:spChg>
        <pc:picChg chg="add mod">
          <ac:chgData name="Cesar Augusto Lopez Gallego" userId="0dfa9112-9251-4882-b472-cf2dfcee09d1" providerId="ADAL" clId="{76F12681-65F0-4192-B274-D40FC8B71DD1}" dt="2026-03-17T10:31:55.600" v="3427" actId="14100"/>
          <ac:picMkLst>
            <pc:docMk/>
            <pc:sldMk cId="2635402411" sldId="265"/>
            <ac:picMk id="1026" creationId="{E226A531-A368-4B51-9DDF-763D9FDB484D}"/>
          </ac:picMkLst>
        </pc:picChg>
      </pc:sldChg>
      <pc:sldChg chg="addSp delSp modSp new mod ord setBg">
        <pc:chgData name="Cesar Augusto Lopez Gallego" userId="0dfa9112-9251-4882-b472-cf2dfcee09d1" providerId="ADAL" clId="{76F12681-65F0-4192-B274-D40FC8B71DD1}" dt="2026-03-17T12:01:53.608" v="3463"/>
        <pc:sldMkLst>
          <pc:docMk/>
          <pc:sldMk cId="3409882818" sldId="266"/>
        </pc:sldMkLst>
        <pc:spChg chg="del">
          <ac:chgData name="Cesar Augusto Lopez Gallego" userId="0dfa9112-9251-4882-b472-cf2dfcee09d1" providerId="ADAL" clId="{76F12681-65F0-4192-B274-D40FC8B71DD1}" dt="2026-03-07T21:41:39.759" v="1013" actId="478"/>
          <ac:spMkLst>
            <pc:docMk/>
            <pc:sldMk cId="3409882818" sldId="266"/>
            <ac:spMk id="2" creationId="{6AD51C6F-B7B9-4951-947F-1643CE45D52B}"/>
          </ac:spMkLst>
        </pc:spChg>
        <pc:spChg chg="del">
          <ac:chgData name="Cesar Augusto Lopez Gallego" userId="0dfa9112-9251-4882-b472-cf2dfcee09d1" providerId="ADAL" clId="{76F12681-65F0-4192-B274-D40FC8B71DD1}" dt="2026-03-07T21:41:39.759" v="1013" actId="478"/>
          <ac:spMkLst>
            <pc:docMk/>
            <pc:sldMk cId="3409882818" sldId="266"/>
            <ac:spMk id="3" creationId="{B97B0A98-7DD7-4A14-9B34-16F10825F3A3}"/>
          </ac:spMkLst>
        </pc:spChg>
        <pc:spChg chg="add mod">
          <ac:chgData name="Cesar Augusto Lopez Gallego" userId="0dfa9112-9251-4882-b472-cf2dfcee09d1" providerId="ADAL" clId="{76F12681-65F0-4192-B274-D40FC8B71DD1}" dt="2026-03-17T09:48:29.058" v="1647" actId="20577"/>
          <ac:spMkLst>
            <pc:docMk/>
            <pc:sldMk cId="3409882818" sldId="266"/>
            <ac:spMk id="4" creationId="{B462FAA7-8A50-4F59-A4DD-7055253C360E}"/>
          </ac:spMkLst>
        </pc:spChg>
        <pc:spChg chg="add mod">
          <ac:chgData name="Cesar Augusto Lopez Gallego" userId="0dfa9112-9251-4882-b472-cf2dfcee09d1" providerId="ADAL" clId="{76F12681-65F0-4192-B274-D40FC8B71DD1}" dt="2026-03-17T09:51:26.680" v="1818" actId="20577"/>
          <ac:spMkLst>
            <pc:docMk/>
            <pc:sldMk cId="3409882818" sldId="266"/>
            <ac:spMk id="5" creationId="{BC0393F8-1326-43A6-A1A7-0BF8B57FAA58}"/>
          </ac:spMkLst>
        </pc:spChg>
        <pc:spChg chg="add del mod">
          <ac:chgData name="Cesar Augusto Lopez Gallego" userId="0dfa9112-9251-4882-b472-cf2dfcee09d1" providerId="ADAL" clId="{76F12681-65F0-4192-B274-D40FC8B71DD1}" dt="2026-03-17T09:46:42.823" v="1564" actId="21"/>
          <ac:spMkLst>
            <pc:docMk/>
            <pc:sldMk cId="3409882818" sldId="266"/>
            <ac:spMk id="7" creationId="{75B3A1B6-C980-4712-B12B-15023C0328BC}"/>
          </ac:spMkLst>
        </pc:spChg>
        <pc:picChg chg="add mod">
          <ac:chgData name="Cesar Augusto Lopez Gallego" userId="0dfa9112-9251-4882-b472-cf2dfcee09d1" providerId="ADAL" clId="{76F12681-65F0-4192-B274-D40FC8B71DD1}" dt="2026-03-17T10:27:39.777" v="3385" actId="1076"/>
          <ac:picMkLst>
            <pc:docMk/>
            <pc:sldMk cId="3409882818" sldId="266"/>
            <ac:picMk id="3" creationId="{6A1BC271-EB1D-40F0-926D-CB954008A265}"/>
          </ac:picMkLst>
        </pc:picChg>
      </pc:sldChg>
      <pc:sldChg chg="addSp delSp modSp new mod setBg">
        <pc:chgData name="Cesar Augusto Lopez Gallego" userId="0dfa9112-9251-4882-b472-cf2dfcee09d1" providerId="ADAL" clId="{76F12681-65F0-4192-B274-D40FC8B71DD1}" dt="2026-03-17T12:02:09.217" v="3470"/>
        <pc:sldMkLst>
          <pc:docMk/>
          <pc:sldMk cId="3835054187" sldId="267"/>
        </pc:sldMkLst>
        <pc:spChg chg="del">
          <ac:chgData name="Cesar Augusto Lopez Gallego" userId="0dfa9112-9251-4882-b472-cf2dfcee09d1" providerId="ADAL" clId="{76F12681-65F0-4192-B274-D40FC8B71DD1}" dt="2026-03-07T21:46:48.450" v="1087" actId="478"/>
          <ac:spMkLst>
            <pc:docMk/>
            <pc:sldMk cId="3835054187" sldId="267"/>
            <ac:spMk id="2" creationId="{574046E1-31C0-4A30-987D-05931F65F60A}"/>
          </ac:spMkLst>
        </pc:spChg>
        <pc:spChg chg="del">
          <ac:chgData name="Cesar Augusto Lopez Gallego" userId="0dfa9112-9251-4882-b472-cf2dfcee09d1" providerId="ADAL" clId="{76F12681-65F0-4192-B274-D40FC8B71DD1}" dt="2026-03-07T21:46:48.450" v="1087" actId="478"/>
          <ac:spMkLst>
            <pc:docMk/>
            <pc:sldMk cId="3835054187" sldId="267"/>
            <ac:spMk id="3" creationId="{5BF3C9FE-073B-4B49-8EC0-F56C4F148587}"/>
          </ac:spMkLst>
        </pc:spChg>
        <pc:spChg chg="add del mod">
          <ac:chgData name="Cesar Augusto Lopez Gallego" userId="0dfa9112-9251-4882-b472-cf2dfcee09d1" providerId="ADAL" clId="{76F12681-65F0-4192-B274-D40FC8B71DD1}" dt="2026-03-17T10:04:33.773" v="2347" actId="478"/>
          <ac:spMkLst>
            <pc:docMk/>
            <pc:sldMk cId="3835054187" sldId="267"/>
            <ac:spMk id="4" creationId="{1F45335D-2F82-4F8B-9474-679434AA0807}"/>
          </ac:spMkLst>
        </pc:spChg>
        <pc:spChg chg="add mod">
          <ac:chgData name="Cesar Augusto Lopez Gallego" userId="0dfa9112-9251-4882-b472-cf2dfcee09d1" providerId="ADAL" clId="{76F12681-65F0-4192-B274-D40FC8B71DD1}" dt="2026-03-17T10:10:03.362" v="2424" actId="14100"/>
          <ac:spMkLst>
            <pc:docMk/>
            <pc:sldMk cId="3835054187" sldId="267"/>
            <ac:spMk id="5" creationId="{BCBBFE10-882A-4822-AB2C-94DCB23B11F2}"/>
          </ac:spMkLst>
        </pc:spChg>
        <pc:spChg chg="add del mod">
          <ac:chgData name="Cesar Augusto Lopez Gallego" userId="0dfa9112-9251-4882-b472-cf2dfcee09d1" providerId="ADAL" clId="{76F12681-65F0-4192-B274-D40FC8B71DD1}" dt="2026-03-17T10:08:58.945" v="2390" actId="478"/>
          <ac:spMkLst>
            <pc:docMk/>
            <pc:sldMk cId="3835054187" sldId="267"/>
            <ac:spMk id="6" creationId="{621E6731-682B-408E-94FF-A9D6C603D646}"/>
          </ac:spMkLst>
        </pc:spChg>
        <pc:spChg chg="add mod">
          <ac:chgData name="Cesar Augusto Lopez Gallego" userId="0dfa9112-9251-4882-b472-cf2dfcee09d1" providerId="ADAL" clId="{76F12681-65F0-4192-B274-D40FC8B71DD1}" dt="2026-03-17T10:04:20.290" v="2344" actId="20577"/>
          <ac:spMkLst>
            <pc:docMk/>
            <pc:sldMk cId="3835054187" sldId="267"/>
            <ac:spMk id="7" creationId="{34549119-EEB1-46E6-91AA-3651A27B62F4}"/>
          </ac:spMkLst>
        </pc:spChg>
        <pc:picChg chg="add mod">
          <ac:chgData name="Cesar Augusto Lopez Gallego" userId="0dfa9112-9251-4882-b472-cf2dfcee09d1" providerId="ADAL" clId="{76F12681-65F0-4192-B274-D40FC8B71DD1}" dt="2026-03-17T10:32:25.489" v="3430" actId="14100"/>
          <ac:picMkLst>
            <pc:docMk/>
            <pc:sldMk cId="3835054187" sldId="267"/>
            <ac:picMk id="2050" creationId="{411158E5-A7DE-4BBD-8648-C376CA4C0C42}"/>
          </ac:picMkLst>
        </pc:picChg>
      </pc:sldChg>
      <pc:sldChg chg="addSp delSp modSp new mod setBg">
        <pc:chgData name="Cesar Augusto Lopez Gallego" userId="0dfa9112-9251-4882-b472-cf2dfcee09d1" providerId="ADAL" clId="{76F12681-65F0-4192-B274-D40FC8B71DD1}" dt="2026-03-17T12:02:12.317" v="3472"/>
        <pc:sldMkLst>
          <pc:docMk/>
          <pc:sldMk cId="3184463387" sldId="268"/>
        </pc:sldMkLst>
        <pc:spChg chg="del">
          <ac:chgData name="Cesar Augusto Lopez Gallego" userId="0dfa9112-9251-4882-b472-cf2dfcee09d1" providerId="ADAL" clId="{76F12681-65F0-4192-B274-D40FC8B71DD1}" dt="2026-03-07T21:48:53.593" v="1124" actId="478"/>
          <ac:spMkLst>
            <pc:docMk/>
            <pc:sldMk cId="3184463387" sldId="268"/>
            <ac:spMk id="2" creationId="{54A1218C-B9D3-4925-91D5-409825E726C7}"/>
          </ac:spMkLst>
        </pc:spChg>
        <pc:spChg chg="del">
          <ac:chgData name="Cesar Augusto Lopez Gallego" userId="0dfa9112-9251-4882-b472-cf2dfcee09d1" providerId="ADAL" clId="{76F12681-65F0-4192-B274-D40FC8B71DD1}" dt="2026-03-07T21:48:53.593" v="1124" actId="478"/>
          <ac:spMkLst>
            <pc:docMk/>
            <pc:sldMk cId="3184463387" sldId="268"/>
            <ac:spMk id="3" creationId="{457361E7-9F84-4A5B-A87F-7CDBC88F9A00}"/>
          </ac:spMkLst>
        </pc:spChg>
        <pc:spChg chg="add mod">
          <ac:chgData name="Cesar Augusto Lopez Gallego" userId="0dfa9112-9251-4882-b472-cf2dfcee09d1" providerId="ADAL" clId="{76F12681-65F0-4192-B274-D40FC8B71DD1}" dt="2026-03-17T10:07:22.812" v="2365"/>
          <ac:spMkLst>
            <pc:docMk/>
            <pc:sldMk cId="3184463387" sldId="268"/>
            <ac:spMk id="3" creationId="{5A44C83A-F5FE-4C8E-B7F7-DD05FA537C47}"/>
          </ac:spMkLst>
        </pc:spChg>
        <pc:spChg chg="add mod">
          <ac:chgData name="Cesar Augusto Lopez Gallego" userId="0dfa9112-9251-4882-b472-cf2dfcee09d1" providerId="ADAL" clId="{76F12681-65F0-4192-B274-D40FC8B71DD1}" dt="2026-03-17T10:32:38.395" v="3436" actId="14100"/>
          <ac:spMkLst>
            <pc:docMk/>
            <pc:sldMk cId="3184463387" sldId="268"/>
            <ac:spMk id="5" creationId="{874E0A1C-6D8C-4410-B6D5-C9A70FED46AE}"/>
          </ac:spMkLst>
        </pc:spChg>
        <pc:picChg chg="add mod">
          <ac:chgData name="Cesar Augusto Lopez Gallego" userId="0dfa9112-9251-4882-b472-cf2dfcee09d1" providerId="ADAL" clId="{76F12681-65F0-4192-B274-D40FC8B71DD1}" dt="2026-03-17T10:32:39.720" v="3437" actId="1076"/>
          <ac:picMkLst>
            <pc:docMk/>
            <pc:sldMk cId="3184463387" sldId="268"/>
            <ac:picMk id="4" creationId="{E19973E3-C23C-4599-B5DC-F274DD3C40C5}"/>
          </ac:picMkLst>
        </pc:picChg>
      </pc:sldChg>
      <pc:sldChg chg="delSp new del mod">
        <pc:chgData name="Cesar Augusto Lopez Gallego" userId="0dfa9112-9251-4882-b472-cf2dfcee09d1" providerId="ADAL" clId="{76F12681-65F0-4192-B274-D40FC8B71DD1}" dt="2026-03-07T21:57:47.124" v="1191" actId="47"/>
        <pc:sldMkLst>
          <pc:docMk/>
          <pc:sldMk cId="2662910586" sldId="269"/>
        </pc:sldMkLst>
        <pc:spChg chg="del">
          <ac:chgData name="Cesar Augusto Lopez Gallego" userId="0dfa9112-9251-4882-b472-cf2dfcee09d1" providerId="ADAL" clId="{76F12681-65F0-4192-B274-D40FC8B71DD1}" dt="2026-03-07T21:51:21.877" v="1162" actId="478"/>
          <ac:spMkLst>
            <pc:docMk/>
            <pc:sldMk cId="2662910586" sldId="269"/>
            <ac:spMk id="2" creationId="{34F4B842-78DB-4E81-9B02-295973793E3A}"/>
          </ac:spMkLst>
        </pc:spChg>
        <pc:spChg chg="del">
          <ac:chgData name="Cesar Augusto Lopez Gallego" userId="0dfa9112-9251-4882-b472-cf2dfcee09d1" providerId="ADAL" clId="{76F12681-65F0-4192-B274-D40FC8B71DD1}" dt="2026-03-07T21:51:21.877" v="1162" actId="478"/>
          <ac:spMkLst>
            <pc:docMk/>
            <pc:sldMk cId="2662910586" sldId="269"/>
            <ac:spMk id="3" creationId="{34AF3524-F19A-49B2-86AE-AD26F0A87DD1}"/>
          </ac:spMkLst>
        </pc:spChg>
      </pc:sldChg>
      <pc:sldChg chg="addSp delSp modSp new mod setBg">
        <pc:chgData name="Cesar Augusto Lopez Gallego" userId="0dfa9112-9251-4882-b472-cf2dfcee09d1" providerId="ADAL" clId="{76F12681-65F0-4192-B274-D40FC8B71DD1}" dt="2026-03-17T12:02:18.167" v="3474"/>
        <pc:sldMkLst>
          <pc:docMk/>
          <pc:sldMk cId="4023337107" sldId="269"/>
        </pc:sldMkLst>
        <pc:spChg chg="del">
          <ac:chgData name="Cesar Augusto Lopez Gallego" userId="0dfa9112-9251-4882-b472-cf2dfcee09d1" providerId="ADAL" clId="{76F12681-65F0-4192-B274-D40FC8B71DD1}" dt="2026-03-07T22:35:34.689" v="1193" actId="478"/>
          <ac:spMkLst>
            <pc:docMk/>
            <pc:sldMk cId="4023337107" sldId="269"/>
            <ac:spMk id="2" creationId="{1F252FEF-79A0-41AC-9AE0-83D88F94A754}"/>
          </ac:spMkLst>
        </pc:spChg>
        <pc:spChg chg="del">
          <ac:chgData name="Cesar Augusto Lopez Gallego" userId="0dfa9112-9251-4882-b472-cf2dfcee09d1" providerId="ADAL" clId="{76F12681-65F0-4192-B274-D40FC8B71DD1}" dt="2026-03-07T22:35:34.689" v="1193" actId="478"/>
          <ac:spMkLst>
            <pc:docMk/>
            <pc:sldMk cId="4023337107" sldId="269"/>
            <ac:spMk id="3" creationId="{1C51CFEF-74A7-453D-94B5-3B959F59A1E1}"/>
          </ac:spMkLst>
        </pc:spChg>
        <pc:spChg chg="add mod">
          <ac:chgData name="Cesar Augusto Lopez Gallego" userId="0dfa9112-9251-4882-b472-cf2dfcee09d1" providerId="ADAL" clId="{76F12681-65F0-4192-B274-D40FC8B71DD1}" dt="2026-03-17T10:14:15.496" v="2571" actId="20577"/>
          <ac:spMkLst>
            <pc:docMk/>
            <pc:sldMk cId="4023337107" sldId="269"/>
            <ac:spMk id="4" creationId="{EE20A26A-9271-4725-B3D0-3ECFCAA247D9}"/>
          </ac:spMkLst>
        </pc:spChg>
        <pc:spChg chg="add del mod">
          <ac:chgData name="Cesar Augusto Lopez Gallego" userId="0dfa9112-9251-4882-b472-cf2dfcee09d1" providerId="ADAL" clId="{76F12681-65F0-4192-B274-D40FC8B71DD1}" dt="2026-03-17T10:13:40.568" v="2544" actId="478"/>
          <ac:spMkLst>
            <pc:docMk/>
            <pc:sldMk cId="4023337107" sldId="269"/>
            <ac:spMk id="5" creationId="{B3998F2C-BB26-4893-A7EA-E91111B5483D}"/>
          </ac:spMkLst>
        </pc:spChg>
        <pc:spChg chg="add mod">
          <ac:chgData name="Cesar Augusto Lopez Gallego" userId="0dfa9112-9251-4882-b472-cf2dfcee09d1" providerId="ADAL" clId="{76F12681-65F0-4192-B274-D40FC8B71DD1}" dt="2026-03-17T10:15:09.922" v="2595" actId="20577"/>
          <ac:spMkLst>
            <pc:docMk/>
            <pc:sldMk cId="4023337107" sldId="269"/>
            <ac:spMk id="7" creationId="{47408A50-B89C-49AF-B615-9C0027B3129B}"/>
          </ac:spMkLst>
        </pc:spChg>
      </pc:sldChg>
      <pc:sldChg chg="addSp delSp modSp new mod setBg">
        <pc:chgData name="Cesar Augusto Lopez Gallego" userId="0dfa9112-9251-4882-b472-cf2dfcee09d1" providerId="ADAL" clId="{76F12681-65F0-4192-B274-D40FC8B71DD1}" dt="2026-03-17T12:02:19.487" v="3475"/>
        <pc:sldMkLst>
          <pc:docMk/>
          <pc:sldMk cId="4040858136" sldId="270"/>
        </pc:sldMkLst>
        <pc:spChg chg="del">
          <ac:chgData name="Cesar Augusto Lopez Gallego" userId="0dfa9112-9251-4882-b472-cf2dfcee09d1" providerId="ADAL" clId="{76F12681-65F0-4192-B274-D40FC8B71DD1}" dt="2026-03-07T22:39:37.724" v="1246" actId="478"/>
          <ac:spMkLst>
            <pc:docMk/>
            <pc:sldMk cId="4040858136" sldId="270"/>
            <ac:spMk id="2" creationId="{031C0F8F-D0A1-4959-828E-E8101E3D47FF}"/>
          </ac:spMkLst>
        </pc:spChg>
        <pc:spChg chg="del">
          <ac:chgData name="Cesar Augusto Lopez Gallego" userId="0dfa9112-9251-4882-b472-cf2dfcee09d1" providerId="ADAL" clId="{76F12681-65F0-4192-B274-D40FC8B71DD1}" dt="2026-03-07T22:39:37.724" v="1246" actId="478"/>
          <ac:spMkLst>
            <pc:docMk/>
            <pc:sldMk cId="4040858136" sldId="270"/>
            <ac:spMk id="3" creationId="{A14D8F8A-30DE-4C4E-858D-F29DEFFEC756}"/>
          </ac:spMkLst>
        </pc:spChg>
        <pc:spChg chg="add mod">
          <ac:chgData name="Cesar Augusto Lopez Gallego" userId="0dfa9112-9251-4882-b472-cf2dfcee09d1" providerId="ADAL" clId="{76F12681-65F0-4192-B274-D40FC8B71DD1}" dt="2026-03-17T10:16:00.867" v="2597"/>
          <ac:spMkLst>
            <pc:docMk/>
            <pc:sldMk cId="4040858136" sldId="270"/>
            <ac:spMk id="3" creationId="{D35340AB-4F98-4013-AFC4-A210CA4A1B4E}"/>
          </ac:spMkLst>
        </pc:spChg>
        <pc:spChg chg="add mod">
          <ac:chgData name="Cesar Augusto Lopez Gallego" userId="0dfa9112-9251-4882-b472-cf2dfcee09d1" providerId="ADAL" clId="{76F12681-65F0-4192-B274-D40FC8B71DD1}" dt="2026-03-17T10:33:10.635" v="3445" actId="1076"/>
          <ac:spMkLst>
            <pc:docMk/>
            <pc:sldMk cId="4040858136" sldId="270"/>
            <ac:spMk id="5" creationId="{092E108B-DB1F-43E0-B946-D2B228CC6543}"/>
          </ac:spMkLst>
        </pc:spChg>
      </pc:sldChg>
      <pc:sldChg chg="addSp delSp modSp new mod setBg">
        <pc:chgData name="Cesar Augusto Lopez Gallego" userId="0dfa9112-9251-4882-b472-cf2dfcee09d1" providerId="ADAL" clId="{76F12681-65F0-4192-B274-D40FC8B71DD1}" dt="2026-03-17T12:02:25.787" v="3478"/>
        <pc:sldMkLst>
          <pc:docMk/>
          <pc:sldMk cId="3398741264" sldId="271"/>
        </pc:sldMkLst>
        <pc:spChg chg="del">
          <ac:chgData name="Cesar Augusto Lopez Gallego" userId="0dfa9112-9251-4882-b472-cf2dfcee09d1" providerId="ADAL" clId="{76F12681-65F0-4192-B274-D40FC8B71DD1}" dt="2026-03-07T22:48:09.402" v="1309" actId="478"/>
          <ac:spMkLst>
            <pc:docMk/>
            <pc:sldMk cId="3398741264" sldId="271"/>
            <ac:spMk id="2" creationId="{F142461D-8A8E-4E7B-90BE-8E0639134BED}"/>
          </ac:spMkLst>
        </pc:spChg>
        <pc:spChg chg="add mod">
          <ac:chgData name="Cesar Augusto Lopez Gallego" userId="0dfa9112-9251-4882-b472-cf2dfcee09d1" providerId="ADAL" clId="{76F12681-65F0-4192-B274-D40FC8B71DD1}" dt="2026-03-17T10:20:02.659" v="2781" actId="20577"/>
          <ac:spMkLst>
            <pc:docMk/>
            <pc:sldMk cId="3398741264" sldId="271"/>
            <ac:spMk id="3" creationId="{BCBA9408-574E-4690-99AD-6192D202E6A2}"/>
          </ac:spMkLst>
        </pc:spChg>
        <pc:spChg chg="del">
          <ac:chgData name="Cesar Augusto Lopez Gallego" userId="0dfa9112-9251-4882-b472-cf2dfcee09d1" providerId="ADAL" clId="{76F12681-65F0-4192-B274-D40FC8B71DD1}" dt="2026-03-07T22:48:09.402" v="1309" actId="478"/>
          <ac:spMkLst>
            <pc:docMk/>
            <pc:sldMk cId="3398741264" sldId="271"/>
            <ac:spMk id="3" creationId="{F7067B20-74AA-42BC-AA19-FFEF47CD0680}"/>
          </ac:spMkLst>
        </pc:spChg>
        <pc:spChg chg="add mod">
          <ac:chgData name="Cesar Augusto Lopez Gallego" userId="0dfa9112-9251-4882-b472-cf2dfcee09d1" providerId="ADAL" clId="{76F12681-65F0-4192-B274-D40FC8B71DD1}" dt="2026-03-17T10:21:14.793" v="2800" actId="1076"/>
          <ac:spMkLst>
            <pc:docMk/>
            <pc:sldMk cId="3398741264" sldId="271"/>
            <ac:spMk id="5" creationId="{F78650BE-7BAA-4722-8088-E2699B9C16F9}"/>
          </ac:spMkLst>
        </pc:spChg>
        <pc:picChg chg="add mod">
          <ac:chgData name="Cesar Augusto Lopez Gallego" userId="0dfa9112-9251-4882-b472-cf2dfcee09d1" providerId="ADAL" clId="{76F12681-65F0-4192-B274-D40FC8B71DD1}" dt="2026-03-17T10:34:39.862" v="3452" actId="1076"/>
          <ac:picMkLst>
            <pc:docMk/>
            <pc:sldMk cId="3398741264" sldId="271"/>
            <ac:picMk id="8194" creationId="{CE5B09A9-7F29-471A-8785-7DC9ED7416E9}"/>
          </ac:picMkLst>
        </pc:picChg>
      </pc:sldChg>
      <pc:sldChg chg="addSp delSp modSp new mod setBg">
        <pc:chgData name="Cesar Augusto Lopez Gallego" userId="0dfa9112-9251-4882-b472-cf2dfcee09d1" providerId="ADAL" clId="{76F12681-65F0-4192-B274-D40FC8B71DD1}" dt="2026-03-17T12:05:06.837" v="3768"/>
        <pc:sldMkLst>
          <pc:docMk/>
          <pc:sldMk cId="1841981737" sldId="272"/>
        </pc:sldMkLst>
        <pc:spChg chg="del">
          <ac:chgData name="Cesar Augusto Lopez Gallego" userId="0dfa9112-9251-4882-b472-cf2dfcee09d1" providerId="ADAL" clId="{76F12681-65F0-4192-B274-D40FC8B71DD1}" dt="2026-03-07T22:48:46.281" v="1316" actId="478"/>
          <ac:spMkLst>
            <pc:docMk/>
            <pc:sldMk cId="1841981737" sldId="272"/>
            <ac:spMk id="2" creationId="{B8FAB16E-E321-4267-8A25-38025AD50D19}"/>
          </ac:spMkLst>
        </pc:spChg>
        <pc:spChg chg="add mod">
          <ac:chgData name="Cesar Augusto Lopez Gallego" userId="0dfa9112-9251-4882-b472-cf2dfcee09d1" providerId="ADAL" clId="{76F12681-65F0-4192-B274-D40FC8B71DD1}" dt="2026-03-17T10:21:21.746" v="2801"/>
          <ac:spMkLst>
            <pc:docMk/>
            <pc:sldMk cId="1841981737" sldId="272"/>
            <ac:spMk id="3" creationId="{17093F15-6F5E-4196-9CB7-7120EEEE40BB}"/>
          </ac:spMkLst>
        </pc:spChg>
        <pc:spChg chg="del">
          <ac:chgData name="Cesar Augusto Lopez Gallego" userId="0dfa9112-9251-4882-b472-cf2dfcee09d1" providerId="ADAL" clId="{76F12681-65F0-4192-B274-D40FC8B71DD1}" dt="2026-03-07T22:48:46.281" v="1316" actId="478"/>
          <ac:spMkLst>
            <pc:docMk/>
            <pc:sldMk cId="1841981737" sldId="272"/>
            <ac:spMk id="3" creationId="{B153E161-B310-494C-990C-327C469ECA7C}"/>
          </ac:spMkLst>
        </pc:spChg>
        <pc:spChg chg="add mod">
          <ac:chgData name="Cesar Augusto Lopez Gallego" userId="0dfa9112-9251-4882-b472-cf2dfcee09d1" providerId="ADAL" clId="{76F12681-65F0-4192-B274-D40FC8B71DD1}" dt="2026-03-17T10:21:55.618" v="2817" actId="1076"/>
          <ac:spMkLst>
            <pc:docMk/>
            <pc:sldMk cId="1841981737" sldId="272"/>
            <ac:spMk id="5" creationId="{C9AA70DB-72A3-4023-8011-9421B6775CFC}"/>
          </ac:spMkLst>
        </pc:spChg>
        <pc:picChg chg="add mod">
          <ac:chgData name="Cesar Augusto Lopez Gallego" userId="0dfa9112-9251-4882-b472-cf2dfcee09d1" providerId="ADAL" clId="{76F12681-65F0-4192-B274-D40FC8B71DD1}" dt="2026-03-17T10:34:42.315" v="3454" actId="1076"/>
          <ac:picMkLst>
            <pc:docMk/>
            <pc:sldMk cId="1841981737" sldId="272"/>
            <ac:picMk id="9218" creationId="{01448077-70B4-4654-9D2D-E35BC8DF053D}"/>
          </ac:picMkLst>
        </pc:picChg>
      </pc:sldChg>
      <pc:sldChg chg="addSp delSp modSp new mod setBg">
        <pc:chgData name="Cesar Augusto Lopez Gallego" userId="0dfa9112-9251-4882-b472-cf2dfcee09d1" providerId="ADAL" clId="{76F12681-65F0-4192-B274-D40FC8B71DD1}" dt="2026-04-07T12:16:12.451" v="4429" actId="6549"/>
        <pc:sldMkLst>
          <pc:docMk/>
          <pc:sldMk cId="3933606175" sldId="273"/>
        </pc:sldMkLst>
        <pc:spChg chg="del">
          <ac:chgData name="Cesar Augusto Lopez Gallego" userId="0dfa9112-9251-4882-b472-cf2dfcee09d1" providerId="ADAL" clId="{76F12681-65F0-4192-B274-D40FC8B71DD1}" dt="2026-03-07T23:10:09.065" v="1342" actId="478"/>
          <ac:spMkLst>
            <pc:docMk/>
            <pc:sldMk cId="3933606175" sldId="273"/>
            <ac:spMk id="2" creationId="{B344C51B-8344-4548-894C-CC370D0338FC}"/>
          </ac:spMkLst>
        </pc:spChg>
        <pc:spChg chg="add mod">
          <ac:chgData name="Cesar Augusto Lopez Gallego" userId="0dfa9112-9251-4882-b472-cf2dfcee09d1" providerId="ADAL" clId="{76F12681-65F0-4192-B274-D40FC8B71DD1}" dt="2026-04-07T12:16:12.451" v="4429" actId="6549"/>
          <ac:spMkLst>
            <pc:docMk/>
            <pc:sldMk cId="3933606175" sldId="273"/>
            <ac:spMk id="3" creationId="{742ED178-891C-4ADE-B87F-87B8BDDC49A3}"/>
          </ac:spMkLst>
        </pc:spChg>
        <pc:spChg chg="del">
          <ac:chgData name="Cesar Augusto Lopez Gallego" userId="0dfa9112-9251-4882-b472-cf2dfcee09d1" providerId="ADAL" clId="{76F12681-65F0-4192-B274-D40FC8B71DD1}" dt="2026-03-07T23:10:09.065" v="1342" actId="478"/>
          <ac:spMkLst>
            <pc:docMk/>
            <pc:sldMk cId="3933606175" sldId="273"/>
            <ac:spMk id="3" creationId="{833C3445-C4F1-4693-AA80-8A063BE4B564}"/>
          </ac:spMkLst>
        </pc:spChg>
        <pc:spChg chg="add mod">
          <ac:chgData name="Cesar Augusto Lopez Gallego" userId="0dfa9112-9251-4882-b472-cf2dfcee09d1" providerId="ADAL" clId="{76F12681-65F0-4192-B274-D40FC8B71DD1}" dt="2026-03-17T12:05:02.477" v="3767" actId="14100"/>
          <ac:spMkLst>
            <pc:docMk/>
            <pc:sldMk cId="3933606175" sldId="273"/>
            <ac:spMk id="4" creationId="{0B93B334-4B15-4D1D-A449-DAB26C3D917E}"/>
          </ac:spMkLst>
        </pc:spChg>
        <pc:spChg chg="add del mod">
          <ac:chgData name="Cesar Augusto Lopez Gallego" userId="0dfa9112-9251-4882-b472-cf2dfcee09d1" providerId="ADAL" clId="{76F12681-65F0-4192-B274-D40FC8B71DD1}" dt="2026-03-17T10:22:07.431" v="2818" actId="478"/>
          <ac:spMkLst>
            <pc:docMk/>
            <pc:sldMk cId="3933606175" sldId="273"/>
            <ac:spMk id="5" creationId="{435A5D11-B855-4FBC-81B4-74B0EBC7E032}"/>
          </ac:spMkLst>
        </pc:spChg>
        <pc:picChg chg="add mod">
          <ac:chgData name="Cesar Augusto Lopez Gallego" userId="0dfa9112-9251-4882-b472-cf2dfcee09d1" providerId="ADAL" clId="{76F12681-65F0-4192-B274-D40FC8B71DD1}" dt="2026-03-17T10:35:04.456" v="3458" actId="1076"/>
          <ac:picMkLst>
            <pc:docMk/>
            <pc:sldMk cId="3933606175" sldId="273"/>
            <ac:picMk id="10242" creationId="{428F2F4C-5098-4ECB-BE18-12C2690C4D9E}"/>
          </ac:picMkLst>
        </pc:picChg>
      </pc:sldChg>
      <pc:sldChg chg="addSp delSp modSp new mod setBg">
        <pc:chgData name="Cesar Augusto Lopez Gallego" userId="0dfa9112-9251-4882-b472-cf2dfcee09d1" providerId="ADAL" clId="{76F12681-65F0-4192-B274-D40FC8B71DD1}" dt="2026-03-17T12:02:00.727" v="3466"/>
        <pc:sldMkLst>
          <pc:docMk/>
          <pc:sldMk cId="3634764294" sldId="274"/>
        </pc:sldMkLst>
        <pc:spChg chg="del">
          <ac:chgData name="Cesar Augusto Lopez Gallego" userId="0dfa9112-9251-4882-b472-cf2dfcee09d1" providerId="ADAL" clId="{76F12681-65F0-4192-B274-D40FC8B71DD1}" dt="2026-03-16T15:40:29.060" v="1355" actId="478"/>
          <ac:spMkLst>
            <pc:docMk/>
            <pc:sldMk cId="3634764294" sldId="274"/>
            <ac:spMk id="2" creationId="{D93F4144-1EB0-43D6-B97D-4B35310DE367}"/>
          </ac:spMkLst>
        </pc:spChg>
        <pc:spChg chg="del">
          <ac:chgData name="Cesar Augusto Lopez Gallego" userId="0dfa9112-9251-4882-b472-cf2dfcee09d1" providerId="ADAL" clId="{76F12681-65F0-4192-B274-D40FC8B71DD1}" dt="2026-03-16T15:40:29.060" v="1355" actId="478"/>
          <ac:spMkLst>
            <pc:docMk/>
            <pc:sldMk cId="3634764294" sldId="274"/>
            <ac:spMk id="3" creationId="{0726935F-DC01-4BF1-8290-2408069997F8}"/>
          </ac:spMkLst>
        </pc:spChg>
        <pc:spChg chg="add mod">
          <ac:chgData name="Cesar Augusto Lopez Gallego" userId="0dfa9112-9251-4882-b472-cf2dfcee09d1" providerId="ADAL" clId="{76F12681-65F0-4192-B274-D40FC8B71DD1}" dt="2026-03-17T00:44:17.491" v="1389" actId="1076"/>
          <ac:spMkLst>
            <pc:docMk/>
            <pc:sldMk cId="3634764294" sldId="274"/>
            <ac:spMk id="4" creationId="{FC697331-750A-4DE4-A47E-E458A050E6BF}"/>
          </ac:spMkLst>
        </pc:spChg>
        <pc:spChg chg="add mod">
          <ac:chgData name="Cesar Augusto Lopez Gallego" userId="0dfa9112-9251-4882-b472-cf2dfcee09d1" providerId="ADAL" clId="{76F12681-65F0-4192-B274-D40FC8B71DD1}" dt="2026-03-17T09:59:41.309" v="1996" actId="20577"/>
          <ac:spMkLst>
            <pc:docMk/>
            <pc:sldMk cId="3634764294" sldId="274"/>
            <ac:spMk id="6" creationId="{8C8219E1-F521-48BA-BE3C-81EF47F9503A}"/>
          </ac:spMkLst>
        </pc:spChg>
        <pc:picChg chg="add mod">
          <ac:chgData name="Cesar Augusto Lopez Gallego" userId="0dfa9112-9251-4882-b472-cf2dfcee09d1" providerId="ADAL" clId="{76F12681-65F0-4192-B274-D40FC8B71DD1}" dt="2026-03-17T09:52:22.941" v="1850" actId="1076"/>
          <ac:picMkLst>
            <pc:docMk/>
            <pc:sldMk cId="3634764294" sldId="274"/>
            <ac:picMk id="5" creationId="{1C890A5E-4EBF-4527-B24B-34B3E3BDF5F4}"/>
          </ac:picMkLst>
        </pc:picChg>
      </pc:sldChg>
      <pc:sldChg chg="modSp add mod setBg">
        <pc:chgData name="Cesar Augusto Lopez Gallego" userId="0dfa9112-9251-4882-b472-cf2dfcee09d1" providerId="ADAL" clId="{76F12681-65F0-4192-B274-D40FC8B71DD1}" dt="2026-03-17T12:00:10.398" v="3459"/>
        <pc:sldMkLst>
          <pc:docMk/>
          <pc:sldMk cId="898797638" sldId="282"/>
        </pc:sldMkLst>
        <pc:spChg chg="mod">
          <ac:chgData name="Cesar Augusto Lopez Gallego" userId="0dfa9112-9251-4882-b472-cf2dfcee09d1" providerId="ADAL" clId="{76F12681-65F0-4192-B274-D40FC8B71DD1}" dt="2026-03-17T10:26:38.423" v="3377" actId="20577"/>
          <ac:spMkLst>
            <pc:docMk/>
            <pc:sldMk cId="898797638" sldId="282"/>
            <ac:spMk id="3" creationId="{43B22B02-45BB-4542-A77A-0E34AB71E061}"/>
          </ac:spMkLst>
        </pc:spChg>
      </pc:sldChg>
      <pc:sldChg chg="addSp modSp add mod setBg">
        <pc:chgData name="Cesar Augusto Lopez Gallego" userId="0dfa9112-9251-4882-b472-cf2dfcee09d1" providerId="ADAL" clId="{76F12681-65F0-4192-B274-D40FC8B71DD1}" dt="2026-03-17T12:01:55.921" v="3465"/>
        <pc:sldMkLst>
          <pc:docMk/>
          <pc:sldMk cId="6203036" sldId="283"/>
        </pc:sldMkLst>
        <pc:picChg chg="add mod">
          <ac:chgData name="Cesar Augusto Lopez Gallego" userId="0dfa9112-9251-4882-b472-cf2dfcee09d1" providerId="ADAL" clId="{76F12681-65F0-4192-B274-D40FC8B71DD1}" dt="2026-03-17T10:29:03.081" v="3397" actId="1076"/>
          <ac:picMkLst>
            <pc:docMk/>
            <pc:sldMk cId="6203036" sldId="283"/>
            <ac:picMk id="3" creationId="{E09F093C-4E86-4671-8A20-E9046ED40C34}"/>
          </ac:picMkLst>
        </pc:picChg>
      </pc:sldChg>
      <pc:sldChg chg="addSp delSp modSp new del mod">
        <pc:chgData name="Cesar Augusto Lopez Gallego" userId="0dfa9112-9251-4882-b472-cf2dfcee09d1" providerId="ADAL" clId="{76F12681-65F0-4192-B274-D40FC8B71DD1}" dt="2026-03-17T09:51:09.500" v="1816" actId="2696"/>
        <pc:sldMkLst>
          <pc:docMk/>
          <pc:sldMk cId="4206745888" sldId="283"/>
        </pc:sldMkLst>
        <pc:spChg chg="del">
          <ac:chgData name="Cesar Augusto Lopez Gallego" userId="0dfa9112-9251-4882-b472-cf2dfcee09d1" providerId="ADAL" clId="{76F12681-65F0-4192-B274-D40FC8B71DD1}" dt="2026-03-17T09:46:50.926" v="1567" actId="478"/>
          <ac:spMkLst>
            <pc:docMk/>
            <pc:sldMk cId="4206745888" sldId="283"/>
            <ac:spMk id="2" creationId="{79070E9D-C47E-43C4-8E54-56577F64B133}"/>
          </ac:spMkLst>
        </pc:spChg>
        <pc:spChg chg="del">
          <ac:chgData name="Cesar Augusto Lopez Gallego" userId="0dfa9112-9251-4882-b472-cf2dfcee09d1" providerId="ADAL" clId="{76F12681-65F0-4192-B274-D40FC8B71DD1}" dt="2026-03-17T09:46:50.926" v="1567" actId="478"/>
          <ac:spMkLst>
            <pc:docMk/>
            <pc:sldMk cId="4206745888" sldId="283"/>
            <ac:spMk id="3" creationId="{1A775C41-5371-4C28-A310-391CA0EEE66A}"/>
          </ac:spMkLst>
        </pc:spChg>
        <pc:spChg chg="add mod">
          <ac:chgData name="Cesar Augusto Lopez Gallego" userId="0dfa9112-9251-4882-b472-cf2dfcee09d1" providerId="ADAL" clId="{76F12681-65F0-4192-B274-D40FC8B71DD1}" dt="2026-03-17T09:50:31.524" v="1810" actId="1076"/>
          <ac:spMkLst>
            <pc:docMk/>
            <pc:sldMk cId="4206745888" sldId="283"/>
            <ac:spMk id="4" creationId="{D6119C9A-E0EE-4E95-8A0D-07676FB9489F}"/>
          </ac:spMkLst>
        </pc:spChg>
        <pc:spChg chg="add mod">
          <ac:chgData name="Cesar Augusto Lopez Gallego" userId="0dfa9112-9251-4882-b472-cf2dfcee09d1" providerId="ADAL" clId="{76F12681-65F0-4192-B274-D40FC8B71DD1}" dt="2026-03-17T09:49:00.933" v="1735" actId="14100"/>
          <ac:spMkLst>
            <pc:docMk/>
            <pc:sldMk cId="4206745888" sldId="283"/>
            <ac:spMk id="5" creationId="{C2235164-9449-4385-AF91-8BC28C7F20B4}"/>
          </ac:spMkLst>
        </pc:spChg>
      </pc:sldChg>
      <pc:sldChg chg="addSp delSp modSp add mod setBg">
        <pc:chgData name="Cesar Augusto Lopez Gallego" userId="0dfa9112-9251-4882-b472-cf2dfcee09d1" providerId="ADAL" clId="{76F12681-65F0-4192-B274-D40FC8B71DD1}" dt="2026-03-17T12:02:11.338" v="3471"/>
        <pc:sldMkLst>
          <pc:docMk/>
          <pc:sldMk cId="1068142999" sldId="284"/>
        </pc:sldMkLst>
        <pc:spChg chg="del">
          <ac:chgData name="Cesar Augusto Lopez Gallego" userId="0dfa9112-9251-4882-b472-cf2dfcee09d1" providerId="ADAL" clId="{76F12681-65F0-4192-B274-D40FC8B71DD1}" dt="2026-03-17T10:04:50.562" v="2351" actId="478"/>
          <ac:spMkLst>
            <pc:docMk/>
            <pc:sldMk cId="1068142999" sldId="284"/>
            <ac:spMk id="4" creationId="{1F45335D-2F82-4F8B-9474-679434AA0807}"/>
          </ac:spMkLst>
        </pc:spChg>
        <pc:spChg chg="del">
          <ac:chgData name="Cesar Augusto Lopez Gallego" userId="0dfa9112-9251-4882-b472-cf2dfcee09d1" providerId="ADAL" clId="{76F12681-65F0-4192-B274-D40FC8B71DD1}" dt="2026-03-17T10:04:50.562" v="2351" actId="478"/>
          <ac:spMkLst>
            <pc:docMk/>
            <pc:sldMk cId="1068142999" sldId="284"/>
            <ac:spMk id="5" creationId="{BCBBFE10-882A-4822-AB2C-94DCB23B11F2}"/>
          </ac:spMkLst>
        </pc:spChg>
        <pc:spChg chg="mod">
          <ac:chgData name="Cesar Augusto Lopez Gallego" userId="0dfa9112-9251-4882-b472-cf2dfcee09d1" providerId="ADAL" clId="{76F12681-65F0-4192-B274-D40FC8B71DD1}" dt="2026-03-17T10:10:19.340" v="2426" actId="14100"/>
          <ac:spMkLst>
            <pc:docMk/>
            <pc:sldMk cId="1068142999" sldId="284"/>
            <ac:spMk id="6" creationId="{621E6731-682B-408E-94FF-A9D6C603D646}"/>
          </ac:spMkLst>
        </pc:spChg>
        <pc:spChg chg="add mod">
          <ac:chgData name="Cesar Augusto Lopez Gallego" userId="0dfa9112-9251-4882-b472-cf2dfcee09d1" providerId="ADAL" clId="{76F12681-65F0-4192-B274-D40FC8B71DD1}" dt="2026-03-17T10:07:13.644" v="2360"/>
          <ac:spMkLst>
            <pc:docMk/>
            <pc:sldMk cId="1068142999" sldId="284"/>
            <ac:spMk id="7" creationId="{5E3DB745-204B-433C-89C1-EE5B91EB32ED}"/>
          </ac:spMkLst>
        </pc:spChg>
        <pc:picChg chg="add mod">
          <ac:chgData name="Cesar Augusto Lopez Gallego" userId="0dfa9112-9251-4882-b472-cf2dfcee09d1" providerId="ADAL" clId="{76F12681-65F0-4192-B274-D40FC8B71DD1}" dt="2026-03-17T10:32:33.222" v="3433" actId="14100"/>
          <ac:picMkLst>
            <pc:docMk/>
            <pc:sldMk cId="1068142999" sldId="284"/>
            <ac:picMk id="8" creationId="{E3FEF293-7BBC-4E2F-9538-FB5557152772}"/>
          </ac:picMkLst>
        </pc:picChg>
      </pc:sldChg>
      <pc:sldChg chg="addSp delSp modSp new mod">
        <pc:chgData name="Cesar Augusto Lopez Gallego" userId="0dfa9112-9251-4882-b472-cf2dfcee09d1" providerId="ADAL" clId="{76F12681-65F0-4192-B274-D40FC8B71DD1}" dt="2026-03-25T12:27:15.607" v="4418" actId="113"/>
        <pc:sldMkLst>
          <pc:docMk/>
          <pc:sldMk cId="1884975599" sldId="285"/>
        </pc:sldMkLst>
        <pc:spChg chg="del">
          <ac:chgData name="Cesar Augusto Lopez Gallego" userId="0dfa9112-9251-4882-b472-cf2dfcee09d1" providerId="ADAL" clId="{76F12681-65F0-4192-B274-D40FC8B71DD1}" dt="2026-03-25T11:51:10.793" v="3770" actId="478"/>
          <ac:spMkLst>
            <pc:docMk/>
            <pc:sldMk cId="1884975599" sldId="285"/>
            <ac:spMk id="2" creationId="{D0956854-E4DD-4711-96C3-302DC43CB93C}"/>
          </ac:spMkLst>
        </pc:spChg>
        <pc:spChg chg="del">
          <ac:chgData name="Cesar Augusto Lopez Gallego" userId="0dfa9112-9251-4882-b472-cf2dfcee09d1" providerId="ADAL" clId="{76F12681-65F0-4192-B274-D40FC8B71DD1}" dt="2026-03-25T11:51:10.793" v="3770" actId="478"/>
          <ac:spMkLst>
            <pc:docMk/>
            <pc:sldMk cId="1884975599" sldId="285"/>
            <ac:spMk id="3" creationId="{88601745-79DF-453E-A1B9-2FAA4916F6D6}"/>
          </ac:spMkLst>
        </pc:spChg>
        <pc:spChg chg="add mod">
          <ac:chgData name="Cesar Augusto Lopez Gallego" userId="0dfa9112-9251-4882-b472-cf2dfcee09d1" providerId="ADAL" clId="{76F12681-65F0-4192-B274-D40FC8B71DD1}" dt="2026-03-25T12:24:52.720" v="4380" actId="14100"/>
          <ac:spMkLst>
            <pc:docMk/>
            <pc:sldMk cId="1884975599" sldId="285"/>
            <ac:spMk id="4" creationId="{BE06151D-79AC-4C3F-A38E-E48F009E6385}"/>
          </ac:spMkLst>
        </pc:spChg>
        <pc:spChg chg="add mod">
          <ac:chgData name="Cesar Augusto Lopez Gallego" userId="0dfa9112-9251-4882-b472-cf2dfcee09d1" providerId="ADAL" clId="{76F12681-65F0-4192-B274-D40FC8B71DD1}" dt="2026-03-25T12:27:15.607" v="4418" actId="113"/>
          <ac:spMkLst>
            <pc:docMk/>
            <pc:sldMk cId="1884975599" sldId="285"/>
            <ac:spMk id="5" creationId="{55B83617-4A11-40FB-9818-7E5EC3553D48}"/>
          </ac:spMkLst>
        </pc:spChg>
        <pc:spChg chg="add del">
          <ac:chgData name="Cesar Augusto Lopez Gallego" userId="0dfa9112-9251-4882-b472-cf2dfcee09d1" providerId="ADAL" clId="{76F12681-65F0-4192-B274-D40FC8B71DD1}" dt="2026-03-25T12:22:59.968" v="4334"/>
          <ac:spMkLst>
            <pc:docMk/>
            <pc:sldMk cId="1884975599" sldId="285"/>
            <ac:spMk id="6" creationId="{A727C58E-BC2F-4ACB-B02C-CF24FABC9AF9}"/>
          </ac:spMkLst>
        </pc:spChg>
        <pc:spChg chg="add del">
          <ac:chgData name="Cesar Augusto Lopez Gallego" userId="0dfa9112-9251-4882-b472-cf2dfcee09d1" providerId="ADAL" clId="{76F12681-65F0-4192-B274-D40FC8B71DD1}" dt="2026-03-25T12:23:04.837" v="4336"/>
          <ac:spMkLst>
            <pc:docMk/>
            <pc:sldMk cId="1884975599" sldId="285"/>
            <ac:spMk id="7" creationId="{511F9A1B-B3B7-4C37-97A3-8F8A6712919B}"/>
          </ac:spMkLst>
        </pc:spChg>
      </pc:sldChg>
      <pc:sldChg chg="addSp delSp modSp new mod">
        <pc:chgData name="Cesar Augusto Lopez Gallego" userId="0dfa9112-9251-4882-b472-cf2dfcee09d1" providerId="ADAL" clId="{76F12681-65F0-4192-B274-D40FC8B71DD1}" dt="2026-03-25T12:26:18.447" v="4403" actId="6549"/>
        <pc:sldMkLst>
          <pc:docMk/>
          <pc:sldMk cId="3608644513" sldId="286"/>
        </pc:sldMkLst>
        <pc:spChg chg="del">
          <ac:chgData name="Cesar Augusto Lopez Gallego" userId="0dfa9112-9251-4882-b472-cf2dfcee09d1" providerId="ADAL" clId="{76F12681-65F0-4192-B274-D40FC8B71DD1}" dt="2026-03-25T12:24:31.032" v="4374" actId="478"/>
          <ac:spMkLst>
            <pc:docMk/>
            <pc:sldMk cId="3608644513" sldId="286"/>
            <ac:spMk id="2" creationId="{88051A86-523D-4563-93B8-388376673911}"/>
          </ac:spMkLst>
        </pc:spChg>
        <pc:spChg chg="del">
          <ac:chgData name="Cesar Augusto Lopez Gallego" userId="0dfa9112-9251-4882-b472-cf2dfcee09d1" providerId="ADAL" clId="{76F12681-65F0-4192-B274-D40FC8B71DD1}" dt="2026-03-25T12:24:31.032" v="4374" actId="478"/>
          <ac:spMkLst>
            <pc:docMk/>
            <pc:sldMk cId="3608644513" sldId="286"/>
            <ac:spMk id="3" creationId="{00BCCE1B-1A7D-4139-9916-6DA37A6DA4DE}"/>
          </ac:spMkLst>
        </pc:spChg>
        <pc:spChg chg="add mod">
          <ac:chgData name="Cesar Augusto Lopez Gallego" userId="0dfa9112-9251-4882-b472-cf2dfcee09d1" providerId="ADAL" clId="{76F12681-65F0-4192-B274-D40FC8B71DD1}" dt="2026-03-25T12:26:18.447" v="4403" actId="6549"/>
          <ac:spMkLst>
            <pc:docMk/>
            <pc:sldMk cId="3608644513" sldId="286"/>
            <ac:spMk id="5" creationId="{2BC420AA-DF87-4331-AEB4-3E145A370204}"/>
          </ac:spMkLst>
        </pc:spChg>
        <pc:spChg chg="add mod">
          <ac:chgData name="Cesar Augusto Lopez Gallego" userId="0dfa9112-9251-4882-b472-cf2dfcee09d1" providerId="ADAL" clId="{76F12681-65F0-4192-B274-D40FC8B71DD1}" dt="2026-03-25T12:25:12.901" v="4383"/>
          <ac:spMkLst>
            <pc:docMk/>
            <pc:sldMk cId="3608644513" sldId="286"/>
            <ac:spMk id="6" creationId="{0F220360-C56E-4C21-B577-8DAB35A1BF10}"/>
          </ac:spMkLst>
        </pc:spChg>
      </pc:sldChg>
      <pc:sldMasterChg chg="addSldLayout">
        <pc:chgData name="Cesar Augusto Lopez Gallego" userId="0dfa9112-9251-4882-b472-cf2dfcee09d1" providerId="ADAL" clId="{76F12681-65F0-4192-B274-D40FC8B71DD1}" dt="2026-03-07T14:46:51.752" v="0" actId="680"/>
        <pc:sldMasterMkLst>
          <pc:docMk/>
          <pc:sldMasterMk cId="2715814810" sldId="2147483648"/>
        </pc:sldMasterMkLst>
        <pc:sldLayoutChg chg="add">
          <pc:chgData name="Cesar Augusto Lopez Gallego" userId="0dfa9112-9251-4882-b472-cf2dfcee09d1" providerId="ADAL" clId="{76F12681-65F0-4192-B274-D40FC8B71DD1}" dt="2026-03-07T14:46:51.752" v="0" actId="680"/>
          <pc:sldLayoutMkLst>
            <pc:docMk/>
            <pc:sldMasterMk cId="2715814810" sldId="2147483648"/>
            <pc:sldLayoutMk cId="3636522350"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Medellín">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2596E66B-05E0-5444-8A9C-D3EB1F16D416}"/>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7" name="Marcador de texto 6">
            <a:extLst>
              <a:ext uri="{FF2B5EF4-FFF2-40B4-BE49-F238E27FC236}">
                <a16:creationId xmlns:a16="http://schemas.microsoft.com/office/drawing/2014/main" id="{72EAC24B-8E5A-8243-AE31-3EF52762FFE5}"/>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Medellín</a:t>
            </a:r>
            <a:endParaRPr lang="es-CO" dirty="0"/>
          </a:p>
        </p:txBody>
      </p:sp>
    </p:spTree>
    <p:extLst>
      <p:ext uri="{BB962C8B-B14F-4D97-AF65-F5344CB8AC3E}">
        <p14:creationId xmlns:p14="http://schemas.microsoft.com/office/powerpoint/2010/main" val="1374076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positiva de título Bucaramanga">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64902D8C-5974-7645-9CED-F972FEE3FDAA}"/>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5" name="Marcador de texto 6">
            <a:extLst>
              <a:ext uri="{FF2B5EF4-FFF2-40B4-BE49-F238E27FC236}">
                <a16:creationId xmlns:a16="http://schemas.microsoft.com/office/drawing/2014/main" id="{8716CF4F-DD12-CE44-9367-00355C6C1C07}"/>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Bucaramanga</a:t>
            </a:r>
            <a:endParaRPr lang="es-CO" dirty="0"/>
          </a:p>
        </p:txBody>
      </p:sp>
    </p:spTree>
    <p:extLst>
      <p:ext uri="{BB962C8B-B14F-4D97-AF65-F5344CB8AC3E}">
        <p14:creationId xmlns:p14="http://schemas.microsoft.com/office/powerpoint/2010/main" val="377417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de Título Monterí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E415E9DB-A2B7-C448-82DB-70C3AF6F1A55}"/>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4673C5EA-B31B-AF44-864D-09A9EB6DC439}"/>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Montería</a:t>
            </a:r>
            <a:endParaRPr lang="es-CO" dirty="0"/>
          </a:p>
        </p:txBody>
      </p:sp>
    </p:spTree>
    <p:extLst>
      <p:ext uri="{BB962C8B-B14F-4D97-AF65-F5344CB8AC3E}">
        <p14:creationId xmlns:p14="http://schemas.microsoft.com/office/powerpoint/2010/main" val="331829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a de Título Palmir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ACD3065D-D187-F24F-802B-82D917750B68}"/>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A2D5DE44-AD08-DB48-B4DE-6FC84952E471}"/>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Palmira</a:t>
            </a:r>
            <a:endParaRPr lang="es-CO" dirty="0"/>
          </a:p>
        </p:txBody>
      </p:sp>
    </p:spTree>
    <p:extLst>
      <p:ext uri="{BB962C8B-B14F-4D97-AF65-F5344CB8AC3E}">
        <p14:creationId xmlns:p14="http://schemas.microsoft.com/office/powerpoint/2010/main" val="185031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y text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1F73B532-45B4-2C46-A8D5-63C800784919}"/>
              </a:ext>
            </a:extLst>
          </p:cNvPr>
          <p:cNvSpPr>
            <a:spLocks noGrp="1"/>
          </p:cNvSpPr>
          <p:nvPr>
            <p:ph type="title"/>
          </p:nvPr>
        </p:nvSpPr>
        <p:spPr>
          <a:xfrm>
            <a:off x="599005" y="1203891"/>
            <a:ext cx="9559128"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8" name="Marcador de texto 7">
            <a:extLst>
              <a:ext uri="{FF2B5EF4-FFF2-40B4-BE49-F238E27FC236}">
                <a16:creationId xmlns:a16="http://schemas.microsoft.com/office/drawing/2014/main" id="{3CB2CCC8-6A51-0448-B720-4D06071CFDCF}"/>
              </a:ext>
            </a:extLst>
          </p:cNvPr>
          <p:cNvSpPr>
            <a:spLocks noGrp="1"/>
          </p:cNvSpPr>
          <p:nvPr>
            <p:ph type="body" sz="quarter" idx="11"/>
          </p:nvPr>
        </p:nvSpPr>
        <p:spPr>
          <a:xfrm>
            <a:off x="599005" y="2896721"/>
            <a:ext cx="9559127" cy="2384051"/>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957824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texto-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73F491-1BDC-0443-9398-BE5406EACA58}"/>
              </a:ext>
            </a:extLst>
          </p:cNvPr>
          <p:cNvSpPr>
            <a:spLocks noGrp="1"/>
          </p:cNvSpPr>
          <p:nvPr>
            <p:ph type="title"/>
          </p:nvPr>
        </p:nvSpPr>
        <p:spPr>
          <a:xfrm>
            <a:off x="448855" y="1203891"/>
            <a:ext cx="11262311"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7058790-96AD-CA4D-A66F-9786E6AA400D}"/>
              </a:ext>
            </a:extLst>
          </p:cNvPr>
          <p:cNvSpPr>
            <a:spLocks noGrp="1"/>
          </p:cNvSpPr>
          <p:nvPr>
            <p:ph type="body" sz="quarter" idx="10"/>
          </p:nvPr>
        </p:nvSpPr>
        <p:spPr>
          <a:xfrm>
            <a:off x="448236" y="2909328"/>
            <a:ext cx="6042772" cy="32034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posición de imagen 6">
            <a:extLst>
              <a:ext uri="{FF2B5EF4-FFF2-40B4-BE49-F238E27FC236}">
                <a16:creationId xmlns:a16="http://schemas.microsoft.com/office/drawing/2014/main" id="{4DDFD31F-1FED-CC47-939B-20E7A96EEEDD}"/>
              </a:ext>
            </a:extLst>
          </p:cNvPr>
          <p:cNvSpPr>
            <a:spLocks noGrp="1"/>
          </p:cNvSpPr>
          <p:nvPr>
            <p:ph type="pic" sz="quarter" idx="11"/>
          </p:nvPr>
        </p:nvSpPr>
        <p:spPr>
          <a:xfrm>
            <a:off x="6674504" y="2860302"/>
            <a:ext cx="5035643" cy="3252507"/>
          </a:xfrm>
        </p:spPr>
        <p:txBody>
          <a:bodyPr/>
          <a:lstStyle/>
          <a:p>
            <a:endParaRPr lang="es-CO"/>
          </a:p>
        </p:txBody>
      </p:sp>
    </p:spTree>
    <p:extLst>
      <p:ext uri="{BB962C8B-B14F-4D97-AF65-F5344CB8AC3E}">
        <p14:creationId xmlns:p14="http://schemas.microsoft.com/office/powerpoint/2010/main" val="3732801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y multimedi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63E924A9-CAF5-9B4B-98E0-85F673CB30AC}"/>
              </a:ext>
            </a:extLst>
          </p:cNvPr>
          <p:cNvSpPr>
            <a:spLocks noGrp="1"/>
          </p:cNvSpPr>
          <p:nvPr>
            <p:ph type="title"/>
          </p:nvPr>
        </p:nvSpPr>
        <p:spPr>
          <a:xfrm>
            <a:off x="623454" y="531538"/>
            <a:ext cx="9559128" cy="1106559"/>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medios 4">
            <a:extLst>
              <a:ext uri="{FF2B5EF4-FFF2-40B4-BE49-F238E27FC236}">
                <a16:creationId xmlns:a16="http://schemas.microsoft.com/office/drawing/2014/main" id="{BEF3CE8C-793C-1145-84DD-7B818CE544BC}"/>
              </a:ext>
            </a:extLst>
          </p:cNvPr>
          <p:cNvSpPr>
            <a:spLocks noGrp="1"/>
          </p:cNvSpPr>
          <p:nvPr>
            <p:ph type="media" sz="quarter" idx="10"/>
          </p:nvPr>
        </p:nvSpPr>
        <p:spPr>
          <a:xfrm>
            <a:off x="623327" y="1857101"/>
            <a:ext cx="9558618" cy="4096024"/>
          </a:xfrm>
        </p:spPr>
        <p:txBody>
          <a:bodyPr/>
          <a:lstStyle/>
          <a:p>
            <a:endParaRPr lang="es-CO"/>
          </a:p>
        </p:txBody>
      </p:sp>
    </p:spTree>
    <p:extLst>
      <p:ext uri="{BB962C8B-B14F-4D97-AF65-F5344CB8AC3E}">
        <p14:creationId xmlns:p14="http://schemas.microsoft.com/office/powerpoint/2010/main" val="1733604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a-gráfico-texto">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F673202-8B18-514D-9685-8D97863D7A53}"/>
              </a:ext>
            </a:extLst>
          </p:cNvPr>
          <p:cNvSpPr>
            <a:spLocks noGrp="1"/>
          </p:cNvSpPr>
          <p:nvPr>
            <p:ph type="title"/>
          </p:nvPr>
        </p:nvSpPr>
        <p:spPr>
          <a:xfrm>
            <a:off x="448856" y="1338366"/>
            <a:ext cx="10443263"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abla 4">
            <a:extLst>
              <a:ext uri="{FF2B5EF4-FFF2-40B4-BE49-F238E27FC236}">
                <a16:creationId xmlns:a16="http://schemas.microsoft.com/office/drawing/2014/main" id="{6450A7A0-43E0-1440-B983-790CAD8F434B}"/>
              </a:ext>
            </a:extLst>
          </p:cNvPr>
          <p:cNvSpPr>
            <a:spLocks noGrp="1"/>
          </p:cNvSpPr>
          <p:nvPr>
            <p:ph type="tbl" sz="quarter" idx="10"/>
          </p:nvPr>
        </p:nvSpPr>
        <p:spPr>
          <a:xfrm>
            <a:off x="448855" y="2994776"/>
            <a:ext cx="3781365" cy="2970960"/>
          </a:xfrm>
        </p:spPr>
        <p:txBody>
          <a:bodyPr/>
          <a:lstStyle/>
          <a:p>
            <a:endParaRPr lang="es-CO"/>
          </a:p>
        </p:txBody>
      </p:sp>
      <p:sp>
        <p:nvSpPr>
          <p:cNvPr id="7" name="Marcador de gráfico 6">
            <a:extLst>
              <a:ext uri="{FF2B5EF4-FFF2-40B4-BE49-F238E27FC236}">
                <a16:creationId xmlns:a16="http://schemas.microsoft.com/office/drawing/2014/main" id="{BD301C88-2BAD-5147-A445-06CFDF36B11C}"/>
              </a:ext>
            </a:extLst>
          </p:cNvPr>
          <p:cNvSpPr>
            <a:spLocks noGrp="1"/>
          </p:cNvSpPr>
          <p:nvPr>
            <p:ph type="chart" sz="quarter" idx="11"/>
          </p:nvPr>
        </p:nvSpPr>
        <p:spPr>
          <a:xfrm>
            <a:off x="4450137" y="3007001"/>
            <a:ext cx="3263713" cy="2970960"/>
          </a:xfrm>
        </p:spPr>
        <p:txBody>
          <a:bodyPr/>
          <a:lstStyle/>
          <a:p>
            <a:endParaRPr lang="es-CO"/>
          </a:p>
        </p:txBody>
      </p:sp>
      <p:sp>
        <p:nvSpPr>
          <p:cNvPr id="9" name="Marcador de texto 8">
            <a:extLst>
              <a:ext uri="{FF2B5EF4-FFF2-40B4-BE49-F238E27FC236}">
                <a16:creationId xmlns:a16="http://schemas.microsoft.com/office/drawing/2014/main" id="{EE5037AD-8243-C146-BBB8-4B269A3DE6F8}"/>
              </a:ext>
            </a:extLst>
          </p:cNvPr>
          <p:cNvSpPr>
            <a:spLocks noGrp="1"/>
          </p:cNvSpPr>
          <p:nvPr>
            <p:ph type="body" sz="quarter" idx="12"/>
          </p:nvPr>
        </p:nvSpPr>
        <p:spPr>
          <a:xfrm>
            <a:off x="7909953" y="3007001"/>
            <a:ext cx="2982165" cy="29709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41060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legio Marinilla">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703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legio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8427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legio-texto e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6558C-9957-AE48-B09C-A4407EA0C8AC}"/>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0D30D66-9919-7345-8589-FCCA19022206}"/>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234022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ersonas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5364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n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59540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ostgra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C6B46-AE0A-2242-9732-D30BEEE455A8}"/>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3" name="Marcador de texto 4">
            <a:extLst>
              <a:ext uri="{FF2B5EF4-FFF2-40B4-BE49-F238E27FC236}">
                <a16:creationId xmlns:a16="http://schemas.microsoft.com/office/drawing/2014/main" id="{95848E47-E960-F840-BCAE-22AFDD09C7E0}"/>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7896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magen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9378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Personas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72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ersonas Monter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4251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magen Monterí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4D7DA507-BAB2-9D4E-9E47-F7A0ED598DF1}"/>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4" name="Marcador de texto 4">
            <a:extLst>
              <a:ext uri="{FF2B5EF4-FFF2-40B4-BE49-F238E27FC236}">
                <a16:creationId xmlns:a16="http://schemas.microsoft.com/office/drawing/2014/main" id="{F1105376-6298-1040-BAAE-3D749FDA6643}"/>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1841820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ersonas Palmira">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67550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parador Med">
    <p:spTree>
      <p:nvGrpSpPr>
        <p:cNvPr id="1" name=""/>
        <p:cNvGrpSpPr/>
        <p:nvPr/>
      </p:nvGrpSpPr>
      <p:grpSpPr>
        <a:xfrm>
          <a:off x="0" y="0"/>
          <a:ext cx="0" cy="0"/>
          <a:chOff x="0" y="0"/>
          <a:chExt cx="0" cy="0"/>
        </a:xfrm>
      </p:grpSpPr>
    </p:spTree>
    <p:extLst>
      <p:ext uri="{BB962C8B-B14F-4D97-AF65-F5344CB8AC3E}">
        <p14:creationId xmlns:p14="http://schemas.microsoft.com/office/powerpoint/2010/main" val="8895610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parador Buc">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586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parador Mo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678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parador Pal">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3416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2" indent="0">
              <a:buNone/>
              <a:defRPr sz="2000">
                <a:solidFill>
                  <a:schemeClr val="tx1">
                    <a:tint val="75000"/>
                  </a:schemeClr>
                </a:solidFill>
              </a:defRPr>
            </a:lvl2pPr>
            <a:lvl3pPr marL="914443" indent="0">
              <a:buNone/>
              <a:defRPr sz="1800">
                <a:solidFill>
                  <a:schemeClr val="tx1">
                    <a:tint val="75000"/>
                  </a:schemeClr>
                </a:solidFill>
              </a:defRPr>
            </a:lvl3pPr>
            <a:lvl4pPr marL="1371666" indent="0">
              <a:buNone/>
              <a:defRPr sz="1600">
                <a:solidFill>
                  <a:schemeClr val="tx1">
                    <a:tint val="75000"/>
                  </a:schemeClr>
                </a:solidFill>
              </a:defRPr>
            </a:lvl4pPr>
            <a:lvl5pPr marL="1828888" indent="0">
              <a:buNone/>
              <a:defRPr sz="1600">
                <a:solidFill>
                  <a:schemeClr val="tx1">
                    <a:tint val="75000"/>
                  </a:schemeClr>
                </a:solidFill>
              </a:defRPr>
            </a:lvl5pPr>
            <a:lvl6pPr marL="2286110" indent="0">
              <a:buNone/>
              <a:defRPr sz="1600">
                <a:solidFill>
                  <a:schemeClr val="tx1">
                    <a:tint val="75000"/>
                  </a:schemeClr>
                </a:solidFill>
              </a:defRPr>
            </a:lvl6pPr>
            <a:lvl7pPr marL="2743331" indent="0">
              <a:buNone/>
              <a:defRPr sz="1600">
                <a:solidFill>
                  <a:schemeClr val="tx1">
                    <a:tint val="75000"/>
                  </a:schemeClr>
                </a:solidFill>
              </a:defRPr>
            </a:lvl7pPr>
            <a:lvl8pPr marL="3200552" indent="0">
              <a:buNone/>
              <a:defRPr sz="1600">
                <a:solidFill>
                  <a:schemeClr val="tx1">
                    <a:tint val="75000"/>
                  </a:schemeClr>
                </a:solidFill>
              </a:defRPr>
            </a:lvl8pPr>
            <a:lvl9pPr marL="3657775"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B86245D-015E-46AE-96CC-32E8A5E9A1DF}" type="datetimeFigureOut">
              <a:rPr lang="es-CO" smtClean="0"/>
              <a:t>7/04/2026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7352265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7/04/2026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9829011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B86245D-015E-46AE-96CC-32E8A5E9A1DF}" type="datetimeFigureOut">
              <a:rPr lang="es-CO" smtClean="0"/>
              <a:t>7/04/2026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7202394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2" indent="0" algn="ctr">
              <a:buNone/>
              <a:defRPr sz="1800"/>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7/04/2026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06086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562" y="287047"/>
            <a:ext cx="11294289"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13563" y="1747546"/>
            <a:ext cx="11294289" cy="416916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95931508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Lst>
  <p:txStyles>
    <p:titleStyle>
      <a:lvl1pPr algn="l" defTabSz="914422" rtl="0" eaLnBrk="1" latinLnBrk="0" hangingPunct="1">
        <a:lnSpc>
          <a:spcPct val="90000"/>
        </a:lnSpc>
        <a:spcBef>
          <a:spcPct val="0"/>
        </a:spcBef>
        <a:buNone/>
        <a:defRPr sz="4401" kern="1200">
          <a:solidFill>
            <a:schemeClr val="tx1">
              <a:lumMod val="75000"/>
              <a:lumOff val="25000"/>
            </a:schemeClr>
          </a:solidFill>
          <a:latin typeface="Flama Condensed Light" panose="02000000000000000000" pitchFamily="50" charset="0"/>
          <a:ea typeface="+mj-ea"/>
          <a:cs typeface="+mj-cs"/>
        </a:defRPr>
      </a:lvl1pPr>
    </p:titleStyle>
    <p:body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Flama Condensed Light" panose="02000000000000000000" pitchFamily="50" charset="0"/>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Flama Condensed Light" panose="02000000000000000000" pitchFamily="50" charset="0"/>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Flama Condensed Light" panose="02000000000000000000" pitchFamily="50" charset="0"/>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2" rtl="0" eaLnBrk="1" latinLnBrk="0" hangingPunct="1">
        <a:defRPr sz="1800" kern="1200">
          <a:solidFill>
            <a:schemeClr val="tx1"/>
          </a:solidFill>
          <a:latin typeface="+mn-lt"/>
          <a:ea typeface="+mn-ea"/>
          <a:cs typeface="+mn-cs"/>
        </a:defRPr>
      </a:lvl1pPr>
      <a:lvl2pPr marL="457211" algn="l" defTabSz="914422" rtl="0" eaLnBrk="1" latinLnBrk="0" hangingPunct="1">
        <a:defRPr sz="1800" kern="1200">
          <a:solidFill>
            <a:schemeClr val="tx1"/>
          </a:solidFill>
          <a:latin typeface="+mn-lt"/>
          <a:ea typeface="+mn-ea"/>
          <a:cs typeface="+mn-cs"/>
        </a:defRPr>
      </a:lvl2pPr>
      <a:lvl3pPr marL="914422" algn="l" defTabSz="914422" rtl="0" eaLnBrk="1" latinLnBrk="0" hangingPunct="1">
        <a:defRPr sz="1800" kern="1200">
          <a:solidFill>
            <a:schemeClr val="tx1"/>
          </a:solidFill>
          <a:latin typeface="+mn-lt"/>
          <a:ea typeface="+mn-ea"/>
          <a:cs typeface="+mn-cs"/>
        </a:defRPr>
      </a:lvl3pPr>
      <a:lvl4pPr marL="1371633" algn="l" defTabSz="914422" rtl="0" eaLnBrk="1" latinLnBrk="0" hangingPunct="1">
        <a:defRPr sz="1800" kern="1200">
          <a:solidFill>
            <a:schemeClr val="tx1"/>
          </a:solidFill>
          <a:latin typeface="+mn-lt"/>
          <a:ea typeface="+mn-ea"/>
          <a:cs typeface="+mn-cs"/>
        </a:defRPr>
      </a:lvl4pPr>
      <a:lvl5pPr marL="1828844" algn="l" defTabSz="914422" rtl="0" eaLnBrk="1" latinLnBrk="0" hangingPunct="1">
        <a:defRPr sz="1800" kern="1200">
          <a:solidFill>
            <a:schemeClr val="tx1"/>
          </a:solidFill>
          <a:latin typeface="+mn-lt"/>
          <a:ea typeface="+mn-ea"/>
          <a:cs typeface="+mn-cs"/>
        </a:defRPr>
      </a:lvl5pPr>
      <a:lvl6pPr marL="2286055" algn="l" defTabSz="914422" rtl="0" eaLnBrk="1" latinLnBrk="0" hangingPunct="1">
        <a:defRPr sz="1800" kern="1200">
          <a:solidFill>
            <a:schemeClr val="tx1"/>
          </a:solidFill>
          <a:latin typeface="+mn-lt"/>
          <a:ea typeface="+mn-ea"/>
          <a:cs typeface="+mn-cs"/>
        </a:defRPr>
      </a:lvl6pPr>
      <a:lvl7pPr marL="2743266" algn="l" defTabSz="914422" rtl="0" eaLnBrk="1" latinLnBrk="0" hangingPunct="1">
        <a:defRPr sz="1800" kern="1200">
          <a:solidFill>
            <a:schemeClr val="tx1"/>
          </a:solidFill>
          <a:latin typeface="+mn-lt"/>
          <a:ea typeface="+mn-ea"/>
          <a:cs typeface="+mn-cs"/>
        </a:defRPr>
      </a:lvl7pPr>
      <a:lvl8pPr marL="3200476" algn="l" defTabSz="914422" rtl="0" eaLnBrk="1" latinLnBrk="0" hangingPunct="1">
        <a:defRPr sz="1800" kern="1200">
          <a:solidFill>
            <a:schemeClr val="tx1"/>
          </a:solidFill>
          <a:latin typeface="+mn-lt"/>
          <a:ea typeface="+mn-ea"/>
          <a:cs typeface="+mn-cs"/>
        </a:defRPr>
      </a:lvl8pPr>
      <a:lvl9pPr marL="3657687" algn="l" defTabSz="91442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0.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1.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2.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6.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8.xm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9.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0.xml"/><Relationship Id="rId4" Type="http://schemas.openxmlformats.org/officeDocument/2006/relationships/image" Target="../media/image1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B5F6C-84A5-44C0-8050-8FAF5E3CE5F8}"/>
              </a:ext>
            </a:extLst>
          </p:cNvPr>
          <p:cNvSpPr>
            <a:spLocks noGrp="1"/>
          </p:cNvSpPr>
          <p:nvPr>
            <p:ph type="ctrTitle"/>
          </p:nvPr>
        </p:nvSpPr>
        <p:spPr>
          <a:xfrm>
            <a:off x="1524000" y="2500829"/>
            <a:ext cx="9144000" cy="1009134"/>
          </a:xfrm>
        </p:spPr>
        <p:txBody>
          <a:bodyPr/>
          <a:lstStyle/>
          <a:p>
            <a:r>
              <a:rPr lang="es-ES" dirty="0"/>
              <a:t>SOA</a:t>
            </a:r>
            <a:endParaRPr lang="es-419" dirty="0"/>
          </a:p>
        </p:txBody>
      </p:sp>
      <p:sp>
        <p:nvSpPr>
          <p:cNvPr id="3" name="Subtítulo 2">
            <a:extLst>
              <a:ext uri="{FF2B5EF4-FFF2-40B4-BE49-F238E27FC236}">
                <a16:creationId xmlns:a16="http://schemas.microsoft.com/office/drawing/2014/main" id="{43B22B02-45BB-4542-A77A-0E34AB71E061}"/>
              </a:ext>
            </a:extLst>
          </p:cNvPr>
          <p:cNvSpPr>
            <a:spLocks noGrp="1"/>
          </p:cNvSpPr>
          <p:nvPr>
            <p:ph type="subTitle" idx="1"/>
          </p:nvPr>
        </p:nvSpPr>
        <p:spPr>
          <a:xfrm>
            <a:off x="1524000" y="4141864"/>
            <a:ext cx="9144000" cy="595389"/>
          </a:xfrm>
        </p:spPr>
        <p:txBody>
          <a:bodyPr/>
          <a:lstStyle/>
          <a:p>
            <a:pPr lvl="1"/>
            <a:r>
              <a:rPr lang="es-ES" sz="3600" dirty="0"/>
              <a:t>METODOLOGÍA</a:t>
            </a:r>
            <a:endParaRPr lang="es-419" sz="3600" dirty="0"/>
          </a:p>
        </p:txBody>
      </p:sp>
      <p:pic>
        <p:nvPicPr>
          <p:cNvPr id="6" name="Imagen 5">
            <a:extLst>
              <a:ext uri="{FF2B5EF4-FFF2-40B4-BE49-F238E27FC236}">
                <a16:creationId xmlns:a16="http://schemas.microsoft.com/office/drawing/2014/main" id="{3E717EF8-527A-4FC8-939F-F0DFDC9A46E2}"/>
              </a:ext>
            </a:extLst>
          </p:cNvPr>
          <p:cNvPicPr>
            <a:picLocks noChangeAspect="1"/>
          </p:cNvPicPr>
          <p:nvPr/>
        </p:nvPicPr>
        <p:blipFill>
          <a:blip r:embed="rId4"/>
          <a:stretch>
            <a:fillRect/>
          </a:stretch>
        </p:blipFill>
        <p:spPr>
          <a:xfrm>
            <a:off x="1735616" y="1661270"/>
            <a:ext cx="3124200" cy="1457325"/>
          </a:xfrm>
          <a:prstGeom prst="rect">
            <a:avLst/>
          </a:prstGeom>
        </p:spPr>
      </p:pic>
    </p:spTree>
    <p:extLst>
      <p:ext uri="{BB962C8B-B14F-4D97-AF65-F5344CB8AC3E}">
        <p14:creationId xmlns:p14="http://schemas.microsoft.com/office/powerpoint/2010/main" val="89879763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1825E3F-757F-4F86-B761-BB9CA76F4CEE}"/>
              </a:ext>
            </a:extLst>
          </p:cNvPr>
          <p:cNvSpPr txBox="1"/>
          <p:nvPr/>
        </p:nvSpPr>
        <p:spPr>
          <a:xfrm>
            <a:off x="4494881" y="1542992"/>
            <a:ext cx="6433851" cy="3970318"/>
          </a:xfrm>
          <a:prstGeom prst="rect">
            <a:avLst/>
          </a:prstGeom>
          <a:noFill/>
        </p:spPr>
        <p:txBody>
          <a:bodyPr wrap="square">
            <a:spAutoFit/>
          </a:bodyPr>
          <a:lstStyle/>
          <a:p>
            <a:r>
              <a:rPr lang="es-ES" dirty="0"/>
              <a:t>SOA proporciona una metodología y un marco de trabajo para mapear procesos de negocio a componentes de software en forma de servicios.  Esta metodología soporta la construcción de una planificación y un diseño minuciosos. </a:t>
            </a:r>
          </a:p>
          <a:p>
            <a:endParaRPr lang="es-ES" dirty="0"/>
          </a:p>
          <a:p>
            <a:r>
              <a:rPr lang="es-ES" dirty="0"/>
              <a:t>El éxito en SOA depende de </a:t>
            </a:r>
            <a:r>
              <a:rPr lang="es-ES" b="1" dirty="0">
                <a:solidFill>
                  <a:schemeClr val="accent1"/>
                </a:solidFill>
              </a:rPr>
              <a:t>definir primero los contratos y los límites </a:t>
            </a:r>
            <a:r>
              <a:rPr lang="es-ES" dirty="0"/>
              <a:t>de cada servicio antes de escribir una sola línea de código. </a:t>
            </a:r>
          </a:p>
          <a:p>
            <a:endParaRPr lang="es-ES" dirty="0"/>
          </a:p>
          <a:p>
            <a:r>
              <a:rPr lang="es-ES" dirty="0"/>
              <a:t>La metodología debe centrarse en la descomposición de capacidades de negocio en servicios reutilizables y autónomos.</a:t>
            </a:r>
          </a:p>
          <a:p>
            <a:endParaRPr lang="es-ES" dirty="0"/>
          </a:p>
          <a:p>
            <a:r>
              <a:rPr lang="es-ES" dirty="0">
                <a:highlight>
                  <a:srgbClr val="C0C0C0"/>
                </a:highlight>
              </a:rPr>
              <a:t>Objetivo: ensamblar y orquestar fácilmente para soportar diferentes procesos de negocio y escenarios de negocio diversificados.</a:t>
            </a:r>
          </a:p>
        </p:txBody>
      </p:sp>
      <p:sp>
        <p:nvSpPr>
          <p:cNvPr id="3" name="CuadroTexto 2">
            <a:extLst>
              <a:ext uri="{FF2B5EF4-FFF2-40B4-BE49-F238E27FC236}">
                <a16:creationId xmlns:a16="http://schemas.microsoft.com/office/drawing/2014/main" id="{DD2D69BF-9098-4A59-8B84-2B713AB3C7CC}"/>
              </a:ext>
            </a:extLst>
          </p:cNvPr>
          <p:cNvSpPr txBox="1"/>
          <p:nvPr/>
        </p:nvSpPr>
        <p:spPr>
          <a:xfrm flipH="1">
            <a:off x="244021" y="352539"/>
            <a:ext cx="9990647" cy="646331"/>
          </a:xfrm>
          <a:prstGeom prst="rect">
            <a:avLst/>
          </a:prstGeom>
          <a:noFill/>
        </p:spPr>
        <p:txBody>
          <a:bodyPr wrap="square" rtlCol="0">
            <a:spAutoFit/>
          </a:bodyPr>
          <a:lstStyle/>
          <a:p>
            <a:r>
              <a:rPr lang="es-CO" sz="3600" dirty="0"/>
              <a:t>METODOLOGÍA PARA LA DEFINICIÓN DE SERVICIOS</a:t>
            </a:r>
            <a:endParaRPr lang="es-419" sz="3600" dirty="0"/>
          </a:p>
        </p:txBody>
      </p:sp>
      <p:pic>
        <p:nvPicPr>
          <p:cNvPr id="4" name="Imagen 3">
            <a:extLst>
              <a:ext uri="{FF2B5EF4-FFF2-40B4-BE49-F238E27FC236}">
                <a16:creationId xmlns:a16="http://schemas.microsoft.com/office/drawing/2014/main" id="{39983473-44CE-4F3B-B2E0-5CD59FAC0450}"/>
              </a:ext>
            </a:extLst>
          </p:cNvPr>
          <p:cNvPicPr>
            <a:picLocks noChangeAspect="1"/>
          </p:cNvPicPr>
          <p:nvPr/>
        </p:nvPicPr>
        <p:blipFill>
          <a:blip r:embed="rId4"/>
          <a:stretch>
            <a:fillRect/>
          </a:stretch>
        </p:blipFill>
        <p:spPr>
          <a:xfrm>
            <a:off x="938084" y="2621788"/>
            <a:ext cx="2862532" cy="1550142"/>
          </a:xfrm>
          <a:prstGeom prst="rect">
            <a:avLst/>
          </a:prstGeom>
        </p:spPr>
      </p:pic>
    </p:spTree>
    <p:extLst>
      <p:ext uri="{BB962C8B-B14F-4D97-AF65-F5344CB8AC3E}">
        <p14:creationId xmlns:p14="http://schemas.microsoft.com/office/powerpoint/2010/main" val="428123124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C0393F8-1326-43A6-A1A7-0BF8B57FAA58}"/>
              </a:ext>
            </a:extLst>
          </p:cNvPr>
          <p:cNvSpPr txBox="1"/>
          <p:nvPr/>
        </p:nvSpPr>
        <p:spPr>
          <a:xfrm>
            <a:off x="5042971" y="2101578"/>
            <a:ext cx="6097836" cy="3416320"/>
          </a:xfrm>
          <a:prstGeom prst="rect">
            <a:avLst/>
          </a:prstGeom>
          <a:noFill/>
        </p:spPr>
        <p:txBody>
          <a:bodyPr wrap="square">
            <a:spAutoFit/>
          </a:bodyPr>
          <a:lstStyle/>
          <a:p>
            <a:pPr algn="l"/>
            <a:r>
              <a:rPr lang="es-ES" b="0" i="0" dirty="0">
                <a:solidFill>
                  <a:srgbClr val="404040"/>
                </a:solidFill>
                <a:effectLst/>
                <a:latin typeface="-apple-system"/>
              </a:rPr>
              <a:t>Principios básicos del diseño de servicios son:</a:t>
            </a:r>
          </a:p>
          <a:p>
            <a:pPr algn="l"/>
            <a:endParaRPr lang="es-ES" b="0" i="0" dirty="0">
              <a:solidFill>
                <a:srgbClr val="24292E"/>
              </a:solidFill>
              <a:effectLst/>
              <a:latin typeface="-apple-system"/>
            </a:endParaRPr>
          </a:p>
          <a:p>
            <a:pPr algn="l"/>
            <a:r>
              <a:rPr lang="es-ES" b="0" i="0" dirty="0">
                <a:solidFill>
                  <a:srgbClr val="24292E"/>
                </a:solidFill>
                <a:effectLst/>
                <a:latin typeface="-apple-system"/>
              </a:rPr>
              <a:t>Evitar </a:t>
            </a:r>
          </a:p>
          <a:p>
            <a:pPr algn="l"/>
            <a:endParaRPr lang="es-ES" b="0" i="0" dirty="0">
              <a:solidFill>
                <a:srgbClr val="24292E"/>
              </a:solidFill>
              <a:effectLst/>
              <a:latin typeface="-apple-system"/>
            </a:endParaRPr>
          </a:p>
          <a:p>
            <a:pPr marL="742950" lvl="1" indent="-285750">
              <a:buFont typeface="Wingdings" panose="05000000000000000000" pitchFamily="2" charset="2"/>
              <a:buChar char="Ø"/>
            </a:pPr>
            <a:r>
              <a:rPr lang="es-ES" b="0" i="0" dirty="0">
                <a:solidFill>
                  <a:srgbClr val="24292E"/>
                </a:solidFill>
                <a:effectLst/>
                <a:latin typeface="-apple-system"/>
              </a:rPr>
              <a:t>La duplicación de funciones entre servicios</a:t>
            </a:r>
          </a:p>
          <a:p>
            <a:pPr marL="742950" lvl="1" indent="-285750">
              <a:buFont typeface="Wingdings" panose="05000000000000000000" pitchFamily="2" charset="2"/>
              <a:buChar char="Ø"/>
            </a:pPr>
            <a:r>
              <a:rPr lang="es-ES" b="0" i="0" dirty="0">
                <a:solidFill>
                  <a:srgbClr val="24292E"/>
                </a:solidFill>
                <a:effectLst/>
                <a:latin typeface="-apple-system"/>
              </a:rPr>
              <a:t>La pérdida de funciones entre servicios</a:t>
            </a:r>
          </a:p>
          <a:p>
            <a:pPr marL="742950" lvl="1" indent="-285750">
              <a:buFont typeface="Wingdings" panose="05000000000000000000" pitchFamily="2" charset="2"/>
              <a:buChar char="Ø"/>
            </a:pPr>
            <a:r>
              <a:rPr lang="es-ES" b="0" i="0" dirty="0">
                <a:solidFill>
                  <a:srgbClr val="24292E"/>
                </a:solidFill>
                <a:effectLst/>
                <a:latin typeface="-apple-system"/>
              </a:rPr>
              <a:t>La repetición de datos</a:t>
            </a:r>
          </a:p>
          <a:p>
            <a:pPr algn="l">
              <a:buFont typeface="Arial" panose="020B0604020202020204" pitchFamily="34" charset="0"/>
              <a:buChar char="•"/>
            </a:pPr>
            <a:endParaRPr lang="es-ES" b="0" i="0" dirty="0">
              <a:solidFill>
                <a:srgbClr val="24292E"/>
              </a:solidFill>
              <a:effectLst/>
              <a:latin typeface="-apple-system"/>
            </a:endParaRPr>
          </a:p>
          <a:p>
            <a:pPr algn="l"/>
            <a:r>
              <a:rPr lang="es-ES" b="0" i="0" dirty="0">
                <a:solidFill>
                  <a:srgbClr val="24292E"/>
                </a:solidFill>
                <a:effectLst/>
                <a:latin typeface="-apple-system"/>
              </a:rPr>
              <a:t>Implementar el acceso colaborativo a los datos</a:t>
            </a:r>
          </a:p>
          <a:p>
            <a:pPr algn="l">
              <a:buFont typeface="Arial" panose="020B0604020202020204" pitchFamily="34" charset="0"/>
              <a:buChar char="•"/>
            </a:pPr>
            <a:endParaRPr lang="es-ES" b="0" i="0" dirty="0">
              <a:solidFill>
                <a:srgbClr val="24292E"/>
              </a:solidFill>
              <a:effectLst/>
              <a:latin typeface="-apple-system"/>
            </a:endParaRPr>
          </a:p>
          <a:p>
            <a:pPr algn="l"/>
            <a:r>
              <a:rPr lang="es-ES" b="0" i="0" dirty="0">
                <a:solidFill>
                  <a:srgbClr val="24292E"/>
                </a:solidFill>
                <a:effectLst/>
                <a:latin typeface="-apple-system"/>
              </a:rPr>
              <a:t>Utilizar un enfoque unificado y consistente para ejecutar una función determinada</a:t>
            </a:r>
          </a:p>
        </p:txBody>
      </p:sp>
      <p:sp>
        <p:nvSpPr>
          <p:cNvPr id="4" name="CuadroTexto 3">
            <a:extLst>
              <a:ext uri="{FF2B5EF4-FFF2-40B4-BE49-F238E27FC236}">
                <a16:creationId xmlns:a16="http://schemas.microsoft.com/office/drawing/2014/main" id="{B462FAA7-8A50-4F59-A4DD-7055253C360E}"/>
              </a:ext>
            </a:extLst>
          </p:cNvPr>
          <p:cNvSpPr txBox="1"/>
          <p:nvPr/>
        </p:nvSpPr>
        <p:spPr>
          <a:xfrm flipH="1">
            <a:off x="938085" y="484741"/>
            <a:ext cx="7842358" cy="646331"/>
          </a:xfrm>
          <a:prstGeom prst="rect">
            <a:avLst/>
          </a:prstGeom>
          <a:noFill/>
        </p:spPr>
        <p:txBody>
          <a:bodyPr wrap="square" rtlCol="0">
            <a:spAutoFit/>
          </a:bodyPr>
          <a:lstStyle/>
          <a:p>
            <a:r>
              <a:rPr lang="es-CO" sz="3600" dirty="0"/>
              <a:t>PRINCIPIOS DE DISEÑO</a:t>
            </a:r>
            <a:endParaRPr lang="es-419" sz="3600" dirty="0"/>
          </a:p>
        </p:txBody>
      </p:sp>
      <p:pic>
        <p:nvPicPr>
          <p:cNvPr id="3" name="Imagen 2">
            <a:extLst>
              <a:ext uri="{FF2B5EF4-FFF2-40B4-BE49-F238E27FC236}">
                <a16:creationId xmlns:a16="http://schemas.microsoft.com/office/drawing/2014/main" id="{6A1BC271-EB1D-40F0-926D-CB954008A265}"/>
              </a:ext>
            </a:extLst>
          </p:cNvPr>
          <p:cNvPicPr>
            <a:picLocks noChangeAspect="1"/>
          </p:cNvPicPr>
          <p:nvPr/>
        </p:nvPicPr>
        <p:blipFill>
          <a:blip r:embed="rId4"/>
          <a:stretch>
            <a:fillRect/>
          </a:stretch>
        </p:blipFill>
        <p:spPr>
          <a:xfrm>
            <a:off x="1270804" y="2484773"/>
            <a:ext cx="3031237" cy="2307564"/>
          </a:xfrm>
          <a:prstGeom prst="rect">
            <a:avLst/>
          </a:prstGeom>
        </p:spPr>
      </p:pic>
    </p:spTree>
    <p:extLst>
      <p:ext uri="{BB962C8B-B14F-4D97-AF65-F5344CB8AC3E}">
        <p14:creationId xmlns:p14="http://schemas.microsoft.com/office/powerpoint/2010/main" val="340988281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04536032-AD10-4D0E-A0F0-0B1FF78777D9}"/>
              </a:ext>
            </a:extLst>
          </p:cNvPr>
          <p:cNvSpPr txBox="1"/>
          <p:nvPr/>
        </p:nvSpPr>
        <p:spPr>
          <a:xfrm>
            <a:off x="859314" y="1995717"/>
            <a:ext cx="6681271" cy="3139321"/>
          </a:xfrm>
          <a:prstGeom prst="rect">
            <a:avLst/>
          </a:prstGeom>
          <a:noFill/>
        </p:spPr>
        <p:txBody>
          <a:bodyPr wrap="square">
            <a:spAutoFit/>
          </a:bodyPr>
          <a:lstStyle/>
          <a:p>
            <a:r>
              <a:rPr lang="es-ES" dirty="0"/>
              <a:t>Identificar las capacidades empresariales de alto nivel que se dan en funciones </a:t>
            </a:r>
            <a:r>
              <a:rPr lang="es-ES" dirty="0" err="1"/>
              <a:t>coheisvas</a:t>
            </a:r>
            <a:r>
              <a:rPr lang="es-ES" dirty="0"/>
              <a:t> (por ejemplo, gestión de clientes, procesamiento de pedidos, Procesamiento de Pagos).  </a:t>
            </a:r>
          </a:p>
          <a:p>
            <a:endParaRPr lang="es-ES" dirty="0"/>
          </a:p>
          <a:p>
            <a:r>
              <a:rPr lang="es-ES" dirty="0"/>
              <a:t>Herramienta sugerida: Mapas de capacidades (Orienta el análisis sobre los límites y la propiedad del servicio).</a:t>
            </a:r>
          </a:p>
          <a:p>
            <a:endParaRPr lang="es-ES" dirty="0">
              <a:solidFill>
                <a:srgbClr val="FF0000"/>
              </a:solidFill>
            </a:endParaRPr>
          </a:p>
          <a:p>
            <a:r>
              <a:rPr lang="es-ES" b="1" dirty="0">
                <a:highlight>
                  <a:srgbClr val="C0C0C0"/>
                </a:highlight>
              </a:rPr>
              <a:t>Evitar crear servicios demasiado pequeños (que saturen la red) o demasiado grandes (que se vuelvan monolitos difíciles de mantener).</a:t>
            </a:r>
          </a:p>
          <a:p>
            <a:endParaRPr lang="es-ES" dirty="0"/>
          </a:p>
        </p:txBody>
      </p:sp>
      <p:sp>
        <p:nvSpPr>
          <p:cNvPr id="3" name="CuadroTexto 2">
            <a:extLst>
              <a:ext uri="{FF2B5EF4-FFF2-40B4-BE49-F238E27FC236}">
                <a16:creationId xmlns:a16="http://schemas.microsoft.com/office/drawing/2014/main" id="{C898CC7A-4FB4-4C67-BB52-1DE2C4A097D4}"/>
              </a:ext>
            </a:extLst>
          </p:cNvPr>
          <p:cNvSpPr txBox="1"/>
          <p:nvPr/>
        </p:nvSpPr>
        <p:spPr>
          <a:xfrm flipH="1">
            <a:off x="938084" y="484741"/>
            <a:ext cx="9781327" cy="646331"/>
          </a:xfrm>
          <a:prstGeom prst="rect">
            <a:avLst/>
          </a:prstGeom>
          <a:noFill/>
        </p:spPr>
        <p:txBody>
          <a:bodyPr wrap="square" rtlCol="0">
            <a:spAutoFit/>
          </a:bodyPr>
          <a:lstStyle/>
          <a:p>
            <a:r>
              <a:rPr lang="es-ES" sz="3600" dirty="0"/>
              <a:t>P1. ENTENDER LAS CAPACIDADES EMPRESARIALES</a:t>
            </a:r>
          </a:p>
        </p:txBody>
      </p:sp>
      <p:pic>
        <p:nvPicPr>
          <p:cNvPr id="4" name="Imagen 3">
            <a:extLst>
              <a:ext uri="{FF2B5EF4-FFF2-40B4-BE49-F238E27FC236}">
                <a16:creationId xmlns:a16="http://schemas.microsoft.com/office/drawing/2014/main" id="{41A858AB-2E87-4CC1-9B7B-81C7D4E989EE}"/>
              </a:ext>
            </a:extLst>
          </p:cNvPr>
          <p:cNvPicPr>
            <a:picLocks noChangeAspect="1"/>
          </p:cNvPicPr>
          <p:nvPr/>
        </p:nvPicPr>
        <p:blipFill>
          <a:blip r:embed="rId4"/>
          <a:stretch>
            <a:fillRect/>
          </a:stretch>
        </p:blipFill>
        <p:spPr>
          <a:xfrm>
            <a:off x="8307648" y="2651242"/>
            <a:ext cx="2577017" cy="2281562"/>
          </a:xfrm>
          <a:prstGeom prst="rect">
            <a:avLst/>
          </a:prstGeom>
        </p:spPr>
      </p:pic>
    </p:spTree>
    <p:extLst>
      <p:ext uri="{BB962C8B-B14F-4D97-AF65-F5344CB8AC3E}">
        <p14:creationId xmlns:p14="http://schemas.microsoft.com/office/powerpoint/2010/main" val="348202604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6119C9A-E0EE-4E95-8A0D-07676FB9489F}"/>
              </a:ext>
            </a:extLst>
          </p:cNvPr>
          <p:cNvSpPr txBox="1"/>
          <p:nvPr/>
        </p:nvSpPr>
        <p:spPr>
          <a:xfrm>
            <a:off x="5266063" y="2465266"/>
            <a:ext cx="6731305" cy="3139321"/>
          </a:xfrm>
          <a:prstGeom prst="rect">
            <a:avLst/>
          </a:prstGeom>
          <a:noFill/>
        </p:spPr>
        <p:txBody>
          <a:bodyPr wrap="square">
            <a:spAutoFit/>
          </a:bodyPr>
          <a:lstStyle/>
          <a:p>
            <a:pPr algn="l"/>
            <a:r>
              <a:rPr lang="es-ES" b="0" i="0" dirty="0">
                <a:solidFill>
                  <a:srgbClr val="24292E"/>
                </a:solidFill>
                <a:effectLst/>
                <a:latin typeface="-apple-system"/>
              </a:rPr>
              <a:t>¿Quién es responsable de esta función?</a:t>
            </a:r>
          </a:p>
          <a:p>
            <a:pPr algn="l">
              <a:buFont typeface="Arial" panose="020B0604020202020204" pitchFamily="34" charset="0"/>
              <a:buChar char="•"/>
            </a:pPr>
            <a:endParaRPr lang="es-ES" b="0" i="0" dirty="0">
              <a:solidFill>
                <a:srgbClr val="24292E"/>
              </a:solidFill>
              <a:effectLst/>
              <a:latin typeface="-apple-system"/>
            </a:endParaRPr>
          </a:p>
          <a:p>
            <a:pPr algn="l"/>
            <a:r>
              <a:rPr lang="es-ES" b="0" i="0" dirty="0">
                <a:solidFill>
                  <a:srgbClr val="24292E"/>
                </a:solidFill>
                <a:effectLst/>
                <a:latin typeface="-apple-system"/>
              </a:rPr>
              <a:t>¿Dónde se utiliza esta función?</a:t>
            </a:r>
          </a:p>
          <a:p>
            <a:pPr algn="l">
              <a:buFont typeface="Arial" panose="020B0604020202020204" pitchFamily="34" charset="0"/>
              <a:buChar char="•"/>
            </a:pPr>
            <a:endParaRPr lang="es-ES" b="0" i="0" dirty="0">
              <a:solidFill>
                <a:srgbClr val="24292E"/>
              </a:solidFill>
              <a:effectLst/>
              <a:latin typeface="-apple-system"/>
            </a:endParaRPr>
          </a:p>
          <a:p>
            <a:pPr algn="l"/>
            <a:r>
              <a:rPr lang="es-ES" b="0" i="0" dirty="0">
                <a:solidFill>
                  <a:srgbClr val="24292E"/>
                </a:solidFill>
                <a:effectLst/>
                <a:latin typeface="-apple-system"/>
              </a:rPr>
              <a:t>¿Quién es el responsable de gestionar los datos designados?</a:t>
            </a:r>
          </a:p>
          <a:p>
            <a:pPr algn="l">
              <a:buFont typeface="Arial" panose="020B0604020202020204" pitchFamily="34" charset="0"/>
              <a:buChar char="•"/>
            </a:pPr>
            <a:endParaRPr lang="es-ES" b="0" i="0" dirty="0">
              <a:solidFill>
                <a:srgbClr val="24292E"/>
              </a:solidFill>
              <a:effectLst/>
              <a:latin typeface="-apple-system"/>
            </a:endParaRPr>
          </a:p>
          <a:p>
            <a:pPr algn="l"/>
            <a:r>
              <a:rPr lang="es-ES" b="0" i="0" dirty="0">
                <a:solidFill>
                  <a:srgbClr val="24292E"/>
                </a:solidFill>
                <a:effectLst/>
                <a:latin typeface="-apple-system"/>
              </a:rPr>
              <a:t>¿Quién es responsable de definir e implementar las reglas </a:t>
            </a:r>
            <a:r>
              <a:rPr lang="es-ES" dirty="0">
                <a:solidFill>
                  <a:srgbClr val="24292E"/>
                </a:solidFill>
                <a:latin typeface="-apple-system"/>
              </a:rPr>
              <a:t>del negocio</a:t>
            </a:r>
            <a:r>
              <a:rPr lang="es-ES" b="0" i="0" dirty="0">
                <a:solidFill>
                  <a:srgbClr val="24292E"/>
                </a:solidFill>
                <a:effectLst/>
                <a:latin typeface="-apple-system"/>
              </a:rPr>
              <a:t>?</a:t>
            </a:r>
          </a:p>
          <a:p>
            <a:pPr algn="l"/>
            <a:endParaRPr lang="es-ES" b="0" i="0" dirty="0">
              <a:solidFill>
                <a:srgbClr val="24292E"/>
              </a:solidFill>
              <a:effectLst/>
              <a:latin typeface="-apple-system"/>
            </a:endParaRPr>
          </a:p>
          <a:p>
            <a:pPr algn="l"/>
            <a:r>
              <a:rPr lang="es-ES" b="0" i="0" dirty="0">
                <a:solidFill>
                  <a:srgbClr val="24292E"/>
                </a:solidFill>
                <a:effectLst/>
                <a:latin typeface="-apple-system"/>
              </a:rPr>
              <a:t>¿Qué paso del proceso tiene el conocimiento específico necesario para realizar esta tarea?</a:t>
            </a:r>
          </a:p>
        </p:txBody>
      </p:sp>
      <p:sp>
        <p:nvSpPr>
          <p:cNvPr id="5" name="CuadroTexto 4">
            <a:extLst>
              <a:ext uri="{FF2B5EF4-FFF2-40B4-BE49-F238E27FC236}">
                <a16:creationId xmlns:a16="http://schemas.microsoft.com/office/drawing/2014/main" id="{C2235164-9449-4385-AF91-8BC28C7F20B4}"/>
              </a:ext>
            </a:extLst>
          </p:cNvPr>
          <p:cNvSpPr txBox="1"/>
          <p:nvPr/>
        </p:nvSpPr>
        <p:spPr>
          <a:xfrm flipH="1">
            <a:off x="938085" y="484741"/>
            <a:ext cx="9439804" cy="646331"/>
          </a:xfrm>
          <a:prstGeom prst="rect">
            <a:avLst/>
          </a:prstGeom>
          <a:noFill/>
        </p:spPr>
        <p:txBody>
          <a:bodyPr wrap="square" rtlCol="0">
            <a:spAutoFit/>
          </a:bodyPr>
          <a:lstStyle/>
          <a:p>
            <a:r>
              <a:rPr lang="es-CO" sz="3600" dirty="0"/>
              <a:t>PREGUNTAS PARA IDENTIFICAR SERVICIOS</a:t>
            </a:r>
            <a:endParaRPr lang="es-419" sz="3600" dirty="0"/>
          </a:p>
        </p:txBody>
      </p:sp>
      <p:pic>
        <p:nvPicPr>
          <p:cNvPr id="3" name="Imagen 2">
            <a:extLst>
              <a:ext uri="{FF2B5EF4-FFF2-40B4-BE49-F238E27FC236}">
                <a16:creationId xmlns:a16="http://schemas.microsoft.com/office/drawing/2014/main" id="{E09F093C-4E86-4671-8A20-E9046ED40C34}"/>
              </a:ext>
            </a:extLst>
          </p:cNvPr>
          <p:cNvPicPr>
            <a:picLocks noChangeAspect="1"/>
          </p:cNvPicPr>
          <p:nvPr/>
        </p:nvPicPr>
        <p:blipFill>
          <a:blip r:embed="rId4"/>
          <a:stretch>
            <a:fillRect/>
          </a:stretch>
        </p:blipFill>
        <p:spPr>
          <a:xfrm>
            <a:off x="1163187" y="2465266"/>
            <a:ext cx="3386650" cy="2160256"/>
          </a:xfrm>
          <a:prstGeom prst="rect">
            <a:avLst/>
          </a:prstGeom>
        </p:spPr>
      </p:pic>
    </p:spTree>
    <p:extLst>
      <p:ext uri="{BB962C8B-B14F-4D97-AF65-F5344CB8AC3E}">
        <p14:creationId xmlns:p14="http://schemas.microsoft.com/office/powerpoint/2010/main" val="620303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C697331-750A-4DE4-A47E-E458A050E6BF}"/>
              </a:ext>
            </a:extLst>
          </p:cNvPr>
          <p:cNvSpPr txBox="1"/>
          <p:nvPr/>
        </p:nvSpPr>
        <p:spPr>
          <a:xfrm>
            <a:off x="963287" y="1575006"/>
            <a:ext cx="10265426" cy="923330"/>
          </a:xfrm>
          <a:prstGeom prst="rect">
            <a:avLst/>
          </a:prstGeom>
          <a:noFill/>
        </p:spPr>
        <p:txBody>
          <a:bodyPr wrap="square">
            <a:spAutoFit/>
          </a:bodyPr>
          <a:lstStyle/>
          <a:p>
            <a:r>
              <a:rPr lang="es-ES" dirty="0"/>
              <a:t>Un Mapa de capacidades es </a:t>
            </a:r>
            <a:r>
              <a:rPr lang="es-ES" b="0" i="0" dirty="0">
                <a:solidFill>
                  <a:srgbClr val="333333"/>
                </a:solidFill>
                <a:effectLst/>
                <a:latin typeface="Source Sans Pro" panose="020B0503030403020204" pitchFamily="34" charset="0"/>
              </a:rPr>
              <a:t>una representación visual de los elementos esenciales de un negocio. </a:t>
            </a:r>
            <a:r>
              <a:rPr lang="es-ES" dirty="0">
                <a:solidFill>
                  <a:srgbClr val="333333"/>
                </a:solidFill>
                <a:latin typeface="Source Sans Pro" panose="020B0503030403020204" pitchFamily="34" charset="0"/>
              </a:rPr>
              <a:t>Este a</a:t>
            </a:r>
            <a:r>
              <a:rPr lang="es-ES" b="0" i="0" dirty="0">
                <a:solidFill>
                  <a:srgbClr val="333333"/>
                </a:solidFill>
                <a:effectLst/>
                <a:latin typeface="Source Sans Pro" panose="020B0503030403020204" pitchFamily="34" charset="0"/>
              </a:rPr>
              <a:t>yuda a comprender y comunicar los componentes que conforman las cadenas de valor de la organización.</a:t>
            </a:r>
            <a:endParaRPr lang="es-419" dirty="0"/>
          </a:p>
        </p:txBody>
      </p:sp>
      <p:pic>
        <p:nvPicPr>
          <p:cNvPr id="5" name="Imagen 4">
            <a:extLst>
              <a:ext uri="{FF2B5EF4-FFF2-40B4-BE49-F238E27FC236}">
                <a16:creationId xmlns:a16="http://schemas.microsoft.com/office/drawing/2014/main" id="{1C890A5E-4EBF-4527-B24B-34B3E3BDF5F4}"/>
              </a:ext>
            </a:extLst>
          </p:cNvPr>
          <p:cNvPicPr>
            <a:picLocks noChangeAspect="1"/>
          </p:cNvPicPr>
          <p:nvPr/>
        </p:nvPicPr>
        <p:blipFill>
          <a:blip r:embed="rId4"/>
          <a:stretch>
            <a:fillRect/>
          </a:stretch>
        </p:blipFill>
        <p:spPr>
          <a:xfrm>
            <a:off x="1971622" y="2942270"/>
            <a:ext cx="7372729" cy="3391074"/>
          </a:xfrm>
          <a:prstGeom prst="rect">
            <a:avLst/>
          </a:prstGeom>
        </p:spPr>
      </p:pic>
      <p:sp>
        <p:nvSpPr>
          <p:cNvPr id="6" name="CuadroTexto 5">
            <a:extLst>
              <a:ext uri="{FF2B5EF4-FFF2-40B4-BE49-F238E27FC236}">
                <a16:creationId xmlns:a16="http://schemas.microsoft.com/office/drawing/2014/main" id="{8C8219E1-F521-48BA-BE3C-81EF47F9503A}"/>
              </a:ext>
            </a:extLst>
          </p:cNvPr>
          <p:cNvSpPr txBox="1"/>
          <p:nvPr/>
        </p:nvSpPr>
        <p:spPr>
          <a:xfrm flipH="1">
            <a:off x="938085" y="484741"/>
            <a:ext cx="9439804" cy="646331"/>
          </a:xfrm>
          <a:prstGeom prst="rect">
            <a:avLst/>
          </a:prstGeom>
          <a:noFill/>
        </p:spPr>
        <p:txBody>
          <a:bodyPr wrap="square" rtlCol="0">
            <a:spAutoFit/>
          </a:bodyPr>
          <a:lstStyle/>
          <a:p>
            <a:r>
              <a:rPr lang="es-CO" sz="3600" dirty="0"/>
              <a:t>P1.1. DESARROLLAR EL MAPA DE CAPACIDADES</a:t>
            </a:r>
            <a:endParaRPr lang="es-419" sz="3600" dirty="0"/>
          </a:p>
        </p:txBody>
      </p:sp>
    </p:spTree>
    <p:extLst>
      <p:ext uri="{BB962C8B-B14F-4D97-AF65-F5344CB8AC3E}">
        <p14:creationId xmlns:p14="http://schemas.microsoft.com/office/powerpoint/2010/main" val="363476429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04E1E0C-8404-48A5-83C8-808864B77181}"/>
              </a:ext>
            </a:extLst>
          </p:cNvPr>
          <p:cNvSpPr txBox="1"/>
          <p:nvPr/>
        </p:nvSpPr>
        <p:spPr>
          <a:xfrm>
            <a:off x="358235" y="1927639"/>
            <a:ext cx="8697630" cy="4524315"/>
          </a:xfrm>
          <a:prstGeom prst="rect">
            <a:avLst/>
          </a:prstGeom>
          <a:noFill/>
        </p:spPr>
        <p:txBody>
          <a:bodyPr wrap="square">
            <a:spAutoFit/>
          </a:bodyPr>
          <a:lstStyle/>
          <a:p>
            <a:r>
              <a:rPr lang="es-ES" dirty="0"/>
              <a:t>Preguntas: </a:t>
            </a:r>
          </a:p>
          <a:p>
            <a:pPr marL="285750" indent="-285750">
              <a:buFont typeface="Arial" panose="020B0604020202020204" pitchFamily="34" charset="0"/>
              <a:buChar char="•"/>
            </a:pPr>
            <a:r>
              <a:rPr lang="es-ES" dirty="0"/>
              <a:t>¿Qué tipo de funciones empresariales proporciona? ➡️</a:t>
            </a:r>
            <a:r>
              <a:rPr lang="es-419" b="0" i="0" dirty="0">
                <a:solidFill>
                  <a:srgbClr val="24292E"/>
                </a:solidFill>
                <a:effectLst/>
                <a:latin typeface="-apple-system"/>
              </a:rPr>
              <a:t>Dependencia de características</a:t>
            </a:r>
            <a:endParaRPr lang="es-ES" dirty="0"/>
          </a:p>
          <a:p>
            <a:pPr marL="285750" indent="-285750">
              <a:buFont typeface="Arial" panose="020B0604020202020204" pitchFamily="34" charset="0"/>
              <a:buChar char="•"/>
            </a:pPr>
            <a:r>
              <a:rPr lang="es-ES" dirty="0"/>
              <a:t>¿Qué impacto tiene el servicio en los datos con valor empresarial? ➡️ </a:t>
            </a:r>
            <a:r>
              <a:rPr lang="es-419" b="0" i="0" dirty="0">
                <a:solidFill>
                  <a:srgbClr val="24292E"/>
                </a:solidFill>
                <a:effectLst/>
                <a:latin typeface="-apple-system"/>
              </a:rPr>
              <a:t>Dependencia de datos</a:t>
            </a:r>
          </a:p>
          <a:p>
            <a:endParaRPr lang="es-ES" dirty="0"/>
          </a:p>
          <a:p>
            <a:endParaRPr lang="es-ES" dirty="0"/>
          </a:p>
          <a:p>
            <a:pPr lvl="1"/>
            <a:r>
              <a:rPr lang="es-ES" dirty="0"/>
              <a:t>Ejemplo: </a:t>
            </a:r>
            <a:r>
              <a:rPr lang="es-ES" b="0" i="0" dirty="0">
                <a:solidFill>
                  <a:srgbClr val="404040"/>
                </a:solidFill>
                <a:effectLst/>
                <a:latin typeface="-apple-system"/>
              </a:rPr>
              <a:t>Un servicio de transacciones se encarga de sus propias responsabilidades y se apoya en servicios  subyacentes para completar el proceso. </a:t>
            </a:r>
          </a:p>
          <a:p>
            <a:pPr lvl="1"/>
            <a:endParaRPr lang="es-ES" dirty="0">
              <a:solidFill>
                <a:srgbClr val="404040"/>
              </a:solidFill>
              <a:latin typeface="-apple-system"/>
            </a:endParaRPr>
          </a:p>
          <a:p>
            <a:pPr lvl="1"/>
            <a:r>
              <a:rPr lang="es-ES" b="0" i="0" dirty="0">
                <a:solidFill>
                  <a:srgbClr val="404040"/>
                </a:solidFill>
                <a:effectLst/>
                <a:latin typeface="-apple-system"/>
              </a:rPr>
              <a:t>El servicio de transacciones (</a:t>
            </a:r>
            <a:r>
              <a:rPr lang="es-ES" b="0" i="0" dirty="0" err="1">
                <a:solidFill>
                  <a:srgbClr val="404040"/>
                </a:solidFill>
                <a:effectLst/>
                <a:latin typeface="-apple-system"/>
              </a:rPr>
              <a:t>reusa</a:t>
            </a:r>
            <a:r>
              <a:rPr lang="es-ES" b="0" i="0" dirty="0">
                <a:solidFill>
                  <a:srgbClr val="404040"/>
                </a:solidFill>
                <a:effectLst/>
                <a:latin typeface="-apple-system"/>
              </a:rPr>
              <a:t>) el servicio de producto, el servicio de inventario, el servicio de marketing, el servicio de pedidos y el servicio de pagos. Estos servicios se pueden utilizar en cualquier lugar para realizar funciones comerciales consistentes.</a:t>
            </a:r>
          </a:p>
          <a:p>
            <a:endParaRPr lang="es-ES" b="0" i="0" dirty="0">
              <a:solidFill>
                <a:srgbClr val="404040"/>
              </a:solidFill>
              <a:effectLst/>
              <a:latin typeface="-apple-system"/>
            </a:endParaRPr>
          </a:p>
          <a:p>
            <a:r>
              <a:rPr lang="es-ES" b="1" i="0" dirty="0">
                <a:solidFill>
                  <a:srgbClr val="00B050"/>
                </a:solidFill>
                <a:effectLst/>
                <a:latin typeface="-apple-system"/>
              </a:rPr>
              <a:t>Un buen diseño de servicio no solo se centra en la reutilización sino que también proporciona consistencia, incluida la consistencia de funciones y la consistencia de datos.</a:t>
            </a:r>
          </a:p>
          <a:p>
            <a:endParaRPr lang="es-ES" dirty="0">
              <a:solidFill>
                <a:srgbClr val="404040"/>
              </a:solidFill>
              <a:latin typeface="-apple-system"/>
            </a:endParaRPr>
          </a:p>
        </p:txBody>
      </p:sp>
      <p:sp>
        <p:nvSpPr>
          <p:cNvPr id="3" name="CuadroTexto 2">
            <a:extLst>
              <a:ext uri="{FF2B5EF4-FFF2-40B4-BE49-F238E27FC236}">
                <a16:creationId xmlns:a16="http://schemas.microsoft.com/office/drawing/2014/main" id="{4278B0A3-DF50-4E4C-B17D-533E89129564}"/>
              </a:ext>
            </a:extLst>
          </p:cNvPr>
          <p:cNvSpPr txBox="1"/>
          <p:nvPr/>
        </p:nvSpPr>
        <p:spPr>
          <a:xfrm flipH="1">
            <a:off x="938084" y="484741"/>
            <a:ext cx="9781327" cy="1200329"/>
          </a:xfrm>
          <a:prstGeom prst="rect">
            <a:avLst/>
          </a:prstGeom>
          <a:noFill/>
        </p:spPr>
        <p:txBody>
          <a:bodyPr wrap="square" rtlCol="0">
            <a:spAutoFit/>
          </a:bodyPr>
          <a:lstStyle/>
          <a:p>
            <a:r>
              <a:rPr lang="es-ES" sz="3600" dirty="0"/>
              <a:t>P1.2. DEFINIR EL TIPO DE ACOPLAMIENTO DE LOS SERVICIOS</a:t>
            </a:r>
          </a:p>
        </p:txBody>
      </p:sp>
      <p:pic>
        <p:nvPicPr>
          <p:cNvPr id="4" name="Imagen 3">
            <a:extLst>
              <a:ext uri="{FF2B5EF4-FFF2-40B4-BE49-F238E27FC236}">
                <a16:creationId xmlns:a16="http://schemas.microsoft.com/office/drawing/2014/main" id="{4B28B41E-27D2-43D6-B572-3730B7A320DA}"/>
              </a:ext>
            </a:extLst>
          </p:cNvPr>
          <p:cNvPicPr>
            <a:picLocks noChangeAspect="1"/>
          </p:cNvPicPr>
          <p:nvPr/>
        </p:nvPicPr>
        <p:blipFill>
          <a:blip r:embed="rId4"/>
          <a:stretch>
            <a:fillRect/>
          </a:stretch>
        </p:blipFill>
        <p:spPr>
          <a:xfrm>
            <a:off x="9432565" y="3170977"/>
            <a:ext cx="2573692" cy="1832925"/>
          </a:xfrm>
          <a:prstGeom prst="rect">
            <a:avLst/>
          </a:prstGeom>
        </p:spPr>
      </p:pic>
    </p:spTree>
    <p:extLst>
      <p:ext uri="{BB962C8B-B14F-4D97-AF65-F5344CB8AC3E}">
        <p14:creationId xmlns:p14="http://schemas.microsoft.com/office/powerpoint/2010/main" val="359187096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607A2E9-70E2-4DBD-B052-D1C7D3B046CB}"/>
              </a:ext>
            </a:extLst>
          </p:cNvPr>
          <p:cNvSpPr txBox="1"/>
          <p:nvPr/>
        </p:nvSpPr>
        <p:spPr>
          <a:xfrm>
            <a:off x="495760" y="2679940"/>
            <a:ext cx="7777907" cy="3693319"/>
          </a:xfrm>
          <a:prstGeom prst="rect">
            <a:avLst/>
          </a:prstGeom>
          <a:noFill/>
        </p:spPr>
        <p:txBody>
          <a:bodyPr wrap="square">
            <a:spAutoFit/>
          </a:bodyPr>
          <a:lstStyle/>
          <a:p>
            <a:r>
              <a:rPr lang="es-ES" dirty="0"/>
              <a:t>Desglosar las funciones relevantes y aislar la información relevante.</a:t>
            </a:r>
          </a:p>
          <a:p>
            <a:endParaRPr lang="es-ES" dirty="0"/>
          </a:p>
          <a:p>
            <a:pPr lvl="1"/>
            <a:r>
              <a:rPr lang="es-ES" dirty="0"/>
              <a:t>Por ejemplo, cuando se desglosa la función de transacción en línea, se pueden identificar los servicios funcionales componentes para usuarios, productos, inventarios, marketing, pedidos y pagos.</a:t>
            </a:r>
          </a:p>
          <a:p>
            <a:endParaRPr lang="es-ES" dirty="0"/>
          </a:p>
          <a:p>
            <a:pPr lvl="1"/>
            <a:r>
              <a:rPr lang="es-ES" dirty="0"/>
              <a:t>Cuando se </a:t>
            </a:r>
            <a:r>
              <a:rPr lang="es-ES" dirty="0" err="1"/>
              <a:t>aisla</a:t>
            </a:r>
            <a:r>
              <a:rPr lang="es-ES" dirty="0"/>
              <a:t> la información relevante, se puede identificar la información compartida en las órdenes de transacción, como la información del usuario y la información del producto.</a:t>
            </a:r>
          </a:p>
          <a:p>
            <a:endParaRPr lang="es-ES" dirty="0"/>
          </a:p>
          <a:p>
            <a:r>
              <a:rPr lang="es-ES" dirty="0"/>
              <a:t>Por lo tanto, el diseño de servicios para una arquitectura orientada a servicios debe tener en cuenta todos los procesos.</a:t>
            </a:r>
          </a:p>
          <a:p>
            <a:endParaRPr lang="es-419" dirty="0"/>
          </a:p>
        </p:txBody>
      </p:sp>
      <p:sp>
        <p:nvSpPr>
          <p:cNvPr id="3" name="CuadroTexto 2">
            <a:extLst>
              <a:ext uri="{FF2B5EF4-FFF2-40B4-BE49-F238E27FC236}">
                <a16:creationId xmlns:a16="http://schemas.microsoft.com/office/drawing/2014/main" id="{E6D63B3D-CC4A-4A84-ABCC-5FF7CBA0CCA5}"/>
              </a:ext>
            </a:extLst>
          </p:cNvPr>
          <p:cNvSpPr txBox="1"/>
          <p:nvPr/>
        </p:nvSpPr>
        <p:spPr>
          <a:xfrm flipH="1">
            <a:off x="938084" y="484741"/>
            <a:ext cx="9781327" cy="1200329"/>
          </a:xfrm>
          <a:prstGeom prst="rect">
            <a:avLst/>
          </a:prstGeom>
          <a:noFill/>
        </p:spPr>
        <p:txBody>
          <a:bodyPr wrap="square" rtlCol="0">
            <a:spAutoFit/>
          </a:bodyPr>
          <a:lstStyle/>
          <a:p>
            <a:r>
              <a:rPr lang="es-ES" sz="3600" dirty="0"/>
              <a:t>P1.3. DETERMINAR LOS SERVICIOS QUE SE NECESITAN Y LAS FUNCIONES QUE DEBEN CUMPLIR</a:t>
            </a:r>
          </a:p>
        </p:txBody>
      </p:sp>
      <p:pic>
        <p:nvPicPr>
          <p:cNvPr id="1026" name="Picture 2" descr="metodologia científica para o seu TCC">
            <a:extLst>
              <a:ext uri="{FF2B5EF4-FFF2-40B4-BE49-F238E27FC236}">
                <a16:creationId xmlns:a16="http://schemas.microsoft.com/office/drawing/2014/main" id="{E226A531-A368-4B51-9DDF-763D9FDB48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5116" y="3296798"/>
            <a:ext cx="3157942" cy="2101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40241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8046FE0-5970-4326-8FAD-9C5E1FD50F6D}"/>
              </a:ext>
            </a:extLst>
          </p:cNvPr>
          <p:cNvSpPr txBox="1"/>
          <p:nvPr/>
        </p:nvSpPr>
        <p:spPr>
          <a:xfrm>
            <a:off x="4098275" y="1960689"/>
            <a:ext cx="7932144" cy="4524315"/>
          </a:xfrm>
          <a:prstGeom prst="rect">
            <a:avLst/>
          </a:prstGeom>
          <a:noFill/>
        </p:spPr>
        <p:txBody>
          <a:bodyPr wrap="square">
            <a:spAutoFit/>
          </a:bodyPr>
          <a:lstStyle/>
          <a:p>
            <a:pPr marL="285750" indent="-285750">
              <a:buFont typeface="Arial" panose="020B0604020202020204" pitchFamily="34" charset="0"/>
              <a:buChar char="•"/>
            </a:pPr>
            <a:r>
              <a:rPr lang="es-ES" dirty="0"/>
              <a:t>Para cada capacidad, defina servicios candidatos que encapsulen responsabilidades coherentes.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Evite mezclar asuntos no relacionados en un mismo servicio; busque una alta cohesión y un bajo acoplamiento.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Agrupar la lógica que debe cambiar junta para mantener una alta cohesión y bajo acoplamiento.</a:t>
            </a:r>
          </a:p>
          <a:p>
            <a:endParaRPr lang="es-ES" dirty="0"/>
          </a:p>
          <a:p>
            <a:pPr marL="285750" indent="-285750">
              <a:buFont typeface="Arial" panose="020B0604020202020204" pitchFamily="34" charset="0"/>
              <a:buChar char="•"/>
            </a:pPr>
            <a:r>
              <a:rPr lang="es-ES" b="1" dirty="0">
                <a:solidFill>
                  <a:schemeClr val="accent1"/>
                </a:solidFill>
              </a:rPr>
              <a:t>Para determinar la granularidad de los servicios:</a:t>
            </a:r>
          </a:p>
          <a:p>
            <a:endParaRPr lang="es-ES" dirty="0"/>
          </a:p>
          <a:p>
            <a:pPr marL="742950" lvl="1" indent="-285750">
              <a:buFont typeface="Wingdings" panose="05000000000000000000" pitchFamily="2" charset="2"/>
              <a:buChar char="Ø"/>
            </a:pPr>
            <a:r>
              <a:rPr lang="es-ES" dirty="0"/>
              <a:t>¿Quiénes son los consumidores potenciales del servicio? ¿Son otros servicios, procesos de negocio o socios externos?</a:t>
            </a:r>
          </a:p>
          <a:p>
            <a:pPr marL="742950" lvl="1" indent="-285750">
              <a:buFont typeface="Wingdings" panose="05000000000000000000" pitchFamily="2" charset="2"/>
              <a:buChar char="Ø"/>
            </a:pPr>
            <a:r>
              <a:rPr lang="es-ES" dirty="0"/>
              <a:t>¿Dónde se consume el servicio? ¿Cómo se consume? </a:t>
            </a:r>
          </a:p>
          <a:p>
            <a:pPr marL="742950" lvl="1" indent="-285750">
              <a:buFont typeface="Wingdings" panose="05000000000000000000" pitchFamily="2" charset="2"/>
              <a:buChar char="Ø"/>
            </a:pPr>
            <a:r>
              <a:rPr lang="es-ES" dirty="0"/>
              <a:t>¿Cuáles son los requisitos de desempeño del servicio?</a:t>
            </a:r>
          </a:p>
          <a:p>
            <a:pPr marL="742950" lvl="1" indent="-285750">
              <a:buFont typeface="Wingdings" panose="05000000000000000000" pitchFamily="2" charset="2"/>
              <a:buChar char="Ø"/>
            </a:pPr>
            <a:r>
              <a:rPr lang="es-ES" dirty="0"/>
              <a:t>¿Cuál es el alcance o límite comercial esperado del servicio?</a:t>
            </a:r>
          </a:p>
        </p:txBody>
      </p:sp>
      <p:sp>
        <p:nvSpPr>
          <p:cNvPr id="3" name="CuadroTexto 2">
            <a:extLst>
              <a:ext uri="{FF2B5EF4-FFF2-40B4-BE49-F238E27FC236}">
                <a16:creationId xmlns:a16="http://schemas.microsoft.com/office/drawing/2014/main" id="{E59E225A-6EFE-410F-B002-8E105B13163B}"/>
              </a:ext>
            </a:extLst>
          </p:cNvPr>
          <p:cNvSpPr txBox="1"/>
          <p:nvPr/>
        </p:nvSpPr>
        <p:spPr>
          <a:xfrm flipH="1">
            <a:off x="938084" y="484741"/>
            <a:ext cx="9781327" cy="1200329"/>
          </a:xfrm>
          <a:prstGeom prst="rect">
            <a:avLst/>
          </a:prstGeom>
          <a:noFill/>
        </p:spPr>
        <p:txBody>
          <a:bodyPr wrap="square" rtlCol="0">
            <a:spAutoFit/>
          </a:bodyPr>
          <a:lstStyle/>
          <a:p>
            <a:r>
              <a:rPr lang="es-ES" sz="3600" dirty="0"/>
              <a:t>P2. SELECCIONAR CANDIDATOS A SERVICIOS CON DEFINICIÓN PRELIMINAR DE SUS LÍMITES</a:t>
            </a:r>
          </a:p>
        </p:txBody>
      </p:sp>
      <p:pic>
        <p:nvPicPr>
          <p:cNvPr id="7" name="Imagen 6">
            <a:extLst>
              <a:ext uri="{FF2B5EF4-FFF2-40B4-BE49-F238E27FC236}">
                <a16:creationId xmlns:a16="http://schemas.microsoft.com/office/drawing/2014/main" id="{5968AC1F-E2A7-4A1E-B040-98A940F602D1}"/>
              </a:ext>
            </a:extLst>
          </p:cNvPr>
          <p:cNvPicPr>
            <a:picLocks noChangeAspect="1"/>
          </p:cNvPicPr>
          <p:nvPr/>
        </p:nvPicPr>
        <p:blipFill>
          <a:blip r:embed="rId4"/>
          <a:stretch>
            <a:fillRect/>
          </a:stretch>
        </p:blipFill>
        <p:spPr>
          <a:xfrm>
            <a:off x="618887" y="2991423"/>
            <a:ext cx="3279969" cy="1988201"/>
          </a:xfrm>
          <a:prstGeom prst="rect">
            <a:avLst/>
          </a:prstGeom>
        </p:spPr>
      </p:pic>
    </p:spTree>
    <p:extLst>
      <p:ext uri="{BB962C8B-B14F-4D97-AF65-F5344CB8AC3E}">
        <p14:creationId xmlns:p14="http://schemas.microsoft.com/office/powerpoint/2010/main" val="48225799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CBBFE10-882A-4822-AB2C-94DCB23B11F2}"/>
              </a:ext>
            </a:extLst>
          </p:cNvPr>
          <p:cNvSpPr txBox="1"/>
          <p:nvPr/>
        </p:nvSpPr>
        <p:spPr>
          <a:xfrm>
            <a:off x="4329629" y="1439544"/>
            <a:ext cx="7522683" cy="5355312"/>
          </a:xfrm>
          <a:prstGeom prst="rect">
            <a:avLst/>
          </a:prstGeom>
          <a:noFill/>
        </p:spPr>
        <p:txBody>
          <a:bodyPr wrap="square">
            <a:spAutoFit/>
          </a:bodyPr>
          <a:lstStyle/>
          <a:p>
            <a:r>
              <a:rPr lang="es-ES" b="1" u="sng" dirty="0">
                <a:solidFill>
                  <a:srgbClr val="00B050"/>
                </a:solidFill>
              </a:rPr>
              <a:t>Procesos de negocio de </a:t>
            </a:r>
            <a:r>
              <a:rPr lang="es-ES" b="1" u="sng" dirty="0" err="1">
                <a:solidFill>
                  <a:srgbClr val="00B050"/>
                </a:solidFill>
              </a:rPr>
              <a:t>end</a:t>
            </a:r>
            <a:r>
              <a:rPr lang="es-ES" b="1" u="sng" dirty="0">
                <a:solidFill>
                  <a:srgbClr val="00B050"/>
                </a:solidFill>
              </a:rPr>
              <a:t> </a:t>
            </a:r>
            <a:r>
              <a:rPr lang="es-ES" b="1" u="sng" dirty="0" err="1">
                <a:solidFill>
                  <a:srgbClr val="00B050"/>
                </a:solidFill>
              </a:rPr>
              <a:t>to</a:t>
            </a:r>
            <a:r>
              <a:rPr lang="es-ES" b="1" u="sng" dirty="0">
                <a:solidFill>
                  <a:srgbClr val="00B050"/>
                </a:solidFill>
              </a:rPr>
              <a:t> </a:t>
            </a:r>
            <a:r>
              <a:rPr lang="es-ES" b="1" u="sng" dirty="0" err="1">
                <a:solidFill>
                  <a:srgbClr val="00B050"/>
                </a:solidFill>
              </a:rPr>
              <a:t>end</a:t>
            </a:r>
            <a:endParaRPr lang="es-ES" b="1" u="sng" dirty="0">
              <a:solidFill>
                <a:srgbClr val="00B050"/>
              </a:solidFill>
            </a:endParaRPr>
          </a:p>
          <a:p>
            <a:endParaRPr lang="es-ES" dirty="0"/>
          </a:p>
          <a:p>
            <a:r>
              <a:rPr lang="es-ES" dirty="0"/>
              <a:t>Un proceso empresarial generalmente se extiende a toda la empresa o abarca varios dominios de negocio en la plataforma y está compuesto de servicios subyacentes.</a:t>
            </a:r>
            <a:br>
              <a:rPr lang="es-ES" dirty="0"/>
            </a:br>
            <a:endParaRPr lang="es-ES" dirty="0"/>
          </a:p>
          <a:p>
            <a:r>
              <a:rPr lang="es-ES" b="1" i="0" dirty="0">
                <a:solidFill>
                  <a:srgbClr val="0F1115"/>
                </a:solidFill>
                <a:effectLst/>
                <a:latin typeface="quote-cjk-patch"/>
              </a:rPr>
              <a:t>Ejemplo:</a:t>
            </a:r>
            <a:r>
              <a:rPr lang="es-ES" b="0" i="0" dirty="0">
                <a:solidFill>
                  <a:srgbClr val="0F1115"/>
                </a:solidFill>
                <a:effectLst/>
                <a:latin typeface="quote-cjk-patch"/>
              </a:rPr>
              <a:t> Proceso de "Gestión de un Pedido".</a:t>
            </a:r>
          </a:p>
          <a:p>
            <a:endParaRPr lang="es-ES" dirty="0"/>
          </a:p>
          <a:p>
            <a:r>
              <a:rPr lang="es-ES" b="1" u="sng" dirty="0">
                <a:solidFill>
                  <a:srgbClr val="00B050"/>
                </a:solidFill>
              </a:rPr>
              <a:t>Servicios empresariales de plataforma</a:t>
            </a:r>
          </a:p>
          <a:p>
            <a:endParaRPr lang="es-ES" dirty="0"/>
          </a:p>
          <a:p>
            <a:r>
              <a:rPr lang="es-ES" dirty="0"/>
              <a:t>Los servicios empresariales ofrecen la mayor granularidad y proporcionan funciones empresariales altamente abstractas y ensambladas para la plataforma o la empresa. Las funciones y los datos de los servicios empresariales están estrechamente integrados con la semántica empresarial requerida por el proceso empresarial. Los servicios de integración de datos proporcionan los datos integrados que requiere un proceso empresarial integral.</a:t>
            </a:r>
          </a:p>
          <a:p>
            <a:endParaRPr lang="es-419" b="1" i="0" dirty="0">
              <a:solidFill>
                <a:srgbClr val="0F1115"/>
              </a:solidFill>
              <a:effectLst/>
              <a:latin typeface="quote-cjk-patch"/>
            </a:endParaRPr>
          </a:p>
          <a:p>
            <a:r>
              <a:rPr lang="es-419" b="1" i="0" dirty="0">
                <a:solidFill>
                  <a:srgbClr val="0F1115"/>
                </a:solidFill>
                <a:effectLst/>
                <a:latin typeface="quote-cjk-patch"/>
              </a:rPr>
              <a:t>Ejemplo:</a:t>
            </a:r>
            <a:r>
              <a:rPr lang="es-419" b="0" i="0" dirty="0">
                <a:solidFill>
                  <a:srgbClr val="0F1115"/>
                </a:solidFill>
                <a:effectLst/>
                <a:latin typeface="quote-cjk-patch"/>
              </a:rPr>
              <a:t> Servicio de "Cliente Premium Integral".</a:t>
            </a:r>
            <a:endParaRPr lang="es-ES" dirty="0"/>
          </a:p>
        </p:txBody>
      </p:sp>
      <p:sp>
        <p:nvSpPr>
          <p:cNvPr id="7" name="CuadroTexto 6">
            <a:extLst>
              <a:ext uri="{FF2B5EF4-FFF2-40B4-BE49-F238E27FC236}">
                <a16:creationId xmlns:a16="http://schemas.microsoft.com/office/drawing/2014/main" id="{34549119-EEB1-46E6-91AA-3651A27B62F4}"/>
              </a:ext>
            </a:extLst>
          </p:cNvPr>
          <p:cNvSpPr txBox="1"/>
          <p:nvPr/>
        </p:nvSpPr>
        <p:spPr>
          <a:xfrm flipH="1">
            <a:off x="938084" y="484741"/>
            <a:ext cx="9781327" cy="646331"/>
          </a:xfrm>
          <a:prstGeom prst="rect">
            <a:avLst/>
          </a:prstGeom>
          <a:noFill/>
        </p:spPr>
        <p:txBody>
          <a:bodyPr wrap="square" rtlCol="0">
            <a:spAutoFit/>
          </a:bodyPr>
          <a:lstStyle/>
          <a:p>
            <a:r>
              <a:rPr lang="es-ES" sz="3600" dirty="0"/>
              <a:t>TIPOS DE SERVICIO DE ACUERDO A GRANULARIDAD</a:t>
            </a:r>
          </a:p>
        </p:txBody>
      </p:sp>
      <p:pic>
        <p:nvPicPr>
          <p:cNvPr id="2050" name="Picture 2" descr="11 tipos de servicio al cliente que ...">
            <a:extLst>
              <a:ext uri="{FF2B5EF4-FFF2-40B4-BE49-F238E27FC236}">
                <a16:creationId xmlns:a16="http://schemas.microsoft.com/office/drawing/2014/main" id="{411158E5-A7DE-4BBD-8648-C376CA4C0C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752" y="2557462"/>
            <a:ext cx="3639861" cy="2422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05418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21E6731-682B-408E-94FF-A9D6C603D646}"/>
              </a:ext>
            </a:extLst>
          </p:cNvPr>
          <p:cNvSpPr txBox="1"/>
          <p:nvPr/>
        </p:nvSpPr>
        <p:spPr>
          <a:xfrm>
            <a:off x="4164376" y="1573037"/>
            <a:ext cx="7480453" cy="4801314"/>
          </a:xfrm>
          <a:prstGeom prst="rect">
            <a:avLst/>
          </a:prstGeom>
          <a:noFill/>
        </p:spPr>
        <p:txBody>
          <a:bodyPr wrap="square">
            <a:spAutoFit/>
          </a:bodyPr>
          <a:lstStyle/>
          <a:p>
            <a:r>
              <a:rPr lang="es-ES" b="1" u="sng" dirty="0">
                <a:solidFill>
                  <a:srgbClr val="00B050"/>
                </a:solidFill>
              </a:rPr>
              <a:t>Servicios de subdominio</a:t>
            </a:r>
          </a:p>
          <a:p>
            <a:endParaRPr lang="es-ES" dirty="0"/>
          </a:p>
          <a:p>
            <a:r>
              <a:rPr lang="es-ES" dirty="0"/>
              <a:t>Los servicios de subdominio tienen una granularidad media. Proporcionan servicios empresariales para cada subdominio y son compartidos por otros servicios empresariales del mismo subdominio. Estos servicios no pueden exponerse fuera del subdominio.</a:t>
            </a:r>
          </a:p>
          <a:p>
            <a:pPr algn="l"/>
            <a:r>
              <a:rPr lang="es-ES" b="1" i="0" dirty="0">
                <a:solidFill>
                  <a:srgbClr val="0F1115"/>
                </a:solidFill>
                <a:effectLst/>
                <a:latin typeface="quote-cjk-patch"/>
              </a:rPr>
              <a:t>Ejemplo:</a:t>
            </a:r>
            <a:r>
              <a:rPr lang="es-ES" b="0" i="0" dirty="0">
                <a:solidFill>
                  <a:srgbClr val="0F1115"/>
                </a:solidFill>
                <a:effectLst/>
                <a:latin typeface="quote-cjk-patch"/>
              </a:rPr>
              <a:t> Subdominio de "Catálogo de Productos".</a:t>
            </a:r>
          </a:p>
          <a:p>
            <a:pPr algn="l">
              <a:buFont typeface="Arial" panose="020B0604020202020204" pitchFamily="34" charset="0"/>
              <a:buChar char="•"/>
            </a:pPr>
            <a:r>
              <a:rPr lang="es-ES" b="0" i="1" dirty="0">
                <a:solidFill>
                  <a:srgbClr val="0F1115"/>
                </a:solidFill>
                <a:effectLst/>
                <a:latin typeface="quote-cjk-patch"/>
              </a:rPr>
              <a:t>Servicio:</a:t>
            </a:r>
            <a:r>
              <a:rPr lang="es-ES" b="0" i="0" dirty="0">
                <a:solidFill>
                  <a:srgbClr val="0F1115"/>
                </a:solidFill>
                <a:effectLst/>
                <a:latin typeface="quote-cjk-patch"/>
              </a:rPr>
              <a:t> "Gestión de Inventario".</a:t>
            </a:r>
          </a:p>
          <a:p>
            <a:pPr algn="l">
              <a:buFont typeface="Arial" panose="020B0604020202020204" pitchFamily="34" charset="0"/>
              <a:buChar char="•"/>
            </a:pPr>
            <a:endParaRPr lang="es-ES" dirty="0">
              <a:solidFill>
                <a:srgbClr val="0F1115"/>
              </a:solidFill>
              <a:latin typeface="quote-cjk-patch"/>
            </a:endParaRPr>
          </a:p>
          <a:p>
            <a:r>
              <a:rPr lang="es-ES" b="1" u="sng" dirty="0">
                <a:solidFill>
                  <a:srgbClr val="00B050"/>
                </a:solidFill>
              </a:rPr>
              <a:t>Servicios básicos del subdominio</a:t>
            </a:r>
          </a:p>
          <a:p>
            <a:endParaRPr lang="es-ES" dirty="0"/>
          </a:p>
          <a:p>
            <a:r>
              <a:rPr lang="es-ES" dirty="0"/>
              <a:t>Los servicios básicos de subdominio suelen tener la mayor granularidad. Proporcionan servicios de nivel inferior y se utilizan para </a:t>
            </a:r>
            <a:r>
              <a:rPr lang="es-ES" b="1" dirty="0">
                <a:solidFill>
                  <a:schemeClr val="accent1"/>
                </a:solidFill>
              </a:rPr>
              <a:t>respaldar las funciones empresariales fundamentales de un subdominio.</a:t>
            </a:r>
          </a:p>
          <a:p>
            <a:pPr algn="l"/>
            <a:r>
              <a:rPr lang="es-ES" b="1" i="0" dirty="0">
                <a:solidFill>
                  <a:srgbClr val="0F1115"/>
                </a:solidFill>
                <a:effectLst/>
                <a:latin typeface="quote-cjk-patch"/>
              </a:rPr>
              <a:t>Ejemplo:</a:t>
            </a:r>
            <a:r>
              <a:rPr lang="es-ES" b="0" i="0" dirty="0">
                <a:solidFill>
                  <a:srgbClr val="0F1115"/>
                </a:solidFill>
                <a:effectLst/>
                <a:latin typeface="quote-cjk-patch"/>
              </a:rPr>
              <a:t> Subdominio de "Facturación".</a:t>
            </a:r>
          </a:p>
          <a:p>
            <a:pPr algn="l">
              <a:buFont typeface="Arial" panose="020B0604020202020204" pitchFamily="34" charset="0"/>
              <a:buChar char="•"/>
            </a:pPr>
            <a:r>
              <a:rPr lang="es-ES" b="0" i="1" dirty="0">
                <a:solidFill>
                  <a:srgbClr val="0F1115"/>
                </a:solidFill>
                <a:effectLst/>
                <a:latin typeface="quote-cjk-patch"/>
              </a:rPr>
              <a:t>Servicio:</a:t>
            </a:r>
            <a:r>
              <a:rPr lang="es-ES" b="0" i="0" dirty="0">
                <a:solidFill>
                  <a:srgbClr val="0F1115"/>
                </a:solidFill>
                <a:effectLst/>
                <a:latin typeface="quote-cjk-patch"/>
              </a:rPr>
              <a:t> "Generador de Números de Factura".</a:t>
            </a:r>
          </a:p>
          <a:p>
            <a:pPr algn="l"/>
            <a:endParaRPr lang="es-ES" dirty="0"/>
          </a:p>
        </p:txBody>
      </p:sp>
      <p:sp>
        <p:nvSpPr>
          <p:cNvPr id="7" name="CuadroTexto 6">
            <a:extLst>
              <a:ext uri="{FF2B5EF4-FFF2-40B4-BE49-F238E27FC236}">
                <a16:creationId xmlns:a16="http://schemas.microsoft.com/office/drawing/2014/main" id="{5E3DB745-204B-433C-89C1-EE5B91EB32ED}"/>
              </a:ext>
            </a:extLst>
          </p:cNvPr>
          <p:cNvSpPr txBox="1"/>
          <p:nvPr/>
        </p:nvSpPr>
        <p:spPr>
          <a:xfrm flipH="1">
            <a:off x="938084" y="484741"/>
            <a:ext cx="9781327" cy="646331"/>
          </a:xfrm>
          <a:prstGeom prst="rect">
            <a:avLst/>
          </a:prstGeom>
          <a:noFill/>
        </p:spPr>
        <p:txBody>
          <a:bodyPr wrap="square" rtlCol="0">
            <a:spAutoFit/>
          </a:bodyPr>
          <a:lstStyle/>
          <a:p>
            <a:r>
              <a:rPr lang="es-ES" sz="3600" dirty="0"/>
              <a:t>TIPOS DE SERVICIO DE ACUERDO A GRANULARIDAD</a:t>
            </a:r>
          </a:p>
        </p:txBody>
      </p:sp>
      <p:pic>
        <p:nvPicPr>
          <p:cNvPr id="8" name="Picture 2" descr="11 tipos de servicio al cliente que ...">
            <a:extLst>
              <a:ext uri="{FF2B5EF4-FFF2-40B4-BE49-F238E27FC236}">
                <a16:creationId xmlns:a16="http://schemas.microsoft.com/office/drawing/2014/main" id="{E3FEF293-7BBC-4E2F-9538-FB5557152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651" y="2535429"/>
            <a:ext cx="3377186" cy="2247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14299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74E0A1C-6D8C-4410-B6D5-C9A70FED46AE}"/>
              </a:ext>
            </a:extLst>
          </p:cNvPr>
          <p:cNvSpPr txBox="1"/>
          <p:nvPr/>
        </p:nvSpPr>
        <p:spPr>
          <a:xfrm>
            <a:off x="4781320" y="1505210"/>
            <a:ext cx="7116896" cy="5078313"/>
          </a:xfrm>
          <a:prstGeom prst="rect">
            <a:avLst/>
          </a:prstGeom>
          <a:noFill/>
        </p:spPr>
        <p:txBody>
          <a:bodyPr wrap="square">
            <a:spAutoFit/>
          </a:bodyPr>
          <a:lstStyle/>
          <a:p>
            <a:r>
              <a:rPr lang="es-ES" b="1" u="sng" dirty="0">
                <a:solidFill>
                  <a:srgbClr val="00B050"/>
                </a:solidFill>
              </a:rPr>
              <a:t>Servicios de subdominio fundamentales</a:t>
            </a:r>
          </a:p>
          <a:p>
            <a:endParaRPr lang="es-ES" dirty="0"/>
          </a:p>
          <a:p>
            <a:r>
              <a:rPr lang="es-ES" dirty="0"/>
              <a:t>Los servicios de subdominio fundamentales también presentan una granularidad fina. Facilitan la implementación completa de las funciones de negocio proporcionadas por los servicios de funciones de negocio de alto nivel.</a:t>
            </a:r>
          </a:p>
          <a:p>
            <a:pPr algn="l"/>
            <a:r>
              <a:rPr lang="es-419" b="1" i="0" dirty="0">
                <a:solidFill>
                  <a:srgbClr val="0F1115"/>
                </a:solidFill>
                <a:effectLst/>
                <a:latin typeface="quote-cjk-patch"/>
              </a:rPr>
              <a:t>Ejemplo:</a:t>
            </a:r>
            <a:r>
              <a:rPr lang="es-419" b="0" i="0" dirty="0">
                <a:solidFill>
                  <a:srgbClr val="0F1115"/>
                </a:solidFill>
                <a:effectLst/>
                <a:latin typeface="quote-cjk-patch"/>
              </a:rPr>
              <a:t> Subdominio de "Envíos".</a:t>
            </a:r>
          </a:p>
          <a:p>
            <a:pPr algn="l">
              <a:buFont typeface="Arial" panose="020B0604020202020204" pitchFamily="34" charset="0"/>
              <a:buChar char="•"/>
            </a:pPr>
            <a:r>
              <a:rPr lang="es-419" b="0" i="1" dirty="0">
                <a:solidFill>
                  <a:srgbClr val="0F1115"/>
                </a:solidFill>
                <a:effectLst/>
                <a:latin typeface="quote-cjk-patch"/>
              </a:rPr>
              <a:t>Servicio:</a:t>
            </a:r>
            <a:r>
              <a:rPr lang="es-419" b="0" i="0" dirty="0">
                <a:solidFill>
                  <a:srgbClr val="0F1115"/>
                </a:solidFill>
                <a:effectLst/>
                <a:latin typeface="quote-cjk-patch"/>
              </a:rPr>
              <a:t> "Calculador de Tarifas de Correo".</a:t>
            </a:r>
          </a:p>
          <a:p>
            <a:endParaRPr lang="es-ES" dirty="0"/>
          </a:p>
          <a:p>
            <a:r>
              <a:rPr lang="es-ES" b="1" u="sng" dirty="0">
                <a:solidFill>
                  <a:srgbClr val="00B050"/>
                </a:solidFill>
              </a:rPr>
              <a:t>Capa de servicio de infraestructura</a:t>
            </a:r>
          </a:p>
          <a:p>
            <a:endParaRPr lang="es-ES" dirty="0"/>
          </a:p>
          <a:p>
            <a:r>
              <a:rPr lang="es-ES" dirty="0"/>
              <a:t>La capa de servicios de infraestructura permite crear servicios de niveles superiores y granularidad media. Es independiente de cualquier dominio empresarial. Estos servicios, como la autenticación de seguridad, la gestión de permisos y los servicios de orquestación puramente técnicos, deben estar claramente separados de las empresas.</a:t>
            </a:r>
          </a:p>
          <a:p>
            <a:r>
              <a:rPr lang="es-ES" b="1" i="0" dirty="0">
                <a:solidFill>
                  <a:srgbClr val="0F1115"/>
                </a:solidFill>
                <a:effectLst/>
                <a:latin typeface="quote-cjk-patch"/>
              </a:rPr>
              <a:t>Ejemplo :</a:t>
            </a:r>
            <a:r>
              <a:rPr lang="es-ES" b="0" i="0" dirty="0">
                <a:solidFill>
                  <a:srgbClr val="0F1115"/>
                </a:solidFill>
                <a:effectLst/>
                <a:latin typeface="quote-cjk-patch"/>
              </a:rPr>
              <a:t> Servicio de "Autenticación y Autorización".</a:t>
            </a:r>
          </a:p>
          <a:p>
            <a:r>
              <a:rPr lang="es-ES" b="1" i="0" dirty="0">
                <a:solidFill>
                  <a:srgbClr val="0F1115"/>
                </a:solidFill>
                <a:effectLst/>
                <a:latin typeface="quote-cjk-patch"/>
              </a:rPr>
              <a:t>Ejemplo :</a:t>
            </a:r>
            <a:r>
              <a:rPr lang="es-ES" b="0" i="0" dirty="0">
                <a:solidFill>
                  <a:srgbClr val="0F1115"/>
                </a:solidFill>
                <a:effectLst/>
                <a:latin typeface="quote-cjk-patch"/>
              </a:rPr>
              <a:t> Servicio de "Envío de Notificaciones".</a:t>
            </a:r>
            <a:endParaRPr lang="es-419" dirty="0"/>
          </a:p>
        </p:txBody>
      </p:sp>
      <p:sp>
        <p:nvSpPr>
          <p:cNvPr id="3" name="CuadroTexto 2">
            <a:extLst>
              <a:ext uri="{FF2B5EF4-FFF2-40B4-BE49-F238E27FC236}">
                <a16:creationId xmlns:a16="http://schemas.microsoft.com/office/drawing/2014/main" id="{5A44C83A-F5FE-4C8E-B7F7-DD05FA537C47}"/>
              </a:ext>
            </a:extLst>
          </p:cNvPr>
          <p:cNvSpPr txBox="1"/>
          <p:nvPr/>
        </p:nvSpPr>
        <p:spPr>
          <a:xfrm flipH="1">
            <a:off x="938084" y="484741"/>
            <a:ext cx="9781327" cy="646331"/>
          </a:xfrm>
          <a:prstGeom prst="rect">
            <a:avLst/>
          </a:prstGeom>
          <a:noFill/>
        </p:spPr>
        <p:txBody>
          <a:bodyPr wrap="square" rtlCol="0">
            <a:spAutoFit/>
          </a:bodyPr>
          <a:lstStyle/>
          <a:p>
            <a:r>
              <a:rPr lang="es-ES" sz="3600" dirty="0"/>
              <a:t>TIPOS DE SERVICIO DE ACUERDO A GRANULARIDAD</a:t>
            </a:r>
          </a:p>
        </p:txBody>
      </p:sp>
      <p:pic>
        <p:nvPicPr>
          <p:cNvPr id="4" name="Picture 2" descr="11 tipos de servicio al cliente que ...">
            <a:extLst>
              <a:ext uri="{FF2B5EF4-FFF2-40B4-BE49-F238E27FC236}">
                <a16:creationId xmlns:a16="http://schemas.microsoft.com/office/drawing/2014/main" id="{E19973E3-C23C-4599-B5DC-F274DD3C40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651" y="2546445"/>
            <a:ext cx="3639861" cy="2422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46338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E929A1F0-5638-45BD-A653-86045528C4CA}"/>
              </a:ext>
            </a:extLst>
          </p:cNvPr>
          <p:cNvSpPr txBox="1"/>
          <p:nvPr/>
        </p:nvSpPr>
        <p:spPr>
          <a:xfrm>
            <a:off x="4439796" y="1685070"/>
            <a:ext cx="7326217" cy="5078313"/>
          </a:xfrm>
          <a:prstGeom prst="rect">
            <a:avLst/>
          </a:prstGeom>
          <a:noFill/>
        </p:spPr>
        <p:txBody>
          <a:bodyPr wrap="square">
            <a:spAutoFit/>
          </a:bodyPr>
          <a:lstStyle/>
          <a:p>
            <a:r>
              <a:rPr lang="es-ES" b="1" dirty="0" err="1"/>
              <a:t>Contract-First</a:t>
            </a:r>
            <a:r>
              <a:rPr lang="es-ES" dirty="0"/>
              <a:t>: propone que la interfaz de comunicación entre sistemas se diseñe y acuerde antes de escribir cualquier código de implementación.</a:t>
            </a:r>
          </a:p>
          <a:p>
            <a:endParaRPr lang="es-ES" dirty="0"/>
          </a:p>
          <a:p>
            <a:pPr marL="285750" indent="-285750">
              <a:buFont typeface="Wingdings" panose="05000000000000000000" pitchFamily="2" charset="2"/>
              <a:buChar char="Ø"/>
            </a:pPr>
            <a:r>
              <a:rPr lang="es-ES" dirty="0"/>
              <a:t>Especifique los contratos de servicio antes de crear implementaciones: entradas, salidas (Responda: qué datos recibe, qué devuelve), semántica de errores y requisitos no funcionales. </a:t>
            </a:r>
          </a:p>
          <a:p>
            <a:pPr marL="285750" indent="-285750">
              <a:buFont typeface="Wingdings" panose="05000000000000000000" pitchFamily="2" charset="2"/>
              <a:buChar char="Ø"/>
            </a:pPr>
            <a:endParaRPr lang="es-ES" dirty="0"/>
          </a:p>
          <a:p>
            <a:pPr marL="285750" indent="-285750">
              <a:buFont typeface="Wingdings" panose="05000000000000000000" pitchFamily="2" charset="2"/>
              <a:buChar char="Ø"/>
            </a:pPr>
            <a:r>
              <a:rPr lang="es-ES" dirty="0"/>
              <a:t>Elija formatos de datos consistentes e interoperables que sus consumidores puedan soportar y bajo qué protocolo (REST/JSON, </a:t>
            </a:r>
            <a:r>
              <a:rPr lang="es-ES" dirty="0" err="1"/>
              <a:t>gRPC</a:t>
            </a:r>
            <a:r>
              <a:rPr lang="es-ES" dirty="0"/>
              <a:t> o SOAP) </a:t>
            </a:r>
          </a:p>
          <a:p>
            <a:pPr marL="285750" indent="-285750">
              <a:buFont typeface="Wingdings" panose="05000000000000000000" pitchFamily="2" charset="2"/>
              <a:buChar char="Ø"/>
            </a:pPr>
            <a:endParaRPr lang="es-ES" dirty="0"/>
          </a:p>
          <a:p>
            <a:pPr marL="285750" indent="-285750">
              <a:buFont typeface="Wingdings" panose="05000000000000000000" pitchFamily="2" charset="2"/>
              <a:buChar char="Ø"/>
            </a:pPr>
            <a:r>
              <a:rPr lang="es-ES" dirty="0"/>
              <a:t>Esto permite que los equipos de </a:t>
            </a:r>
            <a:r>
              <a:rPr lang="es-ES" dirty="0" err="1"/>
              <a:t>frontend</a:t>
            </a:r>
            <a:r>
              <a:rPr lang="es-ES" dirty="0"/>
              <a:t> y </a:t>
            </a:r>
            <a:r>
              <a:rPr lang="es-ES" dirty="0" err="1"/>
              <a:t>backend</a:t>
            </a:r>
            <a:r>
              <a:rPr lang="es-ES" dirty="0"/>
              <a:t> trabajen en paralelo usando "</a:t>
            </a:r>
            <a:r>
              <a:rPr lang="es-ES" dirty="0" err="1"/>
              <a:t>mocks</a:t>
            </a:r>
            <a:r>
              <a:rPr lang="es-ES" dirty="0"/>
              <a:t>" del contrato definido.</a:t>
            </a:r>
          </a:p>
          <a:p>
            <a:endParaRPr lang="es-ES" dirty="0"/>
          </a:p>
          <a:p>
            <a:r>
              <a:rPr lang="es-ES" dirty="0"/>
              <a:t>Reto: Mantener los contratos estables y versionados</a:t>
            </a:r>
          </a:p>
          <a:p>
            <a:endParaRPr lang="es-ES" dirty="0"/>
          </a:p>
          <a:p>
            <a:r>
              <a:rPr lang="es-ES" dirty="0"/>
              <a:t>Agregue campos existentes en lugar de modificarlos siempre que sea posible.</a:t>
            </a:r>
            <a:endParaRPr lang="es-419" dirty="0"/>
          </a:p>
        </p:txBody>
      </p:sp>
      <p:sp>
        <p:nvSpPr>
          <p:cNvPr id="3" name="CuadroTexto 2">
            <a:extLst>
              <a:ext uri="{FF2B5EF4-FFF2-40B4-BE49-F238E27FC236}">
                <a16:creationId xmlns:a16="http://schemas.microsoft.com/office/drawing/2014/main" id="{2B40A7AB-E250-49F9-B87A-35BF27A7A2C2}"/>
              </a:ext>
            </a:extLst>
          </p:cNvPr>
          <p:cNvSpPr txBox="1"/>
          <p:nvPr/>
        </p:nvSpPr>
        <p:spPr>
          <a:xfrm flipH="1">
            <a:off x="938084" y="484741"/>
            <a:ext cx="9781327" cy="1200329"/>
          </a:xfrm>
          <a:prstGeom prst="rect">
            <a:avLst/>
          </a:prstGeom>
          <a:noFill/>
        </p:spPr>
        <p:txBody>
          <a:bodyPr wrap="square" rtlCol="0">
            <a:spAutoFit/>
          </a:bodyPr>
          <a:lstStyle/>
          <a:p>
            <a:r>
              <a:rPr lang="es-ES" sz="3600" dirty="0"/>
              <a:t>P3. ESPECIFIQUE LOS CONTRATOS DE SERVICIO (</a:t>
            </a:r>
            <a:r>
              <a:rPr lang="es-ES" sz="3600" i="1" dirty="0"/>
              <a:t>CONTRACT FIRST</a:t>
            </a:r>
            <a:r>
              <a:rPr lang="es-ES" sz="3600" dirty="0"/>
              <a:t>)</a:t>
            </a:r>
          </a:p>
        </p:txBody>
      </p:sp>
      <p:pic>
        <p:nvPicPr>
          <p:cNvPr id="3074" name="Picture 2" descr="CONTRATO A TERMINO FIJO - Noaria19 de ...">
            <a:extLst>
              <a:ext uri="{FF2B5EF4-FFF2-40B4-BE49-F238E27FC236}">
                <a16:creationId xmlns:a16="http://schemas.microsoft.com/office/drawing/2014/main" id="{C38C4D48-7641-4BED-A0C5-DC37A1FFF4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814" y="2672974"/>
            <a:ext cx="3345157" cy="2389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36624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47408A50-B89C-49AF-B615-9C0027B3129B}"/>
              </a:ext>
            </a:extLst>
          </p:cNvPr>
          <p:cNvSpPr txBox="1"/>
          <p:nvPr/>
        </p:nvSpPr>
        <p:spPr>
          <a:xfrm>
            <a:off x="945614" y="1568789"/>
            <a:ext cx="10300772" cy="4524315"/>
          </a:xfrm>
          <a:prstGeom prst="rect">
            <a:avLst/>
          </a:prstGeom>
          <a:noFill/>
        </p:spPr>
        <p:txBody>
          <a:bodyPr wrap="square">
            <a:spAutoFit/>
          </a:bodyPr>
          <a:lstStyle/>
          <a:p>
            <a:r>
              <a:rPr lang="es-ES" b="1" dirty="0">
                <a:solidFill>
                  <a:srgbClr val="00B050"/>
                </a:solidFill>
              </a:rPr>
              <a:t>Servicio de Consulta de Saldo</a:t>
            </a:r>
          </a:p>
          <a:p>
            <a:endParaRPr lang="es-ES" dirty="0"/>
          </a:p>
          <a:p>
            <a:pPr marL="285750" indent="-285750">
              <a:buFont typeface="Wingdings" panose="05000000000000000000" pitchFamily="2" charset="2"/>
              <a:buChar char="Ø"/>
            </a:pPr>
            <a:r>
              <a:rPr lang="es-ES" dirty="0"/>
              <a:t>Un banco necesita exponer un servicio para que aplicaciones móviles y cajeros consulten saldos.</a:t>
            </a:r>
            <a:endParaRPr lang="es-419" dirty="0"/>
          </a:p>
          <a:p>
            <a:endParaRPr lang="es-ES" dirty="0"/>
          </a:p>
          <a:p>
            <a:r>
              <a:rPr lang="es-ES" b="1" dirty="0">
                <a:solidFill>
                  <a:srgbClr val="00B050"/>
                </a:solidFill>
              </a:rPr>
              <a:t>Flujo de Trabajo</a:t>
            </a:r>
          </a:p>
          <a:p>
            <a:endParaRPr lang="es-ES" dirty="0"/>
          </a:p>
          <a:p>
            <a:pPr marL="285750" indent="-285750">
              <a:buFont typeface="Arial" panose="020B0604020202020204" pitchFamily="34" charset="0"/>
              <a:buChar char="•"/>
            </a:pPr>
            <a:r>
              <a:rPr lang="es-ES" dirty="0">
                <a:highlight>
                  <a:srgbClr val="C0C0C0"/>
                </a:highlight>
              </a:rPr>
              <a:t>Diseño del Esquema </a:t>
            </a:r>
            <a:r>
              <a:rPr lang="es-ES" dirty="0"/>
              <a:t>(XSD </a:t>
            </a:r>
            <a:r>
              <a:rPr lang="es-ES" dirty="0" err="1"/>
              <a:t>ó</a:t>
            </a:r>
            <a:r>
              <a:rPr lang="es-ES" dirty="0"/>
              <a:t> </a:t>
            </a:r>
            <a:r>
              <a:rPr lang="es-419" b="1" i="0" dirty="0">
                <a:solidFill>
                  <a:srgbClr val="0A0A0A"/>
                </a:solidFill>
                <a:effectLst/>
                <a:latin typeface="Google Sans"/>
              </a:rPr>
              <a:t>JSON </a:t>
            </a:r>
            <a:r>
              <a:rPr lang="es-419" b="1" i="0" dirty="0" err="1">
                <a:solidFill>
                  <a:srgbClr val="0A0A0A"/>
                </a:solidFill>
                <a:effectLst/>
                <a:latin typeface="Google Sans"/>
              </a:rPr>
              <a:t>Schema</a:t>
            </a:r>
            <a:r>
              <a:rPr lang="es-ES" dirty="0"/>
              <a:t>): Se definen las estructuras de datos (ej. qué campos tiene un "Cliente") de forma neutral al lenguaje.</a:t>
            </a:r>
          </a:p>
          <a:p>
            <a:endParaRPr lang="es-ES" dirty="0"/>
          </a:p>
          <a:p>
            <a:pPr marL="285750" indent="-285750">
              <a:buFont typeface="Arial" panose="020B0604020202020204" pitchFamily="34" charset="0"/>
              <a:buChar char="•"/>
            </a:pPr>
            <a:r>
              <a:rPr lang="es-ES" dirty="0">
                <a:highlight>
                  <a:srgbClr val="C0C0C0"/>
                </a:highlight>
              </a:rPr>
              <a:t>Definición del Contrato </a:t>
            </a:r>
            <a:r>
              <a:rPr lang="es-ES" dirty="0"/>
              <a:t>(WSDL/</a:t>
            </a:r>
            <a:r>
              <a:rPr lang="es-ES" dirty="0" err="1"/>
              <a:t>OpenAPI</a:t>
            </a:r>
            <a:r>
              <a:rPr lang="es-ES" dirty="0"/>
              <a:t>): Se crea el documento técnico que describe las operaciones, entradas y salidas.</a:t>
            </a:r>
          </a:p>
          <a:p>
            <a:endParaRPr lang="es-ES" dirty="0"/>
          </a:p>
          <a:p>
            <a:pPr marL="285750" indent="-285750">
              <a:buFont typeface="Arial" panose="020B0604020202020204" pitchFamily="34" charset="0"/>
              <a:buChar char="•"/>
            </a:pPr>
            <a:r>
              <a:rPr lang="es-ES" dirty="0">
                <a:highlight>
                  <a:srgbClr val="C0C0C0"/>
                </a:highlight>
              </a:rPr>
              <a:t>Generación de Código</a:t>
            </a:r>
            <a:r>
              <a:rPr lang="es-ES" dirty="0"/>
              <a:t>: Se utilizan herramientas para crear automáticamente el "esqueleto" o las clases en el lenguaje de programación elegido (Java, .NET, etc.) basándose en el contrato.</a:t>
            </a:r>
          </a:p>
          <a:p>
            <a:endParaRPr lang="es-ES" dirty="0"/>
          </a:p>
          <a:p>
            <a:pPr marL="285750" indent="-285750">
              <a:buFont typeface="Arial" panose="020B0604020202020204" pitchFamily="34" charset="0"/>
              <a:buChar char="•"/>
            </a:pPr>
            <a:r>
              <a:rPr lang="es-ES" dirty="0">
                <a:highlight>
                  <a:srgbClr val="C0C0C0"/>
                </a:highlight>
              </a:rPr>
              <a:t>Implementación</a:t>
            </a:r>
            <a:r>
              <a:rPr lang="es-ES" dirty="0"/>
              <a:t>: El desarrollador </a:t>
            </a:r>
            <a:r>
              <a:rPr lang="es-ES" dirty="0" err="1"/>
              <a:t>escribr</a:t>
            </a:r>
            <a:r>
              <a:rPr lang="es-ES" dirty="0"/>
              <a:t> la lógica de negocio dentro del código generado.</a:t>
            </a:r>
            <a:endParaRPr lang="es-419" dirty="0"/>
          </a:p>
        </p:txBody>
      </p:sp>
      <p:sp>
        <p:nvSpPr>
          <p:cNvPr id="4" name="CuadroTexto 3">
            <a:extLst>
              <a:ext uri="{FF2B5EF4-FFF2-40B4-BE49-F238E27FC236}">
                <a16:creationId xmlns:a16="http://schemas.microsoft.com/office/drawing/2014/main" id="{EE20A26A-9271-4725-B3D0-3ECFCAA247D9}"/>
              </a:ext>
            </a:extLst>
          </p:cNvPr>
          <p:cNvSpPr txBox="1"/>
          <p:nvPr/>
        </p:nvSpPr>
        <p:spPr>
          <a:xfrm flipH="1">
            <a:off x="938084" y="484741"/>
            <a:ext cx="9781327" cy="646331"/>
          </a:xfrm>
          <a:prstGeom prst="rect">
            <a:avLst/>
          </a:prstGeom>
          <a:noFill/>
        </p:spPr>
        <p:txBody>
          <a:bodyPr wrap="square" rtlCol="0">
            <a:spAutoFit/>
          </a:bodyPr>
          <a:lstStyle/>
          <a:p>
            <a:r>
              <a:rPr lang="es-ES" sz="3600" dirty="0"/>
              <a:t>P3. EJEMPLO DEFINICIÓN </a:t>
            </a:r>
            <a:r>
              <a:rPr lang="es-ES" sz="3600" i="1" dirty="0"/>
              <a:t>CONTRACT FIRST</a:t>
            </a:r>
            <a:endParaRPr lang="es-ES" sz="3600" dirty="0"/>
          </a:p>
        </p:txBody>
      </p:sp>
    </p:spTree>
    <p:extLst>
      <p:ext uri="{BB962C8B-B14F-4D97-AF65-F5344CB8AC3E}">
        <p14:creationId xmlns:p14="http://schemas.microsoft.com/office/powerpoint/2010/main" val="402333710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92E108B-DB1F-43E0-B946-D2B228CC6543}"/>
              </a:ext>
            </a:extLst>
          </p:cNvPr>
          <p:cNvSpPr txBox="1"/>
          <p:nvPr/>
        </p:nvSpPr>
        <p:spPr>
          <a:xfrm>
            <a:off x="938084" y="1876252"/>
            <a:ext cx="10774496" cy="3970318"/>
          </a:xfrm>
          <a:prstGeom prst="rect">
            <a:avLst/>
          </a:prstGeom>
          <a:noFill/>
        </p:spPr>
        <p:txBody>
          <a:bodyPr wrap="square">
            <a:spAutoFit/>
          </a:bodyPr>
          <a:lstStyle/>
          <a:p>
            <a:pPr marL="342900" indent="-342900">
              <a:buAutoNum type="arabicPeriod"/>
            </a:pPr>
            <a:r>
              <a:rPr lang="es-ES" dirty="0"/>
              <a:t>Definición del Contrato </a:t>
            </a:r>
          </a:p>
          <a:p>
            <a:pPr marL="342900" indent="-342900">
              <a:buAutoNum type="arabicPeriod"/>
            </a:pPr>
            <a:endParaRPr lang="es-ES" dirty="0"/>
          </a:p>
          <a:p>
            <a:r>
              <a:rPr lang="es-ES" dirty="0"/>
              <a:t>En lugar de empezar programando en Java o C#, se define un archivo XML/JSON que dice:</a:t>
            </a:r>
          </a:p>
          <a:p>
            <a:endParaRPr lang="es-ES" dirty="0"/>
          </a:p>
          <a:p>
            <a:r>
              <a:rPr lang="es-ES" dirty="0"/>
              <a:t>Entrada: </a:t>
            </a:r>
            <a:r>
              <a:rPr lang="es-ES" dirty="0" err="1"/>
              <a:t>NumeroCuenta</a:t>
            </a:r>
            <a:r>
              <a:rPr lang="es-ES" dirty="0"/>
              <a:t> (texto).</a:t>
            </a:r>
          </a:p>
          <a:p>
            <a:r>
              <a:rPr lang="es-ES" dirty="0"/>
              <a:t>Salida: Saldo (decimal) y Moneda (texto).</a:t>
            </a:r>
          </a:p>
          <a:p>
            <a:endParaRPr lang="es-ES" dirty="0"/>
          </a:p>
          <a:p>
            <a:r>
              <a:rPr lang="es-ES" dirty="0"/>
              <a:t>2. El Contrato de Servicio (WSDL)</a:t>
            </a:r>
          </a:p>
          <a:p>
            <a:endParaRPr lang="es-ES" dirty="0"/>
          </a:p>
          <a:p>
            <a:r>
              <a:rPr lang="es-ES" dirty="0"/>
              <a:t>Se define el método </a:t>
            </a:r>
            <a:r>
              <a:rPr lang="es-ES" dirty="0" err="1"/>
              <a:t>ConsultarSaldo</a:t>
            </a:r>
            <a:r>
              <a:rPr lang="es-ES" dirty="0"/>
              <a:t>. Este archivo es la "fuente de la verdad" que tanto el cliente como el servidor deben respetar. </a:t>
            </a:r>
          </a:p>
          <a:p>
            <a:endParaRPr lang="es-ES" dirty="0"/>
          </a:p>
          <a:p>
            <a:r>
              <a:rPr lang="es-ES" dirty="0"/>
              <a:t>3. Implementación </a:t>
            </a:r>
          </a:p>
          <a:p>
            <a:r>
              <a:rPr lang="es-ES" dirty="0"/>
              <a:t>Una vez generado el código desde el contrato, el programador solo se enfoca en la implementación del código</a:t>
            </a:r>
            <a:endParaRPr lang="es-419" dirty="0"/>
          </a:p>
        </p:txBody>
      </p:sp>
      <p:sp>
        <p:nvSpPr>
          <p:cNvPr id="3" name="CuadroTexto 2">
            <a:extLst>
              <a:ext uri="{FF2B5EF4-FFF2-40B4-BE49-F238E27FC236}">
                <a16:creationId xmlns:a16="http://schemas.microsoft.com/office/drawing/2014/main" id="{D35340AB-4F98-4013-AFC4-A210CA4A1B4E}"/>
              </a:ext>
            </a:extLst>
          </p:cNvPr>
          <p:cNvSpPr txBox="1"/>
          <p:nvPr/>
        </p:nvSpPr>
        <p:spPr>
          <a:xfrm flipH="1">
            <a:off x="938084" y="484741"/>
            <a:ext cx="9781327" cy="646331"/>
          </a:xfrm>
          <a:prstGeom prst="rect">
            <a:avLst/>
          </a:prstGeom>
          <a:noFill/>
        </p:spPr>
        <p:txBody>
          <a:bodyPr wrap="square" rtlCol="0">
            <a:spAutoFit/>
          </a:bodyPr>
          <a:lstStyle/>
          <a:p>
            <a:r>
              <a:rPr lang="es-ES" sz="3600" dirty="0"/>
              <a:t>P3. EJEMPLO DEFINICIÓN </a:t>
            </a:r>
            <a:r>
              <a:rPr lang="es-ES" sz="3600" i="1" dirty="0"/>
              <a:t>CONTRACT FIRST</a:t>
            </a:r>
            <a:endParaRPr lang="es-ES" sz="3600" dirty="0"/>
          </a:p>
        </p:txBody>
      </p:sp>
    </p:spTree>
    <p:extLst>
      <p:ext uri="{BB962C8B-B14F-4D97-AF65-F5344CB8AC3E}">
        <p14:creationId xmlns:p14="http://schemas.microsoft.com/office/powerpoint/2010/main" val="404085813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6E7C87C-3414-48A7-BE7E-2FF31E817634}"/>
              </a:ext>
            </a:extLst>
          </p:cNvPr>
          <p:cNvSpPr txBox="1"/>
          <p:nvPr/>
        </p:nvSpPr>
        <p:spPr>
          <a:xfrm>
            <a:off x="826265" y="1621688"/>
            <a:ext cx="5949109" cy="4524315"/>
          </a:xfrm>
          <a:prstGeom prst="rect">
            <a:avLst/>
          </a:prstGeom>
          <a:noFill/>
        </p:spPr>
        <p:txBody>
          <a:bodyPr wrap="square">
            <a:spAutoFit/>
          </a:bodyPr>
          <a:lstStyle/>
          <a:p>
            <a:endParaRPr lang="es-ES" dirty="0"/>
          </a:p>
          <a:p>
            <a:pPr marL="285750" indent="-285750">
              <a:buFont typeface="Wingdings" panose="05000000000000000000" pitchFamily="2" charset="2"/>
              <a:buChar char="Ø"/>
            </a:pPr>
            <a:r>
              <a:rPr lang="es-ES" dirty="0"/>
              <a:t>Decida dónde se justifica la solicitud/respuesta síncrona y dónde la mensajería asíncrona se adapta a las necesidades de confiabilidad o desacoplamiento. </a:t>
            </a:r>
          </a:p>
          <a:p>
            <a:pPr marL="285750" indent="-285750">
              <a:buFont typeface="Wingdings" panose="05000000000000000000" pitchFamily="2" charset="2"/>
              <a:buChar char="Ø"/>
            </a:pPr>
            <a:endParaRPr lang="es-ES" dirty="0"/>
          </a:p>
          <a:p>
            <a:pPr marL="285750" indent="-285750">
              <a:buFont typeface="Wingdings" panose="05000000000000000000" pitchFamily="2" charset="2"/>
              <a:buChar char="Ø"/>
            </a:pPr>
            <a:r>
              <a:rPr lang="es-ES" dirty="0"/>
              <a:t>Considere el impacto de la latencia, los reintentos, la idempotencia y el ordenamiento en sus flujos de trabajo. </a:t>
            </a:r>
          </a:p>
          <a:p>
            <a:pPr marL="285750" indent="-285750">
              <a:buFont typeface="Wingdings" panose="05000000000000000000" pitchFamily="2" charset="2"/>
              <a:buChar char="Ø"/>
            </a:pPr>
            <a:endParaRPr lang="es-ES" dirty="0"/>
          </a:p>
          <a:p>
            <a:pPr marL="285750" indent="-285750">
              <a:buFont typeface="Wingdings" panose="05000000000000000000" pitchFamily="2" charset="2"/>
              <a:buChar char="Ø"/>
            </a:pPr>
            <a:r>
              <a:rPr lang="es-ES" dirty="0"/>
              <a:t>Use patrones asíncronos para operaciones de larga duración o propensas a fallos para reducir el acoplamiento estrecho.</a:t>
            </a:r>
          </a:p>
          <a:p>
            <a:pPr marL="285750" indent="-285750">
              <a:buFont typeface="Wingdings" panose="05000000000000000000" pitchFamily="2" charset="2"/>
              <a:buChar char="Ø"/>
            </a:pPr>
            <a:endParaRPr lang="es-ES" dirty="0"/>
          </a:p>
          <a:p>
            <a:pPr marL="285750" indent="-285750">
              <a:buFont typeface="Wingdings" panose="05000000000000000000" pitchFamily="2" charset="2"/>
              <a:buChar char="Ø"/>
            </a:pPr>
            <a:r>
              <a:rPr lang="es-ES" dirty="0"/>
              <a:t>Definir si usar un Enterprise </a:t>
            </a:r>
            <a:r>
              <a:rPr lang="es-ES" dirty="0" err="1"/>
              <a:t>Service</a:t>
            </a:r>
            <a:r>
              <a:rPr lang="es-ES" dirty="0"/>
              <a:t> Bus (ESB) o un </a:t>
            </a:r>
            <a:r>
              <a:rPr lang="es-ES" dirty="0" err="1"/>
              <a:t>Service</a:t>
            </a:r>
            <a:r>
              <a:rPr lang="es-ES" dirty="0"/>
              <a:t> Bus (como Azure </a:t>
            </a:r>
            <a:r>
              <a:rPr lang="es-ES" dirty="0" err="1"/>
              <a:t>Service</a:t>
            </a:r>
            <a:r>
              <a:rPr lang="es-ES" dirty="0"/>
              <a:t> Bus) para el enrutamiento y la mensajería.</a:t>
            </a:r>
          </a:p>
          <a:p>
            <a:endParaRPr lang="es-ES" dirty="0"/>
          </a:p>
        </p:txBody>
      </p:sp>
      <p:sp>
        <p:nvSpPr>
          <p:cNvPr id="3" name="CuadroTexto 2">
            <a:extLst>
              <a:ext uri="{FF2B5EF4-FFF2-40B4-BE49-F238E27FC236}">
                <a16:creationId xmlns:a16="http://schemas.microsoft.com/office/drawing/2014/main" id="{F83A4A91-C0F3-42DE-A205-E6394B4AB58F}"/>
              </a:ext>
            </a:extLst>
          </p:cNvPr>
          <p:cNvSpPr txBox="1"/>
          <p:nvPr/>
        </p:nvSpPr>
        <p:spPr>
          <a:xfrm flipH="1">
            <a:off x="938084" y="484741"/>
            <a:ext cx="9781327" cy="646331"/>
          </a:xfrm>
          <a:prstGeom prst="rect">
            <a:avLst/>
          </a:prstGeom>
          <a:noFill/>
        </p:spPr>
        <p:txBody>
          <a:bodyPr wrap="square" rtlCol="0">
            <a:spAutoFit/>
          </a:bodyPr>
          <a:lstStyle/>
          <a:p>
            <a:r>
              <a:rPr lang="es-ES" sz="3600" dirty="0"/>
              <a:t>P4. SELECCIONAR ESTILOS DE COMUNICACIÓN</a:t>
            </a:r>
          </a:p>
        </p:txBody>
      </p:sp>
      <p:pic>
        <p:nvPicPr>
          <p:cNvPr id="6146" name="Picture 2" descr="La comunicación ahora se define por la ...">
            <a:extLst>
              <a:ext uri="{FF2B5EF4-FFF2-40B4-BE49-F238E27FC236}">
                <a16:creationId xmlns:a16="http://schemas.microsoft.com/office/drawing/2014/main" id="{EE386027-F17C-4913-B7A8-B90A77E830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8425" y="2704182"/>
            <a:ext cx="3524250"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278322"/>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7C620F0-F2FE-49E9-B99E-267352B65192}"/>
              </a:ext>
            </a:extLst>
          </p:cNvPr>
          <p:cNvSpPr txBox="1"/>
          <p:nvPr/>
        </p:nvSpPr>
        <p:spPr>
          <a:xfrm>
            <a:off x="4726235" y="2242818"/>
            <a:ext cx="6147411" cy="3693319"/>
          </a:xfrm>
          <a:prstGeom prst="rect">
            <a:avLst/>
          </a:prstGeom>
          <a:noFill/>
        </p:spPr>
        <p:txBody>
          <a:bodyPr wrap="square">
            <a:spAutoFit/>
          </a:bodyPr>
          <a:lstStyle/>
          <a:p>
            <a:pPr marL="285750" indent="-285750">
              <a:buFont typeface="Courier New" panose="02070309020205020404" pitchFamily="49" charset="0"/>
              <a:buChar char="o"/>
            </a:pPr>
            <a:r>
              <a:rPr lang="es-ES" dirty="0"/>
              <a:t>Implementar un Directorio o Catálogo de Servicios donde los desarrolladores puedan descubrir qué servicios ya existen para evitar duplicar funcionalidades</a:t>
            </a:r>
            <a:endParaRPr lang="es-419" dirty="0"/>
          </a:p>
          <a:p>
            <a:pPr marL="285750" indent="-285750">
              <a:buFont typeface="Courier New" panose="02070309020205020404" pitchFamily="49" charset="0"/>
              <a:buChar char="o"/>
            </a:pPr>
            <a:endParaRPr lang="es-ES" dirty="0"/>
          </a:p>
          <a:p>
            <a:pPr marL="285750" indent="-285750">
              <a:buFont typeface="Courier New" panose="02070309020205020404" pitchFamily="49" charset="0"/>
              <a:buChar char="o"/>
            </a:pPr>
            <a:r>
              <a:rPr lang="es-ES" dirty="0"/>
              <a:t>El catálogo tendrá documentados los servicios disponibles, los propietarios y el historial de versiones. </a:t>
            </a:r>
          </a:p>
          <a:p>
            <a:pPr marL="285750" indent="-285750">
              <a:buFont typeface="Courier New" panose="02070309020205020404" pitchFamily="49" charset="0"/>
              <a:buChar char="o"/>
            </a:pPr>
            <a:endParaRPr lang="es-ES" dirty="0"/>
          </a:p>
          <a:p>
            <a:pPr marL="285750" indent="-285750">
              <a:buFont typeface="Courier New" panose="02070309020205020404" pitchFamily="49" charset="0"/>
              <a:buChar char="o"/>
            </a:pPr>
            <a:r>
              <a:rPr lang="es-ES" dirty="0"/>
              <a:t>Estandarice cómo los equipos solicitan acceso y cómo se comunican los cambios. </a:t>
            </a:r>
          </a:p>
          <a:p>
            <a:pPr marL="285750" indent="-285750">
              <a:buFont typeface="Courier New" panose="02070309020205020404" pitchFamily="49" charset="0"/>
              <a:buChar char="o"/>
            </a:pPr>
            <a:endParaRPr lang="es-ES" dirty="0"/>
          </a:p>
          <a:p>
            <a:pPr marL="285750" indent="-285750">
              <a:buFont typeface="Courier New" panose="02070309020205020404" pitchFamily="49" charset="0"/>
              <a:buChar char="o"/>
            </a:pPr>
            <a:r>
              <a:rPr lang="es-ES" dirty="0"/>
              <a:t>El catálogo es un producto interno de la arquitectura empresarial; la claridad facilita la reutilización.</a:t>
            </a:r>
          </a:p>
          <a:p>
            <a:pPr marL="285750" indent="-285750">
              <a:buFont typeface="Courier New" panose="02070309020205020404" pitchFamily="49" charset="0"/>
              <a:buChar char="o"/>
            </a:pPr>
            <a:endParaRPr lang="es-ES" dirty="0"/>
          </a:p>
        </p:txBody>
      </p:sp>
      <p:sp>
        <p:nvSpPr>
          <p:cNvPr id="3" name="CuadroTexto 2">
            <a:extLst>
              <a:ext uri="{FF2B5EF4-FFF2-40B4-BE49-F238E27FC236}">
                <a16:creationId xmlns:a16="http://schemas.microsoft.com/office/drawing/2014/main" id="{04C0C86A-D5F8-448B-820E-3EC01E9638D7}"/>
              </a:ext>
            </a:extLst>
          </p:cNvPr>
          <p:cNvSpPr txBox="1"/>
          <p:nvPr/>
        </p:nvSpPr>
        <p:spPr>
          <a:xfrm flipH="1">
            <a:off x="938084" y="484741"/>
            <a:ext cx="9781327" cy="646331"/>
          </a:xfrm>
          <a:prstGeom prst="rect">
            <a:avLst/>
          </a:prstGeom>
          <a:noFill/>
        </p:spPr>
        <p:txBody>
          <a:bodyPr wrap="square" rtlCol="0">
            <a:spAutoFit/>
          </a:bodyPr>
          <a:lstStyle/>
          <a:p>
            <a:r>
              <a:rPr lang="es-ES" sz="3600" dirty="0"/>
              <a:t>P5. DEFINIR EL CATÁLOGO DE SERVICIOS</a:t>
            </a:r>
          </a:p>
        </p:txBody>
      </p:sp>
      <p:pic>
        <p:nvPicPr>
          <p:cNvPr id="7170" name="Picture 2" descr="Catálogo de Servicios (@CatalogoDeServs ...">
            <a:extLst>
              <a:ext uri="{FF2B5EF4-FFF2-40B4-BE49-F238E27FC236}">
                <a16:creationId xmlns:a16="http://schemas.microsoft.com/office/drawing/2014/main" id="{8C9AAFA6-4E5D-4557-935B-1A334E711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9209" y="2643877"/>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583800"/>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78650BE-7BAA-4722-8088-E2699B9C16F9}"/>
              </a:ext>
            </a:extLst>
          </p:cNvPr>
          <p:cNvSpPr txBox="1"/>
          <p:nvPr/>
        </p:nvSpPr>
        <p:spPr>
          <a:xfrm>
            <a:off x="4098275" y="1800677"/>
            <a:ext cx="7115060" cy="4031873"/>
          </a:xfrm>
          <a:prstGeom prst="rect">
            <a:avLst/>
          </a:prstGeom>
          <a:noFill/>
        </p:spPr>
        <p:txBody>
          <a:bodyPr wrap="square">
            <a:spAutoFit/>
          </a:bodyPr>
          <a:lstStyle/>
          <a:p>
            <a:r>
              <a:rPr lang="es-ES" sz="2000" b="1" dirty="0"/>
              <a:t>HTTP (</a:t>
            </a:r>
            <a:r>
              <a:rPr lang="es-ES" sz="2000" b="1" dirty="0" err="1"/>
              <a:t>Hypertext</a:t>
            </a:r>
            <a:r>
              <a:rPr lang="es-ES" sz="2000" b="1" dirty="0"/>
              <a:t> Transfer </a:t>
            </a:r>
            <a:r>
              <a:rPr lang="es-ES" sz="2000" b="1" dirty="0" err="1"/>
              <a:t>Protocol</a:t>
            </a:r>
            <a:r>
              <a:rPr lang="es-ES" sz="2000" b="1" dirty="0"/>
              <a:t>)</a:t>
            </a:r>
            <a:r>
              <a:rPr lang="es-ES" dirty="0"/>
              <a:t>: protocolo ampliamente utilizado en la </a:t>
            </a:r>
            <a:r>
              <a:rPr lang="es-ES" dirty="0" err="1"/>
              <a:t>WorldWide</a:t>
            </a:r>
            <a:r>
              <a:rPr lang="es-ES" dirty="0"/>
              <a:t> Web y es la base de muchas comunicaciones en SOA. HTTP se utiliza para transmitir datos entre el cliente (solicitante) y el servidor (proveedor) en forma de solicitudes y respuestas.</a:t>
            </a:r>
          </a:p>
          <a:p>
            <a:endParaRPr lang="es-ES" dirty="0"/>
          </a:p>
          <a:p>
            <a:r>
              <a:rPr lang="es-ES" sz="2000" b="1" dirty="0"/>
              <a:t>SOAP (Simple </a:t>
            </a:r>
            <a:r>
              <a:rPr lang="es-ES" sz="2000" b="1" dirty="0" err="1"/>
              <a:t>Object</a:t>
            </a:r>
            <a:r>
              <a:rPr lang="es-ES" sz="2000" b="1" dirty="0"/>
              <a:t> Access </a:t>
            </a:r>
            <a:r>
              <a:rPr lang="es-ES" sz="2000" b="1" dirty="0" err="1"/>
              <a:t>Protocol</a:t>
            </a:r>
            <a:r>
              <a:rPr lang="es-ES" sz="2000" b="1" dirty="0"/>
              <a:t>)</a:t>
            </a:r>
            <a:r>
              <a:rPr lang="es-ES" dirty="0"/>
              <a:t>: protocolo basado en XML que proporciona una estructura estándar para el intercambio de mensajes entre servicios en SOA.</a:t>
            </a:r>
          </a:p>
          <a:p>
            <a:endParaRPr lang="es-ES" dirty="0"/>
          </a:p>
          <a:p>
            <a:r>
              <a:rPr lang="es-ES" sz="2000" b="1" dirty="0"/>
              <a:t>REST(</a:t>
            </a:r>
            <a:r>
              <a:rPr lang="es-ES" sz="2000" b="1" dirty="0" err="1"/>
              <a:t>Representational</a:t>
            </a:r>
            <a:r>
              <a:rPr lang="es-ES" sz="2000" b="1" dirty="0"/>
              <a:t> </a:t>
            </a:r>
            <a:r>
              <a:rPr lang="es-ES" sz="2000" b="1" dirty="0" err="1"/>
              <a:t>State</a:t>
            </a:r>
            <a:r>
              <a:rPr lang="es-ES" sz="2000" b="1" dirty="0"/>
              <a:t> Transfer)</a:t>
            </a:r>
            <a:r>
              <a:rPr lang="es-ES" dirty="0"/>
              <a:t>: aunque no es un protocolo en sí, REST es un estilo arquitectónico que utiliza los principios y características del protocolo HTTP. Se basa en el concepto de recursos identificados por </a:t>
            </a:r>
            <a:r>
              <a:rPr lang="es-ES" dirty="0" err="1"/>
              <a:t>URLs</a:t>
            </a:r>
            <a:r>
              <a:rPr lang="es-ES" dirty="0"/>
              <a:t> y utiliza los métodos HTTP (GET, POST, PUT, DELETE) para realizar operaciones sobre estos recursos.</a:t>
            </a:r>
          </a:p>
        </p:txBody>
      </p:sp>
      <p:sp>
        <p:nvSpPr>
          <p:cNvPr id="3" name="CuadroTexto 2">
            <a:extLst>
              <a:ext uri="{FF2B5EF4-FFF2-40B4-BE49-F238E27FC236}">
                <a16:creationId xmlns:a16="http://schemas.microsoft.com/office/drawing/2014/main" id="{BCBA9408-574E-4690-99AD-6192D202E6A2}"/>
              </a:ext>
            </a:extLst>
          </p:cNvPr>
          <p:cNvSpPr txBox="1"/>
          <p:nvPr/>
        </p:nvSpPr>
        <p:spPr>
          <a:xfrm flipH="1">
            <a:off x="938084" y="484741"/>
            <a:ext cx="9781327" cy="646331"/>
          </a:xfrm>
          <a:prstGeom prst="rect">
            <a:avLst/>
          </a:prstGeom>
          <a:noFill/>
        </p:spPr>
        <p:txBody>
          <a:bodyPr wrap="square" rtlCol="0">
            <a:spAutoFit/>
          </a:bodyPr>
          <a:lstStyle/>
          <a:p>
            <a:r>
              <a:rPr lang="es-ES" sz="3600" dirty="0"/>
              <a:t>PROTOCOLOS UTILIZADOS EN SOA</a:t>
            </a:r>
          </a:p>
        </p:txBody>
      </p:sp>
      <p:pic>
        <p:nvPicPr>
          <p:cNvPr id="8194" name="Picture 2" descr="comunicaciones y el mercado digital ...">
            <a:extLst>
              <a:ext uri="{FF2B5EF4-FFF2-40B4-BE49-F238E27FC236}">
                <a16:creationId xmlns:a16="http://schemas.microsoft.com/office/drawing/2014/main" id="{CE5B09A9-7F29-471A-8785-7DC9ED7416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554" y="2994522"/>
            <a:ext cx="3067050" cy="148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74126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9AA70DB-72A3-4023-8011-9421B6775CFC}"/>
              </a:ext>
            </a:extLst>
          </p:cNvPr>
          <p:cNvSpPr txBox="1"/>
          <p:nvPr/>
        </p:nvSpPr>
        <p:spPr>
          <a:xfrm>
            <a:off x="4340646" y="2238632"/>
            <a:ext cx="7249097" cy="3231654"/>
          </a:xfrm>
          <a:prstGeom prst="rect">
            <a:avLst/>
          </a:prstGeom>
          <a:noFill/>
        </p:spPr>
        <p:txBody>
          <a:bodyPr wrap="square">
            <a:spAutoFit/>
          </a:bodyPr>
          <a:lstStyle/>
          <a:p>
            <a:r>
              <a:rPr lang="es-ES" sz="2000" b="1" dirty="0"/>
              <a:t>JSON (JavaScript </a:t>
            </a:r>
            <a:r>
              <a:rPr lang="es-ES" sz="2000" b="1" dirty="0" err="1"/>
              <a:t>Object</a:t>
            </a:r>
            <a:r>
              <a:rPr lang="es-ES" sz="2000" b="1" dirty="0"/>
              <a:t> </a:t>
            </a:r>
            <a:r>
              <a:rPr lang="es-ES" sz="2000" b="1" dirty="0" err="1"/>
              <a:t>Notation</a:t>
            </a:r>
            <a:r>
              <a:rPr lang="es-ES" sz="2000" b="1" dirty="0"/>
              <a:t>)</a:t>
            </a:r>
            <a:r>
              <a:rPr lang="es-ES" dirty="0"/>
              <a:t>: aunque no es un protocolo, se utiliza frecuentemente como formato de intercambio de datos en SOA, especialmente con servicios web </a:t>
            </a:r>
            <a:r>
              <a:rPr lang="es-ES" dirty="0" err="1"/>
              <a:t>RESTful</a:t>
            </a:r>
            <a:r>
              <a:rPr lang="es-ES" dirty="0"/>
              <a:t>.</a:t>
            </a:r>
          </a:p>
          <a:p>
            <a:endParaRPr lang="es-ES" dirty="0"/>
          </a:p>
          <a:p>
            <a:r>
              <a:rPr lang="es-ES" sz="2000" b="1" dirty="0"/>
              <a:t>XML-RPC </a:t>
            </a:r>
            <a:r>
              <a:rPr lang="es-ES" dirty="0"/>
              <a:t>(XML Remote </a:t>
            </a:r>
            <a:r>
              <a:rPr lang="es-ES" dirty="0" err="1"/>
              <a:t>Procedure</a:t>
            </a:r>
            <a:r>
              <a:rPr lang="es-ES" dirty="0"/>
              <a:t> </a:t>
            </a:r>
            <a:r>
              <a:rPr lang="es-ES" dirty="0" err="1"/>
              <a:t>Call</a:t>
            </a:r>
            <a:r>
              <a:rPr lang="es-ES" dirty="0"/>
              <a:t>): es otro protocolo basado en XML que permite invocar procedimientos remotos entre sistemas a través de HTTP como transporte.</a:t>
            </a:r>
          </a:p>
          <a:p>
            <a:endParaRPr lang="es-ES" dirty="0"/>
          </a:p>
          <a:p>
            <a:r>
              <a:rPr lang="es-ES" sz="2000" b="1" dirty="0"/>
              <a:t>AMQP: </a:t>
            </a:r>
            <a:r>
              <a:rPr lang="es-ES" dirty="0"/>
              <a:t>(</a:t>
            </a:r>
            <a:r>
              <a:rPr lang="es-ES" dirty="0" err="1"/>
              <a:t>Advanced</a:t>
            </a:r>
            <a:r>
              <a:rPr lang="es-ES" dirty="0"/>
              <a:t> </a:t>
            </a:r>
            <a:r>
              <a:rPr lang="es-ES" dirty="0" err="1"/>
              <a:t>Message</a:t>
            </a:r>
            <a:r>
              <a:rPr lang="es-ES" dirty="0"/>
              <a:t> </a:t>
            </a:r>
            <a:r>
              <a:rPr lang="es-ES" dirty="0" err="1"/>
              <a:t>Queuing</a:t>
            </a:r>
            <a:r>
              <a:rPr lang="es-ES" dirty="0"/>
              <a:t> </a:t>
            </a:r>
            <a:r>
              <a:rPr lang="es-ES" dirty="0" err="1"/>
              <a:t>Protocol</a:t>
            </a:r>
            <a:r>
              <a:rPr lang="es-ES" dirty="0"/>
              <a:t>): Si bien es menos común que los anteriores, AMQP es un protocolo de mensajería que se utiliza para facilitar la comunicación asíncrona entre servicios en SOA.</a:t>
            </a:r>
            <a:endParaRPr lang="es-419" dirty="0"/>
          </a:p>
        </p:txBody>
      </p:sp>
      <p:sp>
        <p:nvSpPr>
          <p:cNvPr id="3" name="CuadroTexto 2">
            <a:extLst>
              <a:ext uri="{FF2B5EF4-FFF2-40B4-BE49-F238E27FC236}">
                <a16:creationId xmlns:a16="http://schemas.microsoft.com/office/drawing/2014/main" id="{17093F15-6F5E-4196-9CB7-7120EEEE40BB}"/>
              </a:ext>
            </a:extLst>
          </p:cNvPr>
          <p:cNvSpPr txBox="1"/>
          <p:nvPr/>
        </p:nvSpPr>
        <p:spPr>
          <a:xfrm flipH="1">
            <a:off x="938084" y="484741"/>
            <a:ext cx="9781327" cy="646331"/>
          </a:xfrm>
          <a:prstGeom prst="rect">
            <a:avLst/>
          </a:prstGeom>
          <a:noFill/>
        </p:spPr>
        <p:txBody>
          <a:bodyPr wrap="square" rtlCol="0">
            <a:spAutoFit/>
          </a:bodyPr>
          <a:lstStyle/>
          <a:p>
            <a:r>
              <a:rPr lang="es-ES" sz="3600" dirty="0"/>
              <a:t>PROTOCOLOS UTILIZADOS EN SOA</a:t>
            </a:r>
          </a:p>
        </p:txBody>
      </p:sp>
      <p:pic>
        <p:nvPicPr>
          <p:cNvPr id="9218" name="Picture 2" descr="comunicaciones y el mercado digital ...">
            <a:extLst>
              <a:ext uri="{FF2B5EF4-FFF2-40B4-BE49-F238E27FC236}">
                <a16:creationId xmlns:a16="http://schemas.microsoft.com/office/drawing/2014/main" id="{01448077-70B4-4654-9D2D-E35BC8DF05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73" y="2906387"/>
            <a:ext cx="3067050" cy="148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98173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42ED178-891C-4ADE-B87F-87B8BDDC49A3}"/>
              </a:ext>
            </a:extLst>
          </p:cNvPr>
          <p:cNvSpPr txBox="1"/>
          <p:nvPr/>
        </p:nvSpPr>
        <p:spPr>
          <a:xfrm flipH="1">
            <a:off x="938084" y="484741"/>
            <a:ext cx="9781327" cy="1200329"/>
          </a:xfrm>
          <a:prstGeom prst="rect">
            <a:avLst/>
          </a:prstGeom>
          <a:noFill/>
        </p:spPr>
        <p:txBody>
          <a:bodyPr wrap="square" rtlCol="0">
            <a:spAutoFit/>
          </a:bodyPr>
          <a:lstStyle/>
          <a:p>
            <a:r>
              <a:rPr lang="es-ES" sz="3600" dirty="0"/>
              <a:t>PRIMER TRABAJO ARQUITECTURAS SOFTWARE EMPRESARIAL – 3er 25%</a:t>
            </a:r>
          </a:p>
        </p:txBody>
      </p:sp>
      <p:sp>
        <p:nvSpPr>
          <p:cNvPr id="4" name="CuadroTexto 3">
            <a:extLst>
              <a:ext uri="{FF2B5EF4-FFF2-40B4-BE49-F238E27FC236}">
                <a16:creationId xmlns:a16="http://schemas.microsoft.com/office/drawing/2014/main" id="{0B93B334-4B15-4D1D-A449-DAB26C3D917E}"/>
              </a:ext>
            </a:extLst>
          </p:cNvPr>
          <p:cNvSpPr txBox="1"/>
          <p:nvPr/>
        </p:nvSpPr>
        <p:spPr>
          <a:xfrm>
            <a:off x="5542308" y="1685070"/>
            <a:ext cx="6488111" cy="4401205"/>
          </a:xfrm>
          <a:prstGeom prst="rect">
            <a:avLst/>
          </a:prstGeom>
          <a:noFill/>
        </p:spPr>
        <p:txBody>
          <a:bodyPr wrap="square">
            <a:spAutoFit/>
          </a:bodyPr>
          <a:lstStyle/>
          <a:p>
            <a:r>
              <a:rPr lang="es-ES" sz="2000" dirty="0"/>
              <a:t>Si en su empresa definen que van a usar SOA, tome la aplicación que está desarrollando y aplique los pasos anteriores para definir un catálogo de servicios.</a:t>
            </a:r>
          </a:p>
          <a:p>
            <a:endParaRPr lang="es-ES" sz="2000" dirty="0"/>
          </a:p>
          <a:p>
            <a:r>
              <a:rPr lang="es-ES" sz="2000" dirty="0"/>
              <a:t>Se debe realizar un documento que va a ser incremental y en el primer capítulo debe contener el desarrollo de cada uno de los pasos. Haga un análisis del negocio en un mapa de capacidades, defina los servicios que considere necesite, las capas de servicios, los contratos, etc..</a:t>
            </a:r>
          </a:p>
          <a:p>
            <a:endParaRPr lang="es-419" sz="2000" dirty="0"/>
          </a:p>
          <a:p>
            <a:r>
              <a:rPr lang="es-ES" sz="2000" dirty="0"/>
              <a:t>Luego que vea las implementaciones que se le van a mostrar en clase, especifique cómo estaría </a:t>
            </a:r>
            <a:r>
              <a:rPr lang="es-ES" sz="2000" dirty="0" err="1"/>
              <a:t>arquitectada</a:t>
            </a:r>
            <a:r>
              <a:rPr lang="es-ES" sz="2000" dirty="0"/>
              <a:t> la suya si fuera SOA, mostrando la distribución en carpetas y el contenido de cada una</a:t>
            </a:r>
          </a:p>
        </p:txBody>
      </p:sp>
      <p:pic>
        <p:nvPicPr>
          <p:cNvPr id="10242" name="Picture 2" descr="CARACTERÍSTICAS DEL TRABAJO ESCRITO - Issuu">
            <a:extLst>
              <a:ext uri="{FF2B5EF4-FFF2-40B4-BE49-F238E27FC236}">
                <a16:creationId xmlns:a16="http://schemas.microsoft.com/office/drawing/2014/main" id="{428F2F4C-5098-4ECB-BE18-12C2690C4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100" y="2541396"/>
            <a:ext cx="3781260" cy="2735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606175"/>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E06151D-79AC-4C3F-A38E-E48F009E6385}"/>
              </a:ext>
            </a:extLst>
          </p:cNvPr>
          <p:cNvSpPr txBox="1"/>
          <p:nvPr/>
        </p:nvSpPr>
        <p:spPr>
          <a:xfrm flipH="1">
            <a:off x="755066" y="447156"/>
            <a:ext cx="6383863" cy="646331"/>
          </a:xfrm>
          <a:prstGeom prst="rect">
            <a:avLst/>
          </a:prstGeom>
          <a:noFill/>
        </p:spPr>
        <p:txBody>
          <a:bodyPr wrap="square" rtlCol="0">
            <a:spAutoFit/>
          </a:bodyPr>
          <a:lstStyle/>
          <a:p>
            <a:r>
              <a:rPr lang="es-ES" sz="3600" dirty="0"/>
              <a:t>Glosario proyectos</a:t>
            </a:r>
          </a:p>
        </p:txBody>
      </p:sp>
      <p:sp>
        <p:nvSpPr>
          <p:cNvPr id="5" name="CuadroTexto 4">
            <a:extLst>
              <a:ext uri="{FF2B5EF4-FFF2-40B4-BE49-F238E27FC236}">
                <a16:creationId xmlns:a16="http://schemas.microsoft.com/office/drawing/2014/main" id="{55B83617-4A11-40FB-9818-7E5EC3553D48}"/>
              </a:ext>
            </a:extLst>
          </p:cNvPr>
          <p:cNvSpPr txBox="1"/>
          <p:nvPr/>
        </p:nvSpPr>
        <p:spPr>
          <a:xfrm>
            <a:off x="595734" y="1302808"/>
            <a:ext cx="10696555" cy="4524315"/>
          </a:xfrm>
          <a:prstGeom prst="rect">
            <a:avLst/>
          </a:prstGeom>
          <a:noFill/>
        </p:spPr>
        <p:txBody>
          <a:bodyPr wrap="square">
            <a:spAutoFit/>
          </a:bodyPr>
          <a:lstStyle/>
          <a:p>
            <a:r>
              <a:rPr lang="es-ES" sz="1600" b="1" dirty="0">
                <a:highlight>
                  <a:srgbClr val="FFFF00"/>
                </a:highlight>
              </a:rPr>
              <a:t>Cliente</a:t>
            </a:r>
          </a:p>
          <a:p>
            <a:endParaRPr lang="es-ES" sz="1600" dirty="0"/>
          </a:p>
          <a:p>
            <a:r>
              <a:rPr lang="es-ES" sz="1600" b="1" dirty="0" err="1"/>
              <a:t>Await</a:t>
            </a:r>
            <a:r>
              <a:rPr lang="es-ES" sz="1600" dirty="0"/>
              <a:t> instrucción que ordena esperar</a:t>
            </a:r>
            <a:r>
              <a:rPr lang="es-ES" sz="1600" b="0" i="0" dirty="0">
                <a:solidFill>
                  <a:srgbClr val="0A0A0A"/>
                </a:solidFill>
                <a:effectLst/>
                <a:latin typeface="Google Sans"/>
              </a:rPr>
              <a:t> a que una tarea termine sin bloquear todo el sistema</a:t>
            </a:r>
            <a:endParaRPr lang="es-ES" sz="1600" dirty="0"/>
          </a:p>
          <a:p>
            <a:r>
              <a:rPr lang="es-ES" sz="1600" b="1" dirty="0" err="1"/>
              <a:t>GetAsync</a:t>
            </a:r>
            <a:r>
              <a:rPr lang="es-ES" sz="1600" dirty="0"/>
              <a:t> </a:t>
            </a:r>
            <a:r>
              <a:rPr lang="es-ES" sz="1600" b="0" i="0" dirty="0">
                <a:solidFill>
                  <a:srgbClr val="0A0A0A"/>
                </a:solidFill>
                <a:effectLst/>
                <a:latin typeface="Google Sans"/>
              </a:rPr>
              <a:t>Se usa para pedir información a un servidor (</a:t>
            </a:r>
            <a:r>
              <a:rPr lang="es-ES" sz="1600" b="1" i="0" dirty="0">
                <a:solidFill>
                  <a:srgbClr val="0A0A0A"/>
                </a:solidFill>
                <a:effectLst/>
                <a:latin typeface="Google Sans"/>
              </a:rPr>
              <a:t>GET</a:t>
            </a:r>
            <a:r>
              <a:rPr lang="es-ES" sz="1600" b="0" i="0" dirty="0">
                <a:solidFill>
                  <a:srgbClr val="0A0A0A"/>
                </a:solidFill>
                <a:effectLst/>
                <a:latin typeface="Google Sans"/>
              </a:rPr>
              <a:t>). Es "</a:t>
            </a:r>
            <a:r>
              <a:rPr lang="es-ES" sz="1600" b="0" i="0" dirty="0" err="1">
                <a:solidFill>
                  <a:srgbClr val="0A0A0A"/>
                </a:solidFill>
                <a:effectLst/>
                <a:latin typeface="Google Sans"/>
              </a:rPr>
              <a:t>Async</a:t>
            </a:r>
            <a:r>
              <a:rPr lang="es-ES" sz="1600" b="0" i="0" dirty="0">
                <a:solidFill>
                  <a:srgbClr val="0A0A0A"/>
                </a:solidFill>
                <a:effectLst/>
                <a:latin typeface="Google Sans"/>
              </a:rPr>
              <a:t>" para no detener el programa mientras el servidor responde.</a:t>
            </a:r>
            <a:endParaRPr lang="es-ES" sz="1600" dirty="0"/>
          </a:p>
          <a:p>
            <a:r>
              <a:rPr lang="es-ES" sz="1600" b="1" dirty="0" err="1"/>
              <a:t>PostAsync</a:t>
            </a:r>
            <a:r>
              <a:rPr lang="es-ES" sz="1600" dirty="0"/>
              <a:t> </a:t>
            </a:r>
            <a:r>
              <a:rPr lang="es-ES" sz="1600" b="0" i="0" dirty="0">
                <a:solidFill>
                  <a:srgbClr val="0A0A0A"/>
                </a:solidFill>
                <a:effectLst/>
                <a:latin typeface="Google Sans"/>
              </a:rPr>
              <a:t>Se usa para enviar datos nuevos a un servidor (</a:t>
            </a:r>
            <a:r>
              <a:rPr lang="es-ES" sz="1600" b="1" i="0" dirty="0">
                <a:solidFill>
                  <a:srgbClr val="0A0A0A"/>
                </a:solidFill>
                <a:effectLst/>
                <a:latin typeface="Google Sans"/>
              </a:rPr>
              <a:t>POST</a:t>
            </a:r>
            <a:r>
              <a:rPr lang="es-ES" sz="1600" b="0" i="0" dirty="0">
                <a:solidFill>
                  <a:srgbClr val="0A0A0A"/>
                </a:solidFill>
                <a:effectLst/>
                <a:latin typeface="Google Sans"/>
              </a:rPr>
              <a:t>)</a:t>
            </a:r>
            <a:endParaRPr lang="es-ES" sz="1600" dirty="0"/>
          </a:p>
          <a:p>
            <a:r>
              <a:rPr lang="es-ES" sz="1600" b="1" dirty="0" err="1"/>
              <a:t>JsonSerializer</a:t>
            </a:r>
            <a:r>
              <a:rPr lang="es-ES" sz="1600" b="1" dirty="0"/>
              <a:t> – </a:t>
            </a:r>
            <a:r>
              <a:rPr lang="es-ES" sz="1600" b="1" dirty="0" err="1"/>
              <a:t>Deserializer</a:t>
            </a:r>
            <a:r>
              <a:rPr lang="es-ES" sz="1600" dirty="0"/>
              <a:t>  Conversiones entre objetos C# a clase ) a un texto en formato JSON y </a:t>
            </a:r>
            <a:r>
              <a:rPr lang="es-ES" sz="1600" dirty="0" err="1"/>
              <a:t>visceversa</a:t>
            </a:r>
            <a:endParaRPr lang="es-ES" sz="1600" dirty="0"/>
          </a:p>
          <a:p>
            <a:endParaRPr lang="es-ES" sz="1600" dirty="0"/>
          </a:p>
          <a:p>
            <a:r>
              <a:rPr lang="es-ES" sz="1600" b="1" dirty="0">
                <a:highlight>
                  <a:srgbClr val="FFFF00"/>
                </a:highlight>
              </a:rPr>
              <a:t>ESB</a:t>
            </a:r>
          </a:p>
          <a:p>
            <a:endParaRPr lang="es-ES" sz="1600" dirty="0"/>
          </a:p>
          <a:p>
            <a:r>
              <a:rPr lang="es-ES" sz="1600" b="1" dirty="0" err="1"/>
              <a:t>Ilogger</a:t>
            </a:r>
            <a:r>
              <a:rPr lang="es-ES" sz="1600" dirty="0"/>
              <a:t> </a:t>
            </a:r>
            <a:r>
              <a:rPr lang="es-ES" sz="1600" b="0" i="0" dirty="0">
                <a:solidFill>
                  <a:srgbClr val="0A0A0A"/>
                </a:solidFill>
                <a:effectLst/>
                <a:latin typeface="Google Sans"/>
              </a:rPr>
              <a:t>Es la herramienta para escribir mensajes de diagnóstico (errores, advertencias o </a:t>
            </a:r>
            <a:r>
              <a:rPr lang="es-ES" sz="1600" b="0" i="0" dirty="0" err="1">
                <a:solidFill>
                  <a:srgbClr val="0A0A0A"/>
                </a:solidFill>
                <a:effectLst/>
                <a:latin typeface="Google Sans"/>
              </a:rPr>
              <a:t>info</a:t>
            </a:r>
            <a:r>
              <a:rPr lang="es-ES" sz="1600" b="0" i="0" dirty="0">
                <a:solidFill>
                  <a:srgbClr val="0A0A0A"/>
                </a:solidFill>
                <a:effectLst/>
                <a:latin typeface="Google Sans"/>
              </a:rPr>
              <a:t>) en la consola o en archivos</a:t>
            </a:r>
            <a:endParaRPr lang="es-ES" sz="1600" dirty="0"/>
          </a:p>
          <a:p>
            <a:r>
              <a:rPr lang="es-ES" sz="1600" b="1" dirty="0" err="1"/>
              <a:t>IRoutingService</a:t>
            </a:r>
            <a:r>
              <a:rPr lang="es-ES" sz="1600" dirty="0"/>
              <a:t> </a:t>
            </a:r>
            <a:r>
              <a:rPr lang="es-ES" sz="1600" b="0" i="0" dirty="0">
                <a:solidFill>
                  <a:srgbClr val="0A0A0A"/>
                </a:solidFill>
                <a:effectLst/>
                <a:latin typeface="Google Sans"/>
              </a:rPr>
              <a:t>interfaz que se encarga de decidir a dónde debe ir una petición dentro de la aplicación.</a:t>
            </a:r>
            <a:endParaRPr lang="es-ES" sz="1600" dirty="0"/>
          </a:p>
          <a:p>
            <a:r>
              <a:rPr lang="es-ES" sz="1600" b="1" dirty="0" err="1"/>
              <a:t>RouteRequestAsync</a:t>
            </a:r>
            <a:r>
              <a:rPr lang="es-ES" sz="1600" dirty="0"/>
              <a:t>, </a:t>
            </a:r>
            <a:r>
              <a:rPr lang="es-ES" sz="1600" b="0" i="0" dirty="0">
                <a:solidFill>
                  <a:srgbClr val="0A0A0A"/>
                </a:solidFill>
                <a:effectLst/>
                <a:latin typeface="Google Sans"/>
              </a:rPr>
              <a:t>método que busca el destino de una petición y la prepara para ser enviada.</a:t>
            </a:r>
            <a:endParaRPr lang="es-ES" sz="1600" dirty="0"/>
          </a:p>
          <a:p>
            <a:r>
              <a:rPr lang="es-ES" sz="1600" b="1" dirty="0" err="1"/>
              <a:t>RouteAndTransformAsync</a:t>
            </a:r>
            <a:r>
              <a:rPr lang="es-ES" sz="1600" dirty="0"/>
              <a:t> parecido al anterior </a:t>
            </a:r>
            <a:r>
              <a:rPr lang="es-ES" sz="1600" b="0" i="0" dirty="0">
                <a:solidFill>
                  <a:srgbClr val="0A0A0A"/>
                </a:solidFill>
                <a:effectLst/>
                <a:latin typeface="Google Sans"/>
              </a:rPr>
              <a:t>pero además de redirigir la petición, </a:t>
            </a:r>
            <a:r>
              <a:rPr lang="es-ES" sz="1600" b="1" i="0" dirty="0">
                <a:solidFill>
                  <a:srgbClr val="0A0A0A"/>
                </a:solidFill>
                <a:effectLst/>
                <a:latin typeface="Google Sans"/>
              </a:rPr>
              <a:t>modifica</a:t>
            </a:r>
            <a:r>
              <a:rPr lang="es-ES" sz="1600" b="0" i="0" dirty="0">
                <a:solidFill>
                  <a:srgbClr val="0A0A0A"/>
                </a:solidFill>
                <a:effectLst/>
                <a:latin typeface="Google Sans"/>
              </a:rPr>
              <a:t> o "mapea" los datos antes de que lleguen al destino final</a:t>
            </a:r>
            <a:endParaRPr lang="es-ES" sz="1600" dirty="0"/>
          </a:p>
          <a:p>
            <a:r>
              <a:rPr lang="es-ES" sz="1600" b="1" dirty="0"/>
              <a:t>[</a:t>
            </a:r>
            <a:r>
              <a:rPr lang="es-ES" sz="1600" b="1" dirty="0" err="1"/>
              <a:t>frombody</a:t>
            </a:r>
            <a:r>
              <a:rPr lang="es-ES" sz="1600" b="1" dirty="0"/>
              <a:t>]</a:t>
            </a:r>
            <a:r>
              <a:rPr lang="es-ES" sz="1600" dirty="0"/>
              <a:t> Se usa en los parámetros de un controlador para decirle a C#: "Busca los datos de este objeto dentro del cuerpo (</a:t>
            </a:r>
            <a:r>
              <a:rPr lang="es-ES" sz="1600" dirty="0" err="1"/>
              <a:t>body</a:t>
            </a:r>
            <a:r>
              <a:rPr lang="es-ES" sz="1600" dirty="0"/>
              <a:t>) de la petición HTTP que me enviaron</a:t>
            </a:r>
          </a:p>
          <a:p>
            <a:endParaRPr lang="es-ES" sz="1600" dirty="0"/>
          </a:p>
        </p:txBody>
      </p:sp>
    </p:spTree>
    <p:extLst>
      <p:ext uri="{BB962C8B-B14F-4D97-AF65-F5344CB8AC3E}">
        <p14:creationId xmlns:p14="http://schemas.microsoft.com/office/powerpoint/2010/main" val="188497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BC420AA-DF87-4331-AEB4-3E145A370204}"/>
              </a:ext>
            </a:extLst>
          </p:cNvPr>
          <p:cNvSpPr txBox="1"/>
          <p:nvPr/>
        </p:nvSpPr>
        <p:spPr>
          <a:xfrm>
            <a:off x="638980" y="1659285"/>
            <a:ext cx="10036366" cy="4278094"/>
          </a:xfrm>
          <a:prstGeom prst="rect">
            <a:avLst/>
          </a:prstGeom>
          <a:noFill/>
        </p:spPr>
        <p:txBody>
          <a:bodyPr wrap="square">
            <a:spAutoFit/>
          </a:bodyPr>
          <a:lstStyle/>
          <a:p>
            <a:r>
              <a:rPr lang="es-ES" sz="1600" b="1" dirty="0">
                <a:highlight>
                  <a:srgbClr val="FFFF00"/>
                </a:highlight>
              </a:rPr>
              <a:t>ESB – Interface</a:t>
            </a:r>
          </a:p>
          <a:p>
            <a:endParaRPr lang="es-ES" sz="1600" dirty="0"/>
          </a:p>
          <a:p>
            <a:r>
              <a:rPr lang="es-ES" sz="1600" b="1" dirty="0" err="1"/>
              <a:t>Task</a:t>
            </a:r>
            <a:r>
              <a:rPr lang="es-ES" sz="1600" b="1" dirty="0"/>
              <a:t>&lt;T?&gt; </a:t>
            </a:r>
            <a:r>
              <a:rPr lang="es-ES" sz="1600" b="1" dirty="0" err="1"/>
              <a:t>RouteAndTransformAsync</a:t>
            </a:r>
            <a:r>
              <a:rPr lang="es-ES" sz="1600" b="1" dirty="0"/>
              <a:t>&lt;T&gt;</a:t>
            </a:r>
            <a:r>
              <a:rPr lang="es-ES" sz="1600" dirty="0"/>
              <a:t> método que realiza una tarea en segundo plano y devuelve un objeto de tipo genérico</a:t>
            </a:r>
          </a:p>
          <a:p>
            <a:r>
              <a:rPr lang="es-ES" sz="1600" b="1" dirty="0" err="1"/>
              <a:t>Task</a:t>
            </a:r>
            <a:r>
              <a:rPr lang="es-ES" sz="1600" b="1" dirty="0"/>
              <a:t>&lt;</a:t>
            </a:r>
            <a:r>
              <a:rPr lang="es-ES" sz="1600" b="1" dirty="0" err="1"/>
              <a:t>HttpResponseMessage</a:t>
            </a:r>
            <a:r>
              <a:rPr lang="es-ES" sz="1600" b="1" dirty="0"/>
              <a:t>&gt; </a:t>
            </a:r>
            <a:r>
              <a:rPr lang="es-ES" sz="1600" b="1" dirty="0" err="1"/>
              <a:t>RouteRequestAsync</a:t>
            </a:r>
            <a:r>
              <a:rPr lang="es-ES" sz="1600" dirty="0"/>
              <a:t> </a:t>
            </a:r>
            <a:r>
              <a:rPr lang="es-ES" sz="1600" b="0" i="0" dirty="0">
                <a:solidFill>
                  <a:srgbClr val="0A0A0A"/>
                </a:solidFill>
                <a:effectLst/>
                <a:latin typeface="Google Sans"/>
              </a:rPr>
              <a:t> método asíncrono que devuelve la </a:t>
            </a:r>
            <a:r>
              <a:rPr lang="es-ES" sz="1600" b="1" i="0" dirty="0">
                <a:solidFill>
                  <a:srgbClr val="0A0A0A"/>
                </a:solidFill>
                <a:effectLst/>
                <a:latin typeface="Google Sans"/>
              </a:rPr>
              <a:t>respuesta completa</a:t>
            </a:r>
            <a:r>
              <a:rPr lang="es-ES" sz="1600" b="0" i="0" dirty="0">
                <a:solidFill>
                  <a:srgbClr val="0A0A0A"/>
                </a:solidFill>
                <a:effectLst/>
                <a:latin typeface="Google Sans"/>
              </a:rPr>
              <a:t> de un servidor (código de estado, encabezados y contenido).</a:t>
            </a:r>
            <a:endParaRPr lang="es-ES" sz="1600" dirty="0"/>
          </a:p>
          <a:p>
            <a:endParaRPr lang="es-ES" sz="1600" dirty="0"/>
          </a:p>
          <a:p>
            <a:r>
              <a:rPr lang="es-ES" sz="1600" b="1" dirty="0">
                <a:highlight>
                  <a:srgbClr val="FFFF00"/>
                </a:highlight>
              </a:rPr>
              <a:t>Servicio</a:t>
            </a:r>
          </a:p>
          <a:p>
            <a:endParaRPr lang="es-ES" sz="1600" b="1" dirty="0"/>
          </a:p>
          <a:p>
            <a:r>
              <a:rPr lang="es-ES" sz="1600" b="1" dirty="0" err="1"/>
              <a:t>IHttpClientFactory</a:t>
            </a:r>
            <a:r>
              <a:rPr lang="es-ES" sz="1600" b="1" dirty="0"/>
              <a:t>:</a:t>
            </a:r>
            <a:r>
              <a:rPr lang="es-ES" sz="1600" dirty="0"/>
              <a:t> fábrica" que gestiona la creación de clientes HTTP. Es la forma de hacer peticiones a otros sitios web en .NET </a:t>
            </a:r>
          </a:p>
          <a:p>
            <a:r>
              <a:rPr lang="es-ES" sz="1600" b="1" dirty="0" err="1"/>
              <a:t>async</a:t>
            </a:r>
            <a:r>
              <a:rPr lang="es-ES" sz="1600" b="1" dirty="0"/>
              <a:t> </a:t>
            </a:r>
            <a:r>
              <a:rPr lang="es-ES" sz="1600" b="1" dirty="0" err="1"/>
              <a:t>Task</a:t>
            </a:r>
            <a:r>
              <a:rPr lang="es-ES" sz="1600" b="1" dirty="0"/>
              <a:t>&lt;</a:t>
            </a:r>
            <a:r>
              <a:rPr lang="es-ES" sz="1600" b="1" dirty="0" err="1"/>
              <a:t>HttpResponseMessage</a:t>
            </a:r>
            <a:r>
              <a:rPr lang="es-ES" sz="1600" b="1" dirty="0"/>
              <a:t>&gt;:</a:t>
            </a:r>
            <a:r>
              <a:rPr lang="es-ES" sz="1600" dirty="0"/>
              <a:t>  función que entrega una respuesta HTTP en el futuro sin detener el programa mientras la busca</a:t>
            </a:r>
          </a:p>
          <a:p>
            <a:r>
              <a:rPr lang="es-ES" sz="1600" b="1" dirty="0" err="1"/>
              <a:t>Swagger</a:t>
            </a:r>
            <a:r>
              <a:rPr lang="es-ES" sz="1600" b="1" dirty="0"/>
              <a:t>:</a:t>
            </a:r>
            <a:r>
              <a:rPr lang="es-ES" sz="1600" dirty="0"/>
              <a:t> </a:t>
            </a:r>
            <a:r>
              <a:rPr lang="es-ES" sz="1600" b="0" i="0" dirty="0">
                <a:solidFill>
                  <a:srgbClr val="0A0A0A"/>
                </a:solidFill>
                <a:effectLst/>
                <a:latin typeface="Google Sans"/>
              </a:rPr>
              <a:t>herramienta que sube un sitio web para probar </a:t>
            </a:r>
            <a:r>
              <a:rPr lang="es-ES" sz="1600" b="0" i="0" dirty="0" err="1">
                <a:solidFill>
                  <a:srgbClr val="0A0A0A"/>
                </a:solidFill>
                <a:effectLst/>
                <a:latin typeface="Google Sans"/>
              </a:rPr>
              <a:t>endpoints</a:t>
            </a:r>
            <a:r>
              <a:rPr lang="es-ES" sz="1600" b="0" i="0" dirty="0">
                <a:solidFill>
                  <a:srgbClr val="0A0A0A"/>
                </a:solidFill>
                <a:effectLst/>
                <a:latin typeface="Google Sans"/>
              </a:rPr>
              <a:t> sin necesidad de usar herramientas externas como </a:t>
            </a:r>
            <a:r>
              <a:rPr lang="es-ES" sz="1600" b="0" i="0" dirty="0" err="1">
                <a:solidFill>
                  <a:srgbClr val="0A0A0A"/>
                </a:solidFill>
                <a:effectLst/>
                <a:latin typeface="Google Sans"/>
              </a:rPr>
              <a:t>Postman</a:t>
            </a:r>
            <a:r>
              <a:rPr lang="es-ES" sz="1600" b="0" i="0" dirty="0">
                <a:solidFill>
                  <a:srgbClr val="0A0A0A"/>
                </a:solidFill>
                <a:effectLst/>
                <a:latin typeface="Google Sans"/>
              </a:rPr>
              <a:t>.</a:t>
            </a:r>
            <a:endParaRPr lang="es-ES" sz="1600" dirty="0"/>
          </a:p>
          <a:p>
            <a:endParaRPr lang="es-ES" sz="1600" dirty="0"/>
          </a:p>
          <a:p>
            <a:r>
              <a:rPr lang="es-ES" sz="1600" b="1" dirty="0" err="1"/>
              <a:t>Builder.Build</a:t>
            </a:r>
            <a:r>
              <a:rPr lang="es-ES" sz="1600" b="1" dirty="0"/>
              <a:t>()</a:t>
            </a:r>
            <a:r>
              <a:rPr lang="es-ES" sz="1600" dirty="0"/>
              <a:t> comando final que prepara toda la configuración y crea la aplicación lista para funcionar.</a:t>
            </a:r>
          </a:p>
        </p:txBody>
      </p:sp>
      <p:sp>
        <p:nvSpPr>
          <p:cNvPr id="6" name="CuadroTexto 5">
            <a:extLst>
              <a:ext uri="{FF2B5EF4-FFF2-40B4-BE49-F238E27FC236}">
                <a16:creationId xmlns:a16="http://schemas.microsoft.com/office/drawing/2014/main" id="{0F220360-C56E-4C21-B577-8DAB35A1BF10}"/>
              </a:ext>
            </a:extLst>
          </p:cNvPr>
          <p:cNvSpPr txBox="1"/>
          <p:nvPr/>
        </p:nvSpPr>
        <p:spPr>
          <a:xfrm flipH="1">
            <a:off x="755066" y="447156"/>
            <a:ext cx="6383863" cy="646331"/>
          </a:xfrm>
          <a:prstGeom prst="rect">
            <a:avLst/>
          </a:prstGeom>
          <a:noFill/>
        </p:spPr>
        <p:txBody>
          <a:bodyPr wrap="square" rtlCol="0">
            <a:spAutoFit/>
          </a:bodyPr>
          <a:lstStyle/>
          <a:p>
            <a:r>
              <a:rPr lang="es-ES" sz="3600" dirty="0"/>
              <a:t>Glosario proyectos</a:t>
            </a:r>
          </a:p>
        </p:txBody>
      </p:sp>
    </p:spTree>
    <p:extLst>
      <p:ext uri="{BB962C8B-B14F-4D97-AF65-F5344CB8AC3E}">
        <p14:creationId xmlns:p14="http://schemas.microsoft.com/office/powerpoint/2010/main" val="3608644513"/>
      </p:ext>
    </p:extLst>
  </p:cSld>
  <p:clrMapOvr>
    <a:masterClrMapping/>
  </p:clrMapOvr>
</p:sld>
</file>

<file path=ppt/theme/theme1.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 Presentación UPB 2018" id="{36F8BB01-3393-FA4D-8145-86DA81FADD61}" vid="{FB05699F-FE3A-FD40-B367-9B6900AD0EFD}"/>
    </a:ext>
  </a:extLst>
</a:theme>
</file>

<file path=ppt/theme/themeOverride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569</TotalTime>
  <Words>2293</Words>
  <Application>Microsoft Office PowerPoint</Application>
  <PresentationFormat>Panorámica</PresentationFormat>
  <Paragraphs>210</Paragraphs>
  <Slides>22</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22</vt:i4>
      </vt:variant>
    </vt:vector>
  </HeadingPairs>
  <TitlesOfParts>
    <vt:vector size="33" baseType="lpstr">
      <vt:lpstr>-apple-system</vt:lpstr>
      <vt:lpstr>Arial</vt:lpstr>
      <vt:lpstr>Arial Narrow</vt:lpstr>
      <vt:lpstr>Calibri</vt:lpstr>
      <vt:lpstr>Courier New</vt:lpstr>
      <vt:lpstr>Flama Condensed Light</vt:lpstr>
      <vt:lpstr>Google Sans</vt:lpstr>
      <vt:lpstr>quote-cjk-patch</vt:lpstr>
      <vt:lpstr>Source Sans Pro</vt:lpstr>
      <vt:lpstr>Wingdings</vt:lpstr>
      <vt:lpstr>1_Tema de Office</vt:lpstr>
      <vt:lpstr>SOA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Cesar Augusto Lopez Gallego</dc:creator>
  <cp:lastModifiedBy>Cesar Augusto Lopez Gallego</cp:lastModifiedBy>
  <cp:revision>13</cp:revision>
  <dcterms:created xsi:type="dcterms:W3CDTF">2026-03-07T14:46:48Z</dcterms:created>
  <dcterms:modified xsi:type="dcterms:W3CDTF">2026-04-07T12:16:15Z</dcterms:modified>
</cp:coreProperties>
</file>