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0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9" r:id="rId1"/>
    <p:sldMasterId id="2147483693" r:id="rId2"/>
    <p:sldMasterId id="2147483720" r:id="rId3"/>
  </p:sldMasterIdLst>
  <p:notesMasterIdLst>
    <p:notesMasterId r:id="rId16"/>
  </p:notesMasterIdLst>
  <p:sldIdLst>
    <p:sldId id="850" r:id="rId4"/>
    <p:sldId id="257" r:id="rId5"/>
    <p:sldId id="258" r:id="rId6"/>
    <p:sldId id="264" r:id="rId7"/>
    <p:sldId id="263" r:id="rId8"/>
    <p:sldId id="265" r:id="rId9"/>
    <p:sldId id="259" r:id="rId10"/>
    <p:sldId id="261" r:id="rId11"/>
    <p:sldId id="266" r:id="rId12"/>
    <p:sldId id="262" r:id="rId13"/>
    <p:sldId id="851" r:id="rId14"/>
    <p:sldId id="836" r:id="rId15"/>
  </p:sldIdLst>
  <p:sldSz cx="14630400" cy="8229600"/>
  <p:notesSz cx="8229600" cy="14630400"/>
  <p:embeddedFontLst>
    <p:embeddedFont>
      <p:font typeface="Arial Narrow" panose="020B0606020202030204" pitchFamily="34" charset="0"/>
      <p:regular r:id="rId17"/>
      <p:bold r:id="rId18"/>
      <p:italic r:id="rId19"/>
      <p:boldItalic r:id="rId20"/>
    </p:embeddedFont>
    <p:embeddedFont>
      <p:font typeface="Arial Nova Light" panose="020B0304020202020204" pitchFamily="34" charset="0"/>
      <p:regular r:id="rId21"/>
      <p: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6F5EF5FF-6B69-4CFF-A850-063F36563C46}"/>
    <pc:docChg chg="custSel modSld">
      <pc:chgData name="Cesar Augusto Lopez Gallego" userId="0dfa9112-9251-4882-b472-cf2dfcee09d1" providerId="ADAL" clId="{6F5EF5FF-6B69-4CFF-A850-063F36563C46}" dt="2026-09-21T23:17:03.815" v="14" actId="1076"/>
      <pc:docMkLst>
        <pc:docMk/>
      </pc:docMkLst>
      <pc:sldChg chg="delSp modSp mod">
        <pc:chgData name="Cesar Augusto Lopez Gallego" userId="0dfa9112-9251-4882-b472-cf2dfcee09d1" providerId="ADAL" clId="{6F5EF5FF-6B69-4CFF-A850-063F36563C46}" dt="2026-09-21T23:17:03.815" v="14" actId="1076"/>
        <pc:sldMkLst>
          <pc:docMk/>
          <pc:sldMk cId="1284735591" sldId="851"/>
        </pc:sldMkLst>
        <pc:spChg chg="mod">
          <ac:chgData name="Cesar Augusto Lopez Gallego" userId="0dfa9112-9251-4882-b472-cf2dfcee09d1" providerId="ADAL" clId="{6F5EF5FF-6B69-4CFF-A850-063F36563C46}" dt="2026-09-21T23:16:49.665" v="12" actId="20577"/>
          <ac:spMkLst>
            <pc:docMk/>
            <pc:sldMk cId="1284735591" sldId="851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6F5EF5FF-6B69-4CFF-A850-063F36563C46}" dt="2026-09-21T23:17:03.815" v="14" actId="1076"/>
          <ac:spMkLst>
            <pc:docMk/>
            <pc:sldMk cId="1284735591" sldId="851"/>
            <ac:spMk id="12" creationId="{00000000-0000-0000-0000-000000000000}"/>
          </ac:spMkLst>
        </pc:spChg>
        <pc:spChg chg="mod">
          <ac:chgData name="Cesar Augusto Lopez Gallego" userId="0dfa9112-9251-4882-b472-cf2dfcee09d1" providerId="ADAL" clId="{6F5EF5FF-6B69-4CFF-A850-063F36563C46}" dt="2026-09-21T23:17:03.815" v="14" actId="1076"/>
          <ac:spMkLst>
            <pc:docMk/>
            <pc:sldMk cId="1284735591" sldId="851"/>
            <ac:spMk id="13" creationId="{00000000-0000-0000-0000-000000000000}"/>
          </ac:spMkLst>
        </pc:spChg>
        <pc:spChg chg="mod">
          <ac:chgData name="Cesar Augusto Lopez Gallego" userId="0dfa9112-9251-4882-b472-cf2dfcee09d1" providerId="ADAL" clId="{6F5EF5FF-6B69-4CFF-A850-063F36563C46}" dt="2026-09-21T23:17:03.815" v="14" actId="1076"/>
          <ac:spMkLst>
            <pc:docMk/>
            <pc:sldMk cId="1284735591" sldId="851"/>
            <ac:spMk id="14" creationId="{00000000-0000-0000-0000-000000000000}"/>
          </ac:spMkLst>
        </pc:spChg>
        <pc:spChg chg="mod">
          <ac:chgData name="Cesar Augusto Lopez Gallego" userId="0dfa9112-9251-4882-b472-cf2dfcee09d1" providerId="ADAL" clId="{6F5EF5FF-6B69-4CFF-A850-063F36563C46}" dt="2026-09-21T23:17:03.815" v="14" actId="1076"/>
          <ac:spMkLst>
            <pc:docMk/>
            <pc:sldMk cId="1284735591" sldId="851"/>
            <ac:spMk id="15" creationId="{00000000-0000-0000-0000-000000000000}"/>
          </ac:spMkLst>
        </pc:spChg>
        <pc:spChg chg="mod">
          <ac:chgData name="Cesar Augusto Lopez Gallego" userId="0dfa9112-9251-4882-b472-cf2dfcee09d1" providerId="ADAL" clId="{6F5EF5FF-6B69-4CFF-A850-063F36563C46}" dt="2026-09-21T23:17:03.815" v="14" actId="1076"/>
          <ac:spMkLst>
            <pc:docMk/>
            <pc:sldMk cId="1284735591" sldId="851"/>
            <ac:spMk id="16" creationId="{00000000-0000-0000-0000-000000000000}"/>
          </ac:spMkLst>
        </pc:spChg>
        <pc:spChg chg="mod">
          <ac:chgData name="Cesar Augusto Lopez Gallego" userId="0dfa9112-9251-4882-b472-cf2dfcee09d1" providerId="ADAL" clId="{6F5EF5FF-6B69-4CFF-A850-063F36563C46}" dt="2026-09-21T23:17:03.815" v="14" actId="1076"/>
          <ac:spMkLst>
            <pc:docMk/>
            <pc:sldMk cId="1284735591" sldId="851"/>
            <ac:spMk id="17" creationId="{00000000-0000-0000-0000-000000000000}"/>
          </ac:spMkLst>
        </pc:spChg>
        <pc:spChg chg="del">
          <ac:chgData name="Cesar Augusto Lopez Gallego" userId="0dfa9112-9251-4882-b472-cf2dfcee09d1" providerId="ADAL" clId="{6F5EF5FF-6B69-4CFF-A850-063F36563C46}" dt="2026-09-21T23:16:58.721" v="13" actId="478"/>
          <ac:spMkLst>
            <pc:docMk/>
            <pc:sldMk cId="1284735591" sldId="851"/>
            <ac:spMk id="18" creationId="{00000000-0000-0000-0000-000000000000}"/>
          </ac:spMkLst>
        </pc:spChg>
      </pc:sldChg>
    </pc:docChg>
  </pc:docChgLst>
  <pc:docChgLst>
    <pc:chgData name="Cesar Augusto Lopez Gallego" userId="0dfa9112-9251-4882-b472-cf2dfcee09d1" providerId="ADAL" clId="{DA501B33-2BC4-403D-A990-D8DDAFB1D3AD}"/>
    <pc:docChg chg="undo custSel modSld modMainMaster">
      <pc:chgData name="Cesar Augusto Lopez Gallego" userId="0dfa9112-9251-4882-b472-cf2dfcee09d1" providerId="ADAL" clId="{DA501B33-2BC4-403D-A990-D8DDAFB1D3AD}" dt="2026-03-17T12:14:52.266" v="79" actId="1076"/>
      <pc:docMkLst>
        <pc:docMk/>
      </pc:docMkLst>
      <pc:sldChg chg="addSp delSp modSp mod setBg">
        <pc:chgData name="Cesar Augusto Lopez Gallego" userId="0dfa9112-9251-4882-b472-cf2dfcee09d1" providerId="ADAL" clId="{DA501B33-2BC4-403D-A990-D8DDAFB1D3AD}" dt="2026-03-17T12:14:52.266" v="79" actId="1076"/>
        <pc:sldMkLst>
          <pc:docMk/>
          <pc:sldMk cId="0" sldId="256"/>
        </pc:sldMkLst>
        <pc:spChg chg="mod">
          <ac:chgData name="Cesar Augusto Lopez Gallego" userId="0dfa9112-9251-4882-b472-cf2dfcee09d1" providerId="ADAL" clId="{DA501B33-2BC4-403D-A990-D8DDAFB1D3AD}" dt="2026-03-17T12:14:44.376" v="7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DA501B33-2BC4-403D-A990-D8DDAFB1D3AD}" dt="2026-03-17T12:12:47.657" v="71" actId="20577"/>
          <ac:spMkLst>
            <pc:docMk/>
            <pc:sldMk cId="0" sldId="256"/>
            <ac:spMk id="8" creationId="{00000000-0000-0000-0000-000000000000}"/>
          </ac:spMkLst>
        </pc:spChg>
        <pc:picChg chg="del mod">
          <ac:chgData name="Cesar Augusto Lopez Gallego" userId="0dfa9112-9251-4882-b472-cf2dfcee09d1" providerId="ADAL" clId="{DA501B33-2BC4-403D-A990-D8DDAFB1D3AD}" dt="2026-03-17T12:12:27.980" v="62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Cesar Augusto Lopez Gallego" userId="0dfa9112-9251-4882-b472-cf2dfcee09d1" providerId="ADAL" clId="{DA501B33-2BC4-403D-A990-D8DDAFB1D3AD}" dt="2026-03-17T12:14:52.266" v="79" actId="1076"/>
          <ac:picMkLst>
            <pc:docMk/>
            <pc:sldMk cId="0" sldId="256"/>
            <ac:picMk id="1026" creationId="{7B4A8128-280B-4E59-A3F9-A4A556CBD9AD}"/>
          </ac:picMkLst>
        </pc:picChg>
      </pc:sldChg>
      <pc:sldChg chg="modSp mod setBg">
        <pc:chgData name="Cesar Augusto Lopez Gallego" userId="0dfa9112-9251-4882-b472-cf2dfcee09d1" providerId="ADAL" clId="{DA501B33-2BC4-403D-A990-D8DDAFB1D3AD}" dt="2026-03-17T12:11:32.026" v="43"/>
        <pc:sldMkLst>
          <pc:docMk/>
          <pc:sldMk cId="0" sldId="257"/>
        </pc:sldMkLst>
        <pc:spChg chg="mod">
          <ac:chgData name="Cesar Augusto Lopez Gallego" userId="0dfa9112-9251-4882-b472-cf2dfcee09d1" providerId="ADAL" clId="{DA501B33-2BC4-403D-A990-D8DDAFB1D3AD}" dt="2026-03-17T12:08:52.277" v="38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 setBg">
        <pc:chgData name="Cesar Augusto Lopez Gallego" userId="0dfa9112-9251-4882-b472-cf2dfcee09d1" providerId="ADAL" clId="{DA501B33-2BC4-403D-A990-D8DDAFB1D3AD}" dt="2026-03-17T12:13:02.871" v="73" actId="1076"/>
        <pc:sldMkLst>
          <pc:docMk/>
          <pc:sldMk cId="0" sldId="258"/>
        </pc:sldMkLst>
        <pc:spChg chg="mod">
          <ac:chgData name="Cesar Augusto Lopez Gallego" userId="0dfa9112-9251-4882-b472-cf2dfcee09d1" providerId="ADAL" clId="{DA501B33-2BC4-403D-A990-D8DDAFB1D3AD}" dt="2026-03-17T12:13:02.871" v="73" actId="1076"/>
          <ac:spMkLst>
            <pc:docMk/>
            <pc:sldMk cId="0" sldId="258"/>
            <ac:spMk id="3" creationId="{00000000-0000-0000-0000-000000000000}"/>
          </ac:spMkLst>
        </pc:spChg>
      </pc:sldChg>
      <pc:sldChg chg="setBg">
        <pc:chgData name="Cesar Augusto Lopez Gallego" userId="0dfa9112-9251-4882-b472-cf2dfcee09d1" providerId="ADAL" clId="{DA501B33-2BC4-403D-A990-D8DDAFB1D3AD}" dt="2026-03-17T12:11:44.256" v="48"/>
        <pc:sldMkLst>
          <pc:docMk/>
          <pc:sldMk cId="0" sldId="259"/>
        </pc:sldMkLst>
      </pc:sldChg>
      <pc:sldChg chg="setBg">
        <pc:chgData name="Cesar Augusto Lopez Gallego" userId="0dfa9112-9251-4882-b472-cf2dfcee09d1" providerId="ADAL" clId="{DA501B33-2BC4-403D-A990-D8DDAFB1D3AD}" dt="2026-03-17T12:11:58.257" v="52"/>
        <pc:sldMkLst>
          <pc:docMk/>
          <pc:sldMk cId="0" sldId="261"/>
        </pc:sldMkLst>
      </pc:sldChg>
      <pc:sldChg chg="setBg">
        <pc:chgData name="Cesar Augusto Lopez Gallego" userId="0dfa9112-9251-4882-b472-cf2dfcee09d1" providerId="ADAL" clId="{DA501B33-2BC4-403D-A990-D8DDAFB1D3AD}" dt="2026-03-17T12:11:52.306" v="51"/>
        <pc:sldMkLst>
          <pc:docMk/>
          <pc:sldMk cId="0" sldId="262"/>
        </pc:sldMkLst>
      </pc:sldChg>
      <pc:sldChg chg="setBg">
        <pc:chgData name="Cesar Augusto Lopez Gallego" userId="0dfa9112-9251-4882-b472-cf2dfcee09d1" providerId="ADAL" clId="{DA501B33-2BC4-403D-A990-D8DDAFB1D3AD}" dt="2026-03-17T12:11:36.507" v="46"/>
        <pc:sldMkLst>
          <pc:docMk/>
          <pc:sldMk cId="1128009416" sldId="263"/>
        </pc:sldMkLst>
      </pc:sldChg>
      <pc:sldChg chg="setBg">
        <pc:chgData name="Cesar Augusto Lopez Gallego" userId="0dfa9112-9251-4882-b472-cf2dfcee09d1" providerId="ADAL" clId="{DA501B33-2BC4-403D-A990-D8DDAFB1D3AD}" dt="2026-03-17T12:11:35.238" v="45"/>
        <pc:sldMkLst>
          <pc:docMk/>
          <pc:sldMk cId="1169082802" sldId="264"/>
        </pc:sldMkLst>
      </pc:sldChg>
      <pc:sldChg chg="setBg">
        <pc:chgData name="Cesar Augusto Lopez Gallego" userId="0dfa9112-9251-4882-b472-cf2dfcee09d1" providerId="ADAL" clId="{DA501B33-2BC4-403D-A990-D8DDAFB1D3AD}" dt="2026-03-17T12:11:42.606" v="47"/>
        <pc:sldMkLst>
          <pc:docMk/>
          <pc:sldMk cId="4257895227" sldId="265"/>
        </pc:sldMkLst>
      </pc:sldChg>
      <pc:sldChg chg="setBg">
        <pc:chgData name="Cesar Augusto Lopez Gallego" userId="0dfa9112-9251-4882-b472-cf2dfcee09d1" providerId="ADAL" clId="{DA501B33-2BC4-403D-A990-D8DDAFB1D3AD}" dt="2026-03-17T12:11:50.931" v="50"/>
        <pc:sldMkLst>
          <pc:docMk/>
          <pc:sldMk cId="3976031665" sldId="266"/>
        </pc:sldMkLst>
      </pc:sldChg>
      <pc:sldMasterChg chg="modSldLayout">
        <pc:chgData name="Cesar Augusto Lopez Gallego" userId="0dfa9112-9251-4882-b472-cf2dfcee09d1" providerId="ADAL" clId="{DA501B33-2BC4-403D-A990-D8DDAFB1D3AD}" dt="2026-03-17T12:11:52.306" v="51"/>
        <pc:sldMasterMkLst>
          <pc:docMk/>
          <pc:sldMasterMk cId="2958056041" sldId="2147483659"/>
        </pc:sldMasterMkLst>
        <pc:sldLayoutChg chg="delSp">
          <pc:chgData name="Cesar Augusto Lopez Gallego" userId="0dfa9112-9251-4882-b472-cf2dfcee09d1" providerId="ADAL" clId="{DA501B33-2BC4-403D-A990-D8DDAFB1D3AD}" dt="2026-03-17T12:11:24.098" v="42"/>
          <pc:sldLayoutMkLst>
            <pc:docMk/>
            <pc:sldMasterMk cId="2958056041" sldId="2147483659"/>
            <pc:sldLayoutMk cId="2323256887" sldId="2147483687"/>
          </pc:sldLayoutMkLst>
          <pc:spChg chg="del">
            <ac:chgData name="Cesar Augusto Lopez Gallego" userId="0dfa9112-9251-4882-b472-cf2dfcee09d1" providerId="ADAL" clId="{DA501B33-2BC4-403D-A990-D8DDAFB1D3AD}" dt="2026-03-17T12:11:24.098" v="42"/>
            <ac:spMkLst>
              <pc:docMk/>
              <pc:sldMasterMk cId="2958056041" sldId="2147483659"/>
              <pc:sldLayoutMk cId="2323256887" sldId="2147483687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24.098" v="42"/>
            <ac:spMkLst>
              <pc:docMk/>
              <pc:sldMasterMk cId="2958056041" sldId="2147483659"/>
              <pc:sldLayoutMk cId="2323256887" sldId="2147483687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32.026" v="43"/>
          <pc:sldLayoutMkLst>
            <pc:docMk/>
            <pc:sldMasterMk cId="2958056041" sldId="2147483659"/>
            <pc:sldLayoutMk cId="638315814" sldId="2147483688"/>
          </pc:sldLayoutMkLst>
          <pc:spChg chg="del">
            <ac:chgData name="Cesar Augusto Lopez Gallego" userId="0dfa9112-9251-4882-b472-cf2dfcee09d1" providerId="ADAL" clId="{DA501B33-2BC4-403D-A990-D8DDAFB1D3AD}" dt="2026-03-17T12:11:32.026" v="43"/>
            <ac:spMkLst>
              <pc:docMk/>
              <pc:sldMasterMk cId="2958056041" sldId="2147483659"/>
              <pc:sldLayoutMk cId="638315814" sldId="2147483688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32.026" v="43"/>
            <ac:spMkLst>
              <pc:docMk/>
              <pc:sldMasterMk cId="2958056041" sldId="2147483659"/>
              <pc:sldLayoutMk cId="638315814" sldId="2147483688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33.270" v="44"/>
          <pc:sldLayoutMkLst>
            <pc:docMk/>
            <pc:sldMasterMk cId="2958056041" sldId="2147483659"/>
            <pc:sldLayoutMk cId="3631223540" sldId="2147483689"/>
          </pc:sldLayoutMkLst>
          <pc:spChg chg="del">
            <ac:chgData name="Cesar Augusto Lopez Gallego" userId="0dfa9112-9251-4882-b472-cf2dfcee09d1" providerId="ADAL" clId="{DA501B33-2BC4-403D-A990-D8DDAFB1D3AD}" dt="2026-03-17T12:11:33.270" v="44"/>
            <ac:spMkLst>
              <pc:docMk/>
              <pc:sldMasterMk cId="2958056041" sldId="2147483659"/>
              <pc:sldLayoutMk cId="3631223540" sldId="2147483689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33.270" v="44"/>
            <ac:spMkLst>
              <pc:docMk/>
              <pc:sldMasterMk cId="2958056041" sldId="2147483659"/>
              <pc:sldLayoutMk cId="3631223540" sldId="2147483689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44.256" v="48"/>
          <pc:sldLayoutMkLst>
            <pc:docMk/>
            <pc:sldMasterMk cId="2958056041" sldId="2147483659"/>
            <pc:sldLayoutMk cId="838782058" sldId="2147483690"/>
          </pc:sldLayoutMkLst>
          <pc:spChg chg="del">
            <ac:chgData name="Cesar Augusto Lopez Gallego" userId="0dfa9112-9251-4882-b472-cf2dfcee09d1" providerId="ADAL" clId="{DA501B33-2BC4-403D-A990-D8DDAFB1D3AD}" dt="2026-03-17T12:11:44.256" v="48"/>
            <ac:spMkLst>
              <pc:docMk/>
              <pc:sldMasterMk cId="2958056041" sldId="2147483659"/>
              <pc:sldLayoutMk cId="838782058" sldId="2147483690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44.256" v="48"/>
            <ac:spMkLst>
              <pc:docMk/>
              <pc:sldMasterMk cId="2958056041" sldId="2147483659"/>
              <pc:sldLayoutMk cId="838782058" sldId="2147483690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45.713" v="49"/>
          <pc:sldLayoutMkLst>
            <pc:docMk/>
            <pc:sldMasterMk cId="2958056041" sldId="2147483659"/>
            <pc:sldLayoutMk cId="3797312607" sldId="2147483691"/>
          </pc:sldLayoutMkLst>
          <pc:spChg chg="del">
            <ac:chgData name="Cesar Augusto Lopez Gallego" userId="0dfa9112-9251-4882-b472-cf2dfcee09d1" providerId="ADAL" clId="{DA501B33-2BC4-403D-A990-D8DDAFB1D3AD}" dt="2026-03-17T12:11:45.713" v="49"/>
            <ac:spMkLst>
              <pc:docMk/>
              <pc:sldMasterMk cId="2958056041" sldId="2147483659"/>
              <pc:sldLayoutMk cId="3797312607" sldId="2147483691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45.713" v="49"/>
            <ac:spMkLst>
              <pc:docMk/>
              <pc:sldMasterMk cId="2958056041" sldId="2147483659"/>
              <pc:sldLayoutMk cId="3797312607" sldId="2147483691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52.306" v="51"/>
          <pc:sldLayoutMkLst>
            <pc:docMk/>
            <pc:sldMasterMk cId="2958056041" sldId="2147483659"/>
            <pc:sldLayoutMk cId="2382792561" sldId="2147483692"/>
          </pc:sldLayoutMkLst>
          <pc:spChg chg="del">
            <ac:chgData name="Cesar Augusto Lopez Gallego" userId="0dfa9112-9251-4882-b472-cf2dfcee09d1" providerId="ADAL" clId="{DA501B33-2BC4-403D-A990-D8DDAFB1D3AD}" dt="2026-03-17T12:11:52.306" v="51"/>
            <ac:spMkLst>
              <pc:docMk/>
              <pc:sldMasterMk cId="2958056041" sldId="2147483659"/>
              <pc:sldLayoutMk cId="2382792561" sldId="2147483692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52.306" v="51"/>
            <ac:spMkLst>
              <pc:docMk/>
              <pc:sldMasterMk cId="2958056041" sldId="2147483659"/>
              <pc:sldLayoutMk cId="2382792561" sldId="2147483692"/>
              <ac:spMk id="3" creationId="{00000000-0000-0000-0000-000000000000}"/>
            </ac:spMkLst>
          </pc:spChg>
        </pc:sldLayoutChg>
      </pc:sldMasterChg>
    </pc:docChg>
  </pc:docChgLst>
  <pc:docChgLst>
    <pc:chgData name="Cesar Augusto Lopez Gallego" userId="0dfa9112-9251-4882-b472-cf2dfcee09d1" providerId="ADAL" clId="{5FBF4980-89BE-4DA5-A892-D8E478216E62}"/>
    <pc:docChg chg="custSel addSld delSld modSld delMainMaster modMainMaster">
      <pc:chgData name="Cesar Augusto Lopez Gallego" userId="0dfa9112-9251-4882-b472-cf2dfcee09d1" providerId="ADAL" clId="{5FBF4980-89BE-4DA5-A892-D8E478216E62}" dt="2026-07-09T22:27:40.287" v="79" actId="47"/>
      <pc:docMkLst>
        <pc:docMk/>
      </pc:docMkLst>
      <pc:sldChg chg="del">
        <pc:chgData name="Cesar Augusto Lopez Gallego" userId="0dfa9112-9251-4882-b472-cf2dfcee09d1" providerId="ADAL" clId="{5FBF4980-89BE-4DA5-A892-D8E478216E62}" dt="2026-07-09T22:26:58.103" v="22" actId="47"/>
        <pc:sldMkLst>
          <pc:docMk/>
          <pc:sldMk cId="0" sldId="256"/>
        </pc:sldMkLst>
      </pc:sldChg>
      <pc:sldChg chg="add del">
        <pc:chgData name="Cesar Augusto Lopez Gallego" userId="0dfa9112-9251-4882-b472-cf2dfcee09d1" providerId="ADAL" clId="{5FBF4980-89BE-4DA5-A892-D8E478216E62}" dt="2026-07-09T22:27:40.287" v="79" actId="47"/>
        <pc:sldMkLst>
          <pc:docMk/>
          <pc:sldMk cId="751735021" sldId="836"/>
        </pc:sldMkLst>
      </pc:sldChg>
      <pc:sldChg chg="del">
        <pc:chgData name="Cesar Augusto Lopez Gallego" userId="0dfa9112-9251-4882-b472-cf2dfcee09d1" providerId="ADAL" clId="{5FBF4980-89BE-4DA5-A892-D8E478216E62}" dt="2026-07-09T22:27:30.893" v="77" actId="2696"/>
        <pc:sldMkLst>
          <pc:docMk/>
          <pc:sldMk cId="2411903384" sldId="836"/>
        </pc:sldMkLst>
      </pc:sldChg>
      <pc:sldChg chg="modSp mod">
        <pc:chgData name="Cesar Augusto Lopez Gallego" userId="0dfa9112-9251-4882-b472-cf2dfcee09d1" providerId="ADAL" clId="{5FBF4980-89BE-4DA5-A892-D8E478216E62}" dt="2026-07-09T22:27:25.689" v="76" actId="404"/>
        <pc:sldMkLst>
          <pc:docMk/>
          <pc:sldMk cId="2782969722" sldId="850"/>
        </pc:sldMkLst>
        <pc:spChg chg="mod">
          <ac:chgData name="Cesar Augusto Lopez Gallego" userId="0dfa9112-9251-4882-b472-cf2dfcee09d1" providerId="ADAL" clId="{5FBF4980-89BE-4DA5-A892-D8E478216E62}" dt="2026-07-09T22:27:25.689" v="76" actId="404"/>
          <ac:spMkLst>
            <pc:docMk/>
            <pc:sldMk cId="2782969722" sldId="850"/>
            <ac:spMk id="6" creationId="{CB327D79-BB44-4E95-9C78-66D1BA69F431}"/>
          </ac:spMkLst>
        </pc:spChg>
      </pc:sldChg>
      <pc:sldMasterChg chg="delSldLayout">
        <pc:chgData name="Cesar Augusto Lopez Gallego" userId="0dfa9112-9251-4882-b472-cf2dfcee09d1" providerId="ADAL" clId="{5FBF4980-89BE-4DA5-A892-D8E478216E62}" dt="2026-07-09T22:27:40.287" v="79" actId="47"/>
        <pc:sldMasterMkLst>
          <pc:docMk/>
          <pc:sldMasterMk cId="2958056041" sldId="2147483659"/>
        </pc:sldMasterMkLst>
        <pc:sldLayoutChg chg="del">
          <pc:chgData name="Cesar Augusto Lopez Gallego" userId="0dfa9112-9251-4882-b472-cf2dfcee09d1" providerId="ADAL" clId="{5FBF4980-89BE-4DA5-A892-D8E478216E62}" dt="2026-07-09T22:26:58.103" v="22" actId="47"/>
          <pc:sldLayoutMkLst>
            <pc:docMk/>
            <pc:sldMasterMk cId="2958056041" sldId="2147483659"/>
            <pc:sldLayoutMk cId="2323256887" sldId="2147483687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40.287" v="79" actId="47"/>
          <pc:sldLayoutMkLst>
            <pc:docMk/>
            <pc:sldMasterMk cId="2958056041" sldId="2147483659"/>
            <pc:sldLayoutMk cId="1898341112" sldId="2147483720"/>
          </pc:sldLayoutMkLst>
        </pc:sldLayoutChg>
      </pc:sldMasterChg>
      <pc:sldMasterChg chg="modSldLayout">
        <pc:chgData name="Cesar Augusto Lopez Gallego" userId="0dfa9112-9251-4882-b472-cf2dfcee09d1" providerId="ADAL" clId="{5FBF4980-89BE-4DA5-A892-D8E478216E62}" dt="2026-07-09T22:26:54.266" v="20" actId="27636"/>
        <pc:sldMasterMkLst>
          <pc:docMk/>
          <pc:sldMasterMk cId="658044528" sldId="2147483693"/>
        </pc:sldMasterMkLst>
        <pc:sldLayoutChg chg="modSp mod">
          <pc:chgData name="Cesar Augusto Lopez Gallego" userId="0dfa9112-9251-4882-b472-cf2dfcee09d1" providerId="ADAL" clId="{5FBF4980-89BE-4DA5-A892-D8E478216E62}" dt="2026-07-09T22:26:54.220" v="0" actId="27636"/>
          <pc:sldLayoutMkLst>
            <pc:docMk/>
            <pc:sldMasterMk cId="658044528" sldId="2147483693"/>
            <pc:sldLayoutMk cId="3754899880" sldId="2147483699"/>
          </pc:sldLayoutMkLst>
          <pc:spChg chg="mod">
            <ac:chgData name="Cesar Augusto Lopez Gallego" userId="0dfa9112-9251-4882-b472-cf2dfcee09d1" providerId="ADAL" clId="{5FBF4980-89BE-4DA5-A892-D8E478216E62}" dt="2026-07-09T22:26:54.220" v="0" actId="27636"/>
            <ac:spMkLst>
              <pc:docMk/>
              <pc:sldMasterMk cId="658044528" sldId="2147483693"/>
              <pc:sldLayoutMk cId="3754899880" sldId="2147483699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20" v="1" actId="27636"/>
          <pc:sldLayoutMkLst>
            <pc:docMk/>
            <pc:sldMasterMk cId="658044528" sldId="2147483693"/>
            <pc:sldLayoutMk cId="1302972335" sldId="2147483700"/>
          </pc:sldLayoutMkLst>
          <pc:spChg chg="mod">
            <ac:chgData name="Cesar Augusto Lopez Gallego" userId="0dfa9112-9251-4882-b472-cf2dfcee09d1" providerId="ADAL" clId="{5FBF4980-89BE-4DA5-A892-D8E478216E62}" dt="2026-07-09T22:26:54.220" v="1" actId="27636"/>
            <ac:spMkLst>
              <pc:docMk/>
              <pc:sldMasterMk cId="658044528" sldId="2147483693"/>
              <pc:sldLayoutMk cId="1302972335" sldId="2147483700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20" v="2" actId="27636"/>
          <pc:sldLayoutMkLst>
            <pc:docMk/>
            <pc:sldMasterMk cId="658044528" sldId="2147483693"/>
            <pc:sldLayoutMk cId="3376896246" sldId="2147483701"/>
          </pc:sldLayoutMkLst>
          <pc:spChg chg="mod">
            <ac:chgData name="Cesar Augusto Lopez Gallego" userId="0dfa9112-9251-4882-b472-cf2dfcee09d1" providerId="ADAL" clId="{5FBF4980-89BE-4DA5-A892-D8E478216E62}" dt="2026-07-09T22:26:54.220" v="2" actId="27636"/>
            <ac:spMkLst>
              <pc:docMk/>
              <pc:sldMasterMk cId="658044528" sldId="2147483693"/>
              <pc:sldLayoutMk cId="3376896246" sldId="2147483701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20" v="3" actId="27636"/>
          <pc:sldLayoutMkLst>
            <pc:docMk/>
            <pc:sldMasterMk cId="658044528" sldId="2147483693"/>
            <pc:sldLayoutMk cId="2579513288" sldId="2147483702"/>
          </pc:sldLayoutMkLst>
          <pc:spChg chg="mod">
            <ac:chgData name="Cesar Augusto Lopez Gallego" userId="0dfa9112-9251-4882-b472-cf2dfcee09d1" providerId="ADAL" clId="{5FBF4980-89BE-4DA5-A892-D8E478216E62}" dt="2026-07-09T22:26:54.220" v="3" actId="27636"/>
            <ac:spMkLst>
              <pc:docMk/>
              <pc:sldMasterMk cId="658044528" sldId="2147483693"/>
              <pc:sldLayoutMk cId="2579513288" sldId="2147483702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20" v="4" actId="27636"/>
          <pc:sldLayoutMkLst>
            <pc:docMk/>
            <pc:sldMasterMk cId="658044528" sldId="2147483693"/>
            <pc:sldLayoutMk cId="1181780349" sldId="2147483703"/>
          </pc:sldLayoutMkLst>
          <pc:spChg chg="mod">
            <ac:chgData name="Cesar Augusto Lopez Gallego" userId="0dfa9112-9251-4882-b472-cf2dfcee09d1" providerId="ADAL" clId="{5FBF4980-89BE-4DA5-A892-D8E478216E62}" dt="2026-07-09T22:26:54.220" v="4" actId="27636"/>
            <ac:spMkLst>
              <pc:docMk/>
              <pc:sldMasterMk cId="658044528" sldId="2147483693"/>
              <pc:sldLayoutMk cId="1181780349" sldId="2147483703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34" v="5" actId="27636"/>
          <pc:sldLayoutMkLst>
            <pc:docMk/>
            <pc:sldMasterMk cId="658044528" sldId="2147483693"/>
            <pc:sldLayoutMk cId="504232417" sldId="2147483704"/>
          </pc:sldLayoutMkLst>
          <pc:spChg chg="mod">
            <ac:chgData name="Cesar Augusto Lopez Gallego" userId="0dfa9112-9251-4882-b472-cf2dfcee09d1" providerId="ADAL" clId="{5FBF4980-89BE-4DA5-A892-D8E478216E62}" dt="2026-07-09T22:26:54.234" v="5" actId="27636"/>
            <ac:spMkLst>
              <pc:docMk/>
              <pc:sldMasterMk cId="658044528" sldId="2147483693"/>
              <pc:sldLayoutMk cId="504232417" sldId="2147483704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38" v="6" actId="27636"/>
          <pc:sldLayoutMkLst>
            <pc:docMk/>
            <pc:sldMasterMk cId="658044528" sldId="2147483693"/>
            <pc:sldLayoutMk cId="355759924" sldId="2147483705"/>
          </pc:sldLayoutMkLst>
          <pc:spChg chg="mod">
            <ac:chgData name="Cesar Augusto Lopez Gallego" userId="0dfa9112-9251-4882-b472-cf2dfcee09d1" providerId="ADAL" clId="{5FBF4980-89BE-4DA5-A892-D8E478216E62}" dt="2026-07-09T22:26:54.238" v="6" actId="27636"/>
            <ac:spMkLst>
              <pc:docMk/>
              <pc:sldMasterMk cId="658044528" sldId="2147483693"/>
              <pc:sldLayoutMk cId="355759924" sldId="2147483705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38" v="7" actId="27636"/>
          <pc:sldLayoutMkLst>
            <pc:docMk/>
            <pc:sldMasterMk cId="658044528" sldId="2147483693"/>
            <pc:sldLayoutMk cId="122803877" sldId="2147483706"/>
          </pc:sldLayoutMkLst>
          <pc:spChg chg="mod">
            <ac:chgData name="Cesar Augusto Lopez Gallego" userId="0dfa9112-9251-4882-b472-cf2dfcee09d1" providerId="ADAL" clId="{5FBF4980-89BE-4DA5-A892-D8E478216E62}" dt="2026-07-09T22:26:54.238" v="7" actId="27636"/>
            <ac:spMkLst>
              <pc:docMk/>
              <pc:sldMasterMk cId="658044528" sldId="2147483693"/>
              <pc:sldLayoutMk cId="122803877" sldId="2147483706"/>
              <ac:spMk id="10" creationId="{B7697F83-C8B7-4346-85E8-A196647D4D8A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38" v="8" actId="27636"/>
          <pc:sldLayoutMkLst>
            <pc:docMk/>
            <pc:sldMasterMk cId="658044528" sldId="2147483693"/>
            <pc:sldLayoutMk cId="8962608" sldId="2147483707"/>
          </pc:sldLayoutMkLst>
          <pc:spChg chg="mod">
            <ac:chgData name="Cesar Augusto Lopez Gallego" userId="0dfa9112-9251-4882-b472-cf2dfcee09d1" providerId="ADAL" clId="{5FBF4980-89BE-4DA5-A892-D8E478216E62}" dt="2026-07-09T22:26:54.238" v="8" actId="27636"/>
            <ac:spMkLst>
              <pc:docMk/>
              <pc:sldMasterMk cId="658044528" sldId="2147483693"/>
              <pc:sldLayoutMk cId="8962608" sldId="2147483707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38" v="9" actId="27636"/>
          <pc:sldLayoutMkLst>
            <pc:docMk/>
            <pc:sldMasterMk cId="658044528" sldId="2147483693"/>
            <pc:sldLayoutMk cId="1956725384" sldId="2147483708"/>
          </pc:sldLayoutMkLst>
          <pc:spChg chg="mod">
            <ac:chgData name="Cesar Augusto Lopez Gallego" userId="0dfa9112-9251-4882-b472-cf2dfcee09d1" providerId="ADAL" clId="{5FBF4980-89BE-4DA5-A892-D8E478216E62}" dt="2026-07-09T22:26:54.238" v="9" actId="27636"/>
            <ac:spMkLst>
              <pc:docMk/>
              <pc:sldMasterMk cId="658044528" sldId="2147483693"/>
              <pc:sldLayoutMk cId="1956725384" sldId="2147483708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46" v="10" actId="27636"/>
          <pc:sldLayoutMkLst>
            <pc:docMk/>
            <pc:sldMasterMk cId="658044528" sldId="2147483693"/>
            <pc:sldLayoutMk cId="3872346417" sldId="2147483709"/>
          </pc:sldLayoutMkLst>
          <pc:spChg chg="mod">
            <ac:chgData name="Cesar Augusto Lopez Gallego" userId="0dfa9112-9251-4882-b472-cf2dfcee09d1" providerId="ADAL" clId="{5FBF4980-89BE-4DA5-A892-D8E478216E62}" dt="2026-07-09T22:26:54.246" v="10" actId="27636"/>
            <ac:spMkLst>
              <pc:docMk/>
              <pc:sldMasterMk cId="658044528" sldId="2147483693"/>
              <pc:sldLayoutMk cId="3872346417" sldId="2147483709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1" v="11" actId="27636"/>
          <pc:sldLayoutMkLst>
            <pc:docMk/>
            <pc:sldMasterMk cId="658044528" sldId="2147483693"/>
            <pc:sldLayoutMk cId="680737919" sldId="2147483710"/>
          </pc:sldLayoutMkLst>
          <pc:spChg chg="mod">
            <ac:chgData name="Cesar Augusto Lopez Gallego" userId="0dfa9112-9251-4882-b472-cf2dfcee09d1" providerId="ADAL" clId="{5FBF4980-89BE-4DA5-A892-D8E478216E62}" dt="2026-07-09T22:26:54.251" v="11" actId="27636"/>
            <ac:spMkLst>
              <pc:docMk/>
              <pc:sldMasterMk cId="658044528" sldId="2147483693"/>
              <pc:sldLayoutMk cId="680737919" sldId="2147483710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2" v="12" actId="27636"/>
          <pc:sldLayoutMkLst>
            <pc:docMk/>
            <pc:sldMasterMk cId="658044528" sldId="2147483693"/>
            <pc:sldLayoutMk cId="1596499105" sldId="2147483711"/>
          </pc:sldLayoutMkLst>
          <pc:spChg chg="mod">
            <ac:chgData name="Cesar Augusto Lopez Gallego" userId="0dfa9112-9251-4882-b472-cf2dfcee09d1" providerId="ADAL" clId="{5FBF4980-89BE-4DA5-A892-D8E478216E62}" dt="2026-07-09T22:26:54.252" v="12" actId="27636"/>
            <ac:spMkLst>
              <pc:docMk/>
              <pc:sldMasterMk cId="658044528" sldId="2147483693"/>
              <pc:sldLayoutMk cId="1596499105" sldId="2147483711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4" v="13" actId="27636"/>
          <pc:sldLayoutMkLst>
            <pc:docMk/>
            <pc:sldMasterMk cId="658044528" sldId="2147483693"/>
            <pc:sldLayoutMk cId="3709889256" sldId="2147483712"/>
          </pc:sldLayoutMkLst>
          <pc:spChg chg="mod">
            <ac:chgData name="Cesar Augusto Lopez Gallego" userId="0dfa9112-9251-4882-b472-cf2dfcee09d1" providerId="ADAL" clId="{5FBF4980-89BE-4DA5-A892-D8E478216E62}" dt="2026-07-09T22:26:54.254" v="13" actId="27636"/>
            <ac:spMkLst>
              <pc:docMk/>
              <pc:sldMasterMk cId="658044528" sldId="2147483693"/>
              <pc:sldLayoutMk cId="3709889256" sldId="2147483712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6" v="14" actId="27636"/>
          <pc:sldLayoutMkLst>
            <pc:docMk/>
            <pc:sldMasterMk cId="658044528" sldId="2147483693"/>
            <pc:sldLayoutMk cId="48218216" sldId="2147483713"/>
          </pc:sldLayoutMkLst>
          <pc:spChg chg="mod">
            <ac:chgData name="Cesar Augusto Lopez Gallego" userId="0dfa9112-9251-4882-b472-cf2dfcee09d1" providerId="ADAL" clId="{5FBF4980-89BE-4DA5-A892-D8E478216E62}" dt="2026-07-09T22:26:54.256" v="14" actId="27636"/>
            <ac:spMkLst>
              <pc:docMk/>
              <pc:sldMasterMk cId="658044528" sldId="2147483693"/>
              <pc:sldLayoutMk cId="48218216" sldId="2147483713"/>
              <ac:spMk id="11" creationId="{F5543B75-DDC9-454D-AB72-07F1FC6B7D44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8" v="15" actId="27636"/>
          <pc:sldLayoutMkLst>
            <pc:docMk/>
            <pc:sldMasterMk cId="658044528" sldId="2147483693"/>
            <pc:sldLayoutMk cId="2568490443" sldId="2147483714"/>
          </pc:sldLayoutMkLst>
          <pc:spChg chg="mod">
            <ac:chgData name="Cesar Augusto Lopez Gallego" userId="0dfa9112-9251-4882-b472-cf2dfcee09d1" providerId="ADAL" clId="{5FBF4980-89BE-4DA5-A892-D8E478216E62}" dt="2026-07-09T22:26:54.258" v="15" actId="27636"/>
            <ac:spMkLst>
              <pc:docMk/>
              <pc:sldMasterMk cId="658044528" sldId="2147483693"/>
              <pc:sldLayoutMk cId="2568490443" sldId="2147483714"/>
              <ac:spMk id="17" creationId="{B17B070F-9108-4391-AD07-36FE81B3F768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9" v="16" actId="27636"/>
          <pc:sldLayoutMkLst>
            <pc:docMk/>
            <pc:sldMasterMk cId="658044528" sldId="2147483693"/>
            <pc:sldLayoutMk cId="3318934411" sldId="2147483715"/>
          </pc:sldLayoutMkLst>
          <pc:spChg chg="mod">
            <ac:chgData name="Cesar Augusto Lopez Gallego" userId="0dfa9112-9251-4882-b472-cf2dfcee09d1" providerId="ADAL" clId="{5FBF4980-89BE-4DA5-A892-D8E478216E62}" dt="2026-07-09T22:26:54.259" v="16" actId="27636"/>
            <ac:spMkLst>
              <pc:docMk/>
              <pc:sldMasterMk cId="658044528" sldId="2147483693"/>
              <pc:sldLayoutMk cId="3318934411" sldId="2147483715"/>
              <ac:spMk id="17" creationId="{B17B070F-9108-4391-AD07-36FE81B3F768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9" v="17" actId="27636"/>
          <pc:sldLayoutMkLst>
            <pc:docMk/>
            <pc:sldMasterMk cId="658044528" sldId="2147483693"/>
            <pc:sldLayoutMk cId="445788029" sldId="2147483716"/>
          </pc:sldLayoutMkLst>
          <pc:spChg chg="mod">
            <ac:chgData name="Cesar Augusto Lopez Gallego" userId="0dfa9112-9251-4882-b472-cf2dfcee09d1" providerId="ADAL" clId="{5FBF4980-89BE-4DA5-A892-D8E478216E62}" dt="2026-07-09T22:26:54.259" v="17" actId="27636"/>
            <ac:spMkLst>
              <pc:docMk/>
              <pc:sldMasterMk cId="658044528" sldId="2147483693"/>
              <pc:sldLayoutMk cId="445788029" sldId="2147483716"/>
              <ac:spMk id="10" creationId="{78A9F594-838A-45CA-B7A3-101BEA134EAF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9" v="18" actId="27636"/>
          <pc:sldLayoutMkLst>
            <pc:docMk/>
            <pc:sldMasterMk cId="658044528" sldId="2147483693"/>
            <pc:sldLayoutMk cId="1052989584" sldId="2147483717"/>
          </pc:sldLayoutMkLst>
          <pc:spChg chg="mod">
            <ac:chgData name="Cesar Augusto Lopez Gallego" userId="0dfa9112-9251-4882-b472-cf2dfcee09d1" providerId="ADAL" clId="{5FBF4980-89BE-4DA5-A892-D8E478216E62}" dt="2026-07-09T22:26:54.259" v="18" actId="27636"/>
            <ac:spMkLst>
              <pc:docMk/>
              <pc:sldMasterMk cId="658044528" sldId="2147483693"/>
              <pc:sldLayoutMk cId="1052989584" sldId="2147483717"/>
              <ac:spMk id="8" creationId="{DEB6E044-0575-49EB-A31A-12D37D1AD0A6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59" v="19" actId="27636"/>
          <pc:sldLayoutMkLst>
            <pc:docMk/>
            <pc:sldMasterMk cId="658044528" sldId="2147483693"/>
            <pc:sldLayoutMk cId="3090439103" sldId="2147483718"/>
          </pc:sldLayoutMkLst>
          <pc:spChg chg="mod">
            <ac:chgData name="Cesar Augusto Lopez Gallego" userId="0dfa9112-9251-4882-b472-cf2dfcee09d1" providerId="ADAL" clId="{5FBF4980-89BE-4DA5-A892-D8E478216E62}" dt="2026-07-09T22:26:54.259" v="19" actId="27636"/>
            <ac:spMkLst>
              <pc:docMk/>
              <pc:sldMasterMk cId="658044528" sldId="2147483693"/>
              <pc:sldLayoutMk cId="3090439103" sldId="2147483718"/>
              <ac:spMk id="8" creationId="{DEB6E044-0575-49EB-A31A-12D37D1AD0A6}"/>
            </ac:spMkLst>
          </pc:spChg>
        </pc:sldLayoutChg>
        <pc:sldLayoutChg chg="modSp mod">
          <pc:chgData name="Cesar Augusto Lopez Gallego" userId="0dfa9112-9251-4882-b472-cf2dfcee09d1" providerId="ADAL" clId="{5FBF4980-89BE-4DA5-A892-D8E478216E62}" dt="2026-07-09T22:26:54.266" v="20" actId="27636"/>
          <pc:sldLayoutMkLst>
            <pc:docMk/>
            <pc:sldMasterMk cId="658044528" sldId="2147483693"/>
            <pc:sldLayoutMk cId="1902674316" sldId="2147483719"/>
          </pc:sldLayoutMkLst>
          <pc:spChg chg="mod">
            <ac:chgData name="Cesar Augusto Lopez Gallego" userId="0dfa9112-9251-4882-b472-cf2dfcee09d1" providerId="ADAL" clId="{5FBF4980-89BE-4DA5-A892-D8E478216E62}" dt="2026-07-09T22:26:54.266" v="20" actId="27636"/>
            <ac:spMkLst>
              <pc:docMk/>
              <pc:sldMasterMk cId="658044528" sldId="2147483693"/>
              <pc:sldLayoutMk cId="1902674316" sldId="2147483719"/>
              <ac:spMk id="8" creationId="{CD95C39D-1678-4144-854F-6707ACA0A64E}"/>
            </ac:spMkLst>
          </pc:spChg>
        </pc:sldLayoutChg>
      </pc:sldMasterChg>
      <pc:sldMasterChg chg="del delSldLayout modSldLayout">
        <pc:chgData name="Cesar Augusto Lopez Gallego" userId="0dfa9112-9251-4882-b472-cf2dfcee09d1" providerId="ADAL" clId="{5FBF4980-89BE-4DA5-A892-D8E478216E62}" dt="2026-07-09T22:27:30.893" v="77" actId="2696"/>
        <pc:sldMasterMkLst>
          <pc:docMk/>
          <pc:sldMasterMk cId="1172717809" sldId="2147483720"/>
        </pc:sldMasterMkLst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3165193701" sldId="2147483721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703884566" sldId="2147483722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755706501" sldId="2147483723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495580289" sldId="2147483724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732855881" sldId="2147483725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3118486708" sldId="2147483726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344678646" sldId="2147483727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2544874922" sldId="2147483728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283681514" sldId="2147483729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026741629" sldId="2147483730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2041951323" sldId="2147483731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2207843275" sldId="2147483732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891782987" sldId="2147483733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135827782" sldId="2147483734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2634431062" sldId="2147483735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933303054" sldId="2147483736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770763048" sldId="2147483737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485926824" sldId="2147483738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3089598603" sldId="2147483739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367709447" sldId="2147483740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808869495" sldId="2147483741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036598793" sldId="2147483742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3529797961" sldId="2147483743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814002532" sldId="2147483744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1064096564" sldId="2147483745"/>
          </pc:sldLayoutMkLst>
        </pc:sldLayoutChg>
        <pc:sldLayoutChg chg="del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2074322836" sldId="2147483746"/>
          </pc:sldLayoutMkLst>
        </pc:sldLayoutChg>
        <pc:sldLayoutChg chg="modSp del mod">
          <pc:chgData name="Cesar Augusto Lopez Gallego" userId="0dfa9112-9251-4882-b472-cf2dfcee09d1" providerId="ADAL" clId="{5FBF4980-89BE-4DA5-A892-D8E478216E62}" dt="2026-07-09T22:27:30.893" v="77" actId="2696"/>
          <pc:sldLayoutMkLst>
            <pc:docMk/>
            <pc:sldMasterMk cId="1172717809" sldId="2147483720"/>
            <pc:sldLayoutMk cId="870734666" sldId="2147483747"/>
          </pc:sldLayoutMkLst>
          <pc:spChg chg="mod">
            <ac:chgData name="Cesar Augusto Lopez Gallego" userId="0dfa9112-9251-4882-b472-cf2dfcee09d1" providerId="ADAL" clId="{5FBF4980-89BE-4DA5-A892-D8E478216E62}" dt="2026-07-09T22:26:54.266" v="21" actId="27636"/>
            <ac:spMkLst>
              <pc:docMk/>
              <pc:sldMasterMk cId="1172717809" sldId="2147483720"/>
              <pc:sldLayoutMk cId="870734666" sldId="2147483747"/>
              <ac:spMk id="11" creationId="{F5543B75-DDC9-454D-AB72-07F1FC6B7D44}"/>
            </ac:spMkLst>
          </pc:spChg>
        </pc:sldLayoutChg>
      </pc:sldMasterChg>
    </pc:docChg>
  </pc:docChgLst>
  <pc:docChgLst>
    <pc:chgData name="Cesar Augusto Lopez Gallego" userId="0dfa9112-9251-4882-b472-cf2dfcee09d1" providerId="ADAL" clId="{41755787-3FDC-4F3A-8F2C-948C2EE791E5}"/>
    <pc:docChg chg="undo custSel addSld delSld modSld sldOrd">
      <pc:chgData name="Cesar Augusto Lopez Gallego" userId="0dfa9112-9251-4882-b472-cf2dfcee09d1" providerId="ADAL" clId="{41755787-3FDC-4F3A-8F2C-948C2EE791E5}" dt="2025-04-24T12:45:34.630" v="638" actId="478"/>
      <pc:docMkLst>
        <pc:docMk/>
      </pc:docMkLst>
      <pc:sldChg chg="delSp modSp mod">
        <pc:chgData name="Cesar Augusto Lopez Gallego" userId="0dfa9112-9251-4882-b472-cf2dfcee09d1" providerId="ADAL" clId="{41755787-3FDC-4F3A-8F2C-948C2EE791E5}" dt="2025-04-23T23:04:05.993" v="9" actId="2711"/>
        <pc:sldMkLst>
          <pc:docMk/>
          <pc:sldMk cId="0" sldId="256"/>
        </pc:sldMkLst>
        <pc:spChg chg="mod">
          <ac:chgData name="Cesar Augusto Lopez Gallego" userId="0dfa9112-9251-4882-b472-cf2dfcee09d1" providerId="ADAL" clId="{41755787-3FDC-4F3A-8F2C-948C2EE791E5}" dt="2025-04-23T23:04:05.993" v="9" actId="2711"/>
          <ac:spMkLst>
            <pc:docMk/>
            <pc:sldMk cId="0" sldId="256"/>
            <ac:spMk id="3" creationId="{00000000-0000-0000-0000-000000000000}"/>
          </ac:spMkLst>
        </pc:spChg>
        <pc:spChg chg="del">
          <ac:chgData name="Cesar Augusto Lopez Gallego" userId="0dfa9112-9251-4882-b472-cf2dfcee09d1" providerId="ADAL" clId="{41755787-3FDC-4F3A-8F2C-948C2EE791E5}" dt="2025-04-23T23:03:52.698" v="8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Cesar Augusto Lopez Gallego" userId="0dfa9112-9251-4882-b472-cf2dfcee09d1" providerId="ADAL" clId="{41755787-3FDC-4F3A-8F2C-948C2EE791E5}" dt="2025-04-23T23:03:52.698" v="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05.993" v="9" actId="2711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12.757" v="10" actId="2711"/>
        <pc:sldMkLst>
          <pc:docMk/>
          <pc:sldMk cId="0" sldId="257"/>
        </pc:sldMkLst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20.076" v="11" actId="2711"/>
        <pc:sldMkLst>
          <pc:docMk/>
          <pc:sldMk cId="0" sldId="258"/>
        </pc:sldMkLst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33.857" v="12" actId="2711"/>
        <pc:sldMkLst>
          <pc:docMk/>
          <pc:sldMk cId="0" sldId="259"/>
        </pc:sldMkLst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12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41755787-3FDC-4F3A-8F2C-948C2EE791E5}" dt="2025-04-23T23:10:20.671" v="53" actId="2696"/>
        <pc:sldMkLst>
          <pc:docMk/>
          <pc:sldMk cId="0" sldId="260"/>
        </pc:sldMkLst>
        <pc:spChg chg="mod">
          <ac:chgData name="Cesar Augusto Lopez Gallego" userId="0dfa9112-9251-4882-b472-cf2dfcee09d1" providerId="ADAL" clId="{41755787-3FDC-4F3A-8F2C-948C2EE791E5}" dt="2025-04-23T23:03:33.208" v="7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2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2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55.982" v="14" actId="2711"/>
        <pc:sldMkLst>
          <pc:docMk/>
          <pc:sldMk cId="0" sldId="261"/>
        </pc:sldMkLst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8" creationId="{00000000-0000-0000-0000-000000000000}"/>
          </ac:spMkLst>
        </pc:spChg>
      </pc:sldChg>
      <pc:sldChg chg="delSp modSp mod">
        <pc:chgData name="Cesar Augusto Lopez Gallego" userId="0dfa9112-9251-4882-b472-cf2dfcee09d1" providerId="ADAL" clId="{41755787-3FDC-4F3A-8F2C-948C2EE791E5}" dt="2025-04-24T12:45:34.630" v="638" actId="478"/>
        <pc:sldMkLst>
          <pc:docMk/>
          <pc:sldMk cId="0" sldId="262"/>
        </pc:sldMkLst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4T12:45:25.626" v="637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Cesar Augusto Lopez Gallego" userId="0dfa9112-9251-4882-b472-cf2dfcee09d1" providerId="ADAL" clId="{41755787-3FDC-4F3A-8F2C-948C2EE791E5}" dt="2025-04-24T12:45:34.630" v="638" actId="478"/>
          <ac:spMkLst>
            <pc:docMk/>
            <pc:sldMk cId="0" sldId="262"/>
            <ac:spMk id="12" creationId="{00000000-0000-0000-0000-000000000000}"/>
          </ac:spMkLst>
        </pc:spChg>
      </pc:sldChg>
      <pc:sldChg chg="addSp delSp modSp new mod">
        <pc:chgData name="Cesar Augusto Lopez Gallego" userId="0dfa9112-9251-4882-b472-cf2dfcee09d1" providerId="ADAL" clId="{41755787-3FDC-4F3A-8F2C-948C2EE791E5}" dt="2025-04-24T00:01:53.176" v="359" actId="1076"/>
        <pc:sldMkLst>
          <pc:docMk/>
          <pc:sldMk cId="1128009416" sldId="263"/>
        </pc:sldMkLst>
        <pc:spChg chg="add mod">
          <ac:chgData name="Cesar Augusto Lopez Gallego" userId="0dfa9112-9251-4882-b472-cf2dfcee09d1" providerId="ADAL" clId="{41755787-3FDC-4F3A-8F2C-948C2EE791E5}" dt="2025-04-23T23:43:29.837" v="67" actId="20577"/>
          <ac:spMkLst>
            <pc:docMk/>
            <pc:sldMk cId="1128009416" sldId="263"/>
            <ac:spMk id="2" creationId="{6A5E1548-1C77-4A0C-AB3F-2AA27EDDF7B8}"/>
          </ac:spMkLst>
        </pc:spChg>
        <pc:spChg chg="add mod">
          <ac:chgData name="Cesar Augusto Lopez Gallego" userId="0dfa9112-9251-4882-b472-cf2dfcee09d1" providerId="ADAL" clId="{41755787-3FDC-4F3A-8F2C-948C2EE791E5}" dt="2025-04-23T23:58:33.261" v="288" actId="1582"/>
          <ac:spMkLst>
            <pc:docMk/>
            <pc:sldMk cId="1128009416" sldId="263"/>
            <ac:spMk id="11" creationId="{ED317B8A-1A77-46AF-B05E-26DFF888680E}"/>
          </ac:spMkLst>
        </pc:spChg>
        <pc:spChg chg="add mod">
          <ac:chgData name="Cesar Augusto Lopez Gallego" userId="0dfa9112-9251-4882-b472-cf2dfcee09d1" providerId="ADAL" clId="{41755787-3FDC-4F3A-8F2C-948C2EE791E5}" dt="2025-04-23T23:58:45.202" v="290" actId="1076"/>
          <ac:spMkLst>
            <pc:docMk/>
            <pc:sldMk cId="1128009416" sldId="263"/>
            <ac:spMk id="12" creationId="{AC54B388-D8ED-4AA9-865D-CFDAB052B041}"/>
          </ac:spMkLst>
        </pc:spChg>
        <pc:spChg chg="add mod">
          <ac:chgData name="Cesar Augusto Lopez Gallego" userId="0dfa9112-9251-4882-b472-cf2dfcee09d1" providerId="ADAL" clId="{41755787-3FDC-4F3A-8F2C-948C2EE791E5}" dt="2025-04-23T23:58:49.682" v="292" actId="1076"/>
          <ac:spMkLst>
            <pc:docMk/>
            <pc:sldMk cId="1128009416" sldId="263"/>
            <ac:spMk id="13" creationId="{0F32A21F-E739-42C7-9C9D-FAEC1E98DA80}"/>
          </ac:spMkLst>
        </pc:spChg>
        <pc:spChg chg="add del mod">
          <ac:chgData name="Cesar Augusto Lopez Gallego" userId="0dfa9112-9251-4882-b472-cf2dfcee09d1" providerId="ADAL" clId="{41755787-3FDC-4F3A-8F2C-948C2EE791E5}" dt="2025-04-23T23:58:54.334" v="295" actId="478"/>
          <ac:spMkLst>
            <pc:docMk/>
            <pc:sldMk cId="1128009416" sldId="263"/>
            <ac:spMk id="14" creationId="{1457800B-546E-46C4-A008-E39ABECE90CC}"/>
          </ac:spMkLst>
        </pc:spChg>
        <pc:spChg chg="add mod">
          <ac:chgData name="Cesar Augusto Lopez Gallego" userId="0dfa9112-9251-4882-b472-cf2dfcee09d1" providerId="ADAL" clId="{41755787-3FDC-4F3A-8F2C-948C2EE791E5}" dt="2025-04-24T00:01:53.176" v="359" actId="1076"/>
          <ac:spMkLst>
            <pc:docMk/>
            <pc:sldMk cId="1128009416" sldId="263"/>
            <ac:spMk id="15" creationId="{28A1C6D1-4BFD-45ED-81DA-063136599C02}"/>
          </ac:spMkLst>
        </pc:spChg>
        <pc:picChg chg="add mod">
          <ac:chgData name="Cesar Augusto Lopez Gallego" userId="0dfa9112-9251-4882-b472-cf2dfcee09d1" providerId="ADAL" clId="{41755787-3FDC-4F3A-8F2C-948C2EE791E5}" dt="2025-04-23T23:57:09.207" v="275" actId="1076"/>
          <ac:picMkLst>
            <pc:docMk/>
            <pc:sldMk cId="1128009416" sldId="263"/>
            <ac:picMk id="4" creationId="{29008319-7112-4A31-931D-F2D2E54EE8CF}"/>
          </ac:picMkLst>
        </pc:picChg>
        <pc:picChg chg="add mod">
          <ac:chgData name="Cesar Augusto Lopez Gallego" userId="0dfa9112-9251-4882-b472-cf2dfcee09d1" providerId="ADAL" clId="{41755787-3FDC-4F3A-8F2C-948C2EE791E5}" dt="2025-04-23T23:56:32.552" v="269" actId="1076"/>
          <ac:picMkLst>
            <pc:docMk/>
            <pc:sldMk cId="1128009416" sldId="263"/>
            <ac:picMk id="6" creationId="{E89C2E78-D83A-4021-9FE2-BC83B559FA49}"/>
          </ac:picMkLst>
        </pc:picChg>
        <pc:picChg chg="add mod">
          <ac:chgData name="Cesar Augusto Lopez Gallego" userId="0dfa9112-9251-4882-b472-cf2dfcee09d1" providerId="ADAL" clId="{41755787-3FDC-4F3A-8F2C-948C2EE791E5}" dt="2025-04-23T23:57:13.818" v="277" actId="1076"/>
          <ac:picMkLst>
            <pc:docMk/>
            <pc:sldMk cId="1128009416" sldId="263"/>
            <ac:picMk id="8" creationId="{110759B4-BDF6-4CDC-985E-B0B2DA695EC3}"/>
          </ac:picMkLst>
        </pc:picChg>
        <pc:picChg chg="add mod">
          <ac:chgData name="Cesar Augusto Lopez Gallego" userId="0dfa9112-9251-4882-b472-cf2dfcee09d1" providerId="ADAL" clId="{41755787-3FDC-4F3A-8F2C-948C2EE791E5}" dt="2025-04-23T23:57:42.629" v="282" actId="1076"/>
          <ac:picMkLst>
            <pc:docMk/>
            <pc:sldMk cId="1128009416" sldId="263"/>
            <ac:picMk id="10" creationId="{6C350853-A8EA-40FE-B6F9-C0DEFEA39C16}"/>
          </ac:picMkLst>
        </pc:picChg>
        <pc:cxnChg chg="add mod">
          <ac:chgData name="Cesar Augusto Lopez Gallego" userId="0dfa9112-9251-4882-b472-cf2dfcee09d1" providerId="ADAL" clId="{41755787-3FDC-4F3A-8F2C-948C2EE791E5}" dt="2025-04-24T00:00:03.591" v="341" actId="208"/>
          <ac:cxnSpMkLst>
            <pc:docMk/>
            <pc:sldMk cId="1128009416" sldId="263"/>
            <ac:cxnSpMk id="17" creationId="{55EC8A47-61BF-48A4-92D1-C8739B62D884}"/>
          </ac:cxnSpMkLst>
        </pc:cxnChg>
        <pc:cxnChg chg="add mod">
          <ac:chgData name="Cesar Augusto Lopez Gallego" userId="0dfa9112-9251-4882-b472-cf2dfcee09d1" providerId="ADAL" clId="{41755787-3FDC-4F3A-8F2C-948C2EE791E5}" dt="2025-04-24T00:00:10.281" v="344" actId="14100"/>
          <ac:cxnSpMkLst>
            <pc:docMk/>
            <pc:sldMk cId="1128009416" sldId="263"/>
            <ac:cxnSpMk id="18" creationId="{CF5EC714-2B37-4B5D-B6D6-4D2DB248EAC4}"/>
          </ac:cxnSpMkLst>
        </pc:cxnChg>
        <pc:cxnChg chg="add mod">
          <ac:chgData name="Cesar Augusto Lopez Gallego" userId="0dfa9112-9251-4882-b472-cf2dfcee09d1" providerId="ADAL" clId="{41755787-3FDC-4F3A-8F2C-948C2EE791E5}" dt="2025-04-24T00:00:18.324" v="347" actId="14100"/>
          <ac:cxnSpMkLst>
            <pc:docMk/>
            <pc:sldMk cId="1128009416" sldId="263"/>
            <ac:cxnSpMk id="20" creationId="{97944FB8-C064-4A9A-9033-0764CA54D568}"/>
          </ac:cxnSpMkLst>
        </pc:cxnChg>
      </pc:sldChg>
      <pc:sldChg chg="addSp modSp new mod">
        <pc:chgData name="Cesar Augusto Lopez Gallego" userId="0dfa9112-9251-4882-b472-cf2dfcee09d1" providerId="ADAL" clId="{41755787-3FDC-4F3A-8F2C-948C2EE791E5}" dt="2025-04-23T23:53:56.958" v="257" actId="2711"/>
        <pc:sldMkLst>
          <pc:docMk/>
          <pc:sldMk cId="1169082802" sldId="264"/>
        </pc:sldMkLst>
        <pc:spChg chg="add mod">
          <ac:chgData name="Cesar Augusto Lopez Gallego" userId="0dfa9112-9251-4882-b472-cf2dfcee09d1" providerId="ADAL" clId="{41755787-3FDC-4F3A-8F2C-948C2EE791E5}" dt="2025-04-23T23:47:40.615" v="187" actId="20577"/>
          <ac:spMkLst>
            <pc:docMk/>
            <pc:sldMk cId="1169082802" sldId="264"/>
            <ac:spMk id="2" creationId="{78A2AC2C-C0A2-4510-8FDF-C9CEC7DD55C7}"/>
          </ac:spMkLst>
        </pc:spChg>
        <pc:spChg chg="add mod">
          <ac:chgData name="Cesar Augusto Lopez Gallego" userId="0dfa9112-9251-4882-b472-cf2dfcee09d1" providerId="ADAL" clId="{41755787-3FDC-4F3A-8F2C-948C2EE791E5}" dt="2025-04-23T23:47:20.240" v="165" actId="20577"/>
          <ac:spMkLst>
            <pc:docMk/>
            <pc:sldMk cId="1169082802" sldId="264"/>
            <ac:spMk id="4" creationId="{8C55101F-6E41-498B-B782-27DA1FC5F82F}"/>
          </ac:spMkLst>
        </pc:spChg>
        <pc:graphicFrameChg chg="add mod modGraphic">
          <ac:chgData name="Cesar Augusto Lopez Gallego" userId="0dfa9112-9251-4882-b472-cf2dfcee09d1" providerId="ADAL" clId="{41755787-3FDC-4F3A-8F2C-948C2EE791E5}" dt="2025-04-23T23:53:56.958" v="257" actId="2711"/>
          <ac:graphicFrameMkLst>
            <pc:docMk/>
            <pc:sldMk cId="1169082802" sldId="264"/>
            <ac:graphicFrameMk id="5" creationId="{AA54814C-8C8A-487D-B3E3-3CB142581C46}"/>
          </ac:graphicFrameMkLst>
        </pc:graphicFrameChg>
      </pc:sldChg>
      <pc:sldChg chg="addSp delSp modSp new mod ord">
        <pc:chgData name="Cesar Augusto Lopez Gallego" userId="0dfa9112-9251-4882-b472-cf2dfcee09d1" providerId="ADAL" clId="{41755787-3FDC-4F3A-8F2C-948C2EE791E5}" dt="2025-04-24T00:02:00.153" v="361"/>
        <pc:sldMkLst>
          <pc:docMk/>
          <pc:sldMk cId="4257895227" sldId="265"/>
        </pc:sldMkLst>
        <pc:spChg chg="add mod">
          <ac:chgData name="Cesar Augusto Lopez Gallego" userId="0dfa9112-9251-4882-b472-cf2dfcee09d1" providerId="ADAL" clId="{41755787-3FDC-4F3A-8F2C-948C2EE791E5}" dt="2025-04-23T23:51:39.279" v="240" actId="6549"/>
          <ac:spMkLst>
            <pc:docMk/>
            <pc:sldMk cId="4257895227" sldId="265"/>
            <ac:spMk id="2" creationId="{DEDC741D-757E-4C9C-8734-BFAB54C45AA7}"/>
          </ac:spMkLst>
        </pc:spChg>
        <pc:spChg chg="add del mod">
          <ac:chgData name="Cesar Augusto Lopez Gallego" userId="0dfa9112-9251-4882-b472-cf2dfcee09d1" providerId="ADAL" clId="{41755787-3FDC-4F3A-8F2C-948C2EE791E5}" dt="2025-04-23T23:52:14.250" v="245"/>
          <ac:spMkLst>
            <pc:docMk/>
            <pc:sldMk cId="4257895227" sldId="265"/>
            <ac:spMk id="4" creationId="{5420EF62-02BA-454D-B751-C5F6E4B2312A}"/>
          </ac:spMkLst>
        </pc:spChg>
        <pc:graphicFrameChg chg="add mod modGraphic">
          <ac:chgData name="Cesar Augusto Lopez Gallego" userId="0dfa9112-9251-4882-b472-cf2dfcee09d1" providerId="ADAL" clId="{41755787-3FDC-4F3A-8F2C-948C2EE791E5}" dt="2025-04-23T23:53:33.790" v="255" actId="207"/>
          <ac:graphicFrameMkLst>
            <pc:docMk/>
            <pc:sldMk cId="4257895227" sldId="265"/>
            <ac:graphicFrameMk id="3" creationId="{EF5767B5-A829-4290-82CD-66D67FB69AEC}"/>
          </ac:graphicFrameMkLst>
        </pc:graphicFrameChg>
      </pc:sldChg>
      <pc:sldChg chg="addSp delSp modSp new mod">
        <pc:chgData name="Cesar Augusto Lopez Gallego" userId="0dfa9112-9251-4882-b472-cf2dfcee09d1" providerId="ADAL" clId="{41755787-3FDC-4F3A-8F2C-948C2EE791E5}" dt="2025-04-24T12:44:45.293" v="620" actId="20577"/>
        <pc:sldMkLst>
          <pc:docMk/>
          <pc:sldMk cId="3976031665" sldId="266"/>
        </pc:sldMkLst>
        <pc:spChg chg="add mod">
          <ac:chgData name="Cesar Augusto Lopez Gallego" userId="0dfa9112-9251-4882-b472-cf2dfcee09d1" providerId="ADAL" clId="{41755787-3FDC-4F3A-8F2C-948C2EE791E5}" dt="2025-04-24T12:40:28.706" v="385" actId="20577"/>
          <ac:spMkLst>
            <pc:docMk/>
            <pc:sldMk cId="3976031665" sldId="266"/>
            <ac:spMk id="2" creationId="{2FF6A837-8A35-4402-9FF3-8FC6EA0AFC0C}"/>
          </ac:spMkLst>
        </pc:spChg>
        <pc:spChg chg="add mod">
          <ac:chgData name="Cesar Augusto Lopez Gallego" userId="0dfa9112-9251-4882-b472-cf2dfcee09d1" providerId="ADAL" clId="{41755787-3FDC-4F3A-8F2C-948C2EE791E5}" dt="2025-04-24T12:44:45.293" v="620" actId="20577"/>
          <ac:spMkLst>
            <pc:docMk/>
            <pc:sldMk cId="3976031665" sldId="266"/>
            <ac:spMk id="4" creationId="{B297E61B-B5B7-4612-A19D-FBE47BD9A202}"/>
          </ac:spMkLst>
        </pc:spChg>
        <pc:spChg chg="add del">
          <ac:chgData name="Cesar Augusto Lopez Gallego" userId="0dfa9112-9251-4882-b472-cf2dfcee09d1" providerId="ADAL" clId="{41755787-3FDC-4F3A-8F2C-948C2EE791E5}" dt="2025-04-24T12:42:00.621" v="440" actId="478"/>
          <ac:spMkLst>
            <pc:docMk/>
            <pc:sldMk cId="3976031665" sldId="266"/>
            <ac:spMk id="5" creationId="{FB95C171-7D24-437E-8DAD-43DE81F672A7}"/>
          </ac:spMkLst>
        </pc:spChg>
        <pc:graphicFrameChg chg="add del mod">
          <ac:chgData name="Cesar Augusto Lopez Gallego" userId="0dfa9112-9251-4882-b472-cf2dfcee09d1" providerId="ADAL" clId="{41755787-3FDC-4F3A-8F2C-948C2EE791E5}" dt="2025-04-24T12:43:16.180" v="507"/>
          <ac:graphicFrameMkLst>
            <pc:docMk/>
            <pc:sldMk cId="3976031665" sldId="266"/>
            <ac:graphicFrameMk id="6" creationId="{091FD9AE-7D97-4806-AB6A-C42F20434C24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16.180" v="507"/>
          <ac:graphicFrameMkLst>
            <pc:docMk/>
            <pc:sldMk cId="3976031665" sldId="266"/>
            <ac:graphicFrameMk id="7" creationId="{86537A92-BF91-4128-BA96-38BA9336F3C9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16.180" v="507"/>
          <ac:graphicFrameMkLst>
            <pc:docMk/>
            <pc:sldMk cId="3976031665" sldId="266"/>
            <ac:graphicFrameMk id="8" creationId="{DA9050AA-1785-487F-8AB9-F1C58FF8AC6C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32.088" v="511" actId="478"/>
          <ac:graphicFrameMkLst>
            <pc:docMk/>
            <pc:sldMk cId="3976031665" sldId="266"/>
            <ac:graphicFrameMk id="9" creationId="{4166980F-F2E4-445B-9338-74985B459A3F}"/>
          </ac:graphicFrameMkLst>
        </pc:graphicFrameChg>
        <pc:graphicFrameChg chg="add del mod modGraphic">
          <ac:chgData name="Cesar Augusto Lopez Gallego" userId="0dfa9112-9251-4882-b472-cf2dfcee09d1" providerId="ADAL" clId="{41755787-3FDC-4F3A-8F2C-948C2EE791E5}" dt="2025-04-24T12:43:32.088" v="511" actId="478"/>
          <ac:graphicFrameMkLst>
            <pc:docMk/>
            <pc:sldMk cId="3976031665" sldId="266"/>
            <ac:graphicFrameMk id="10" creationId="{1920CB2C-2771-427A-BCE6-368AE0B3309B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32.088" v="511" actId="478"/>
          <ac:graphicFrameMkLst>
            <pc:docMk/>
            <pc:sldMk cId="3976031665" sldId="266"/>
            <ac:graphicFrameMk id="11" creationId="{0929A15B-3D48-4C56-8BD4-B4F1F77D731C}"/>
          </ac:graphicFrameMkLst>
        </pc:graphicFrameChg>
      </pc:sldChg>
      <pc:sldChg chg="delSp modSp del mod ord modClrScheme chgLayout">
        <pc:chgData name="Cesar Augusto Lopez Gallego" userId="0dfa9112-9251-4882-b472-cf2dfcee09d1" providerId="ADAL" clId="{41755787-3FDC-4F3A-8F2C-948C2EE791E5}" dt="2025-04-23T23:10:20.671" v="53" actId="2696"/>
        <pc:sldMkLst>
          <pc:docMk/>
          <pc:sldMk cId="4245569325" sldId="329"/>
        </pc:sldMkLst>
        <pc:spChg chg="mod">
          <ac:chgData name="Cesar Augusto Lopez Gallego" userId="0dfa9112-9251-4882-b472-cf2dfcee09d1" providerId="ADAL" clId="{41755787-3FDC-4F3A-8F2C-948C2EE791E5}" dt="2025-04-23T23:07:26.083" v="20" actId="20577"/>
          <ac:spMkLst>
            <pc:docMk/>
            <pc:sldMk cId="4245569325" sldId="329"/>
            <ac:spMk id="2" creationId="{44E609A8-84CE-44EC-A18B-D38EF3CD2646}"/>
          </ac:spMkLst>
        </pc:spChg>
        <pc:spChg chg="mod">
          <ac:chgData name="Cesar Augusto Lopez Gallego" userId="0dfa9112-9251-4882-b472-cf2dfcee09d1" providerId="ADAL" clId="{41755787-3FDC-4F3A-8F2C-948C2EE791E5}" dt="2025-04-23T23:08:01.611" v="48" actId="6549"/>
          <ac:spMkLst>
            <pc:docMk/>
            <pc:sldMk cId="4245569325" sldId="329"/>
            <ac:spMk id="4" creationId="{166553D3-3319-48BB-8500-7B7793625B8D}"/>
          </ac:spMkLst>
        </pc:spChg>
        <pc:spChg chg="mod">
          <ac:chgData name="Cesar Augusto Lopez Gallego" userId="0dfa9112-9251-4882-b472-cf2dfcee09d1" providerId="ADAL" clId="{41755787-3FDC-4F3A-8F2C-948C2EE791E5}" dt="2025-04-23T23:08:25.956" v="52" actId="20577"/>
          <ac:spMkLst>
            <pc:docMk/>
            <pc:sldMk cId="4245569325" sldId="329"/>
            <ac:spMk id="6" creationId="{859958D5-B98D-4DB4-8AC0-397532F366FC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8" creationId="{CFEA9CC5-254E-436E-AFCF-B52C41C51255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10" creationId="{480FBCBA-63E3-4AD9-BF6B-B5125641EFD6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12" creationId="{284EB804-084D-4B8F-8645-D27D95141F58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14" creationId="{74B39345-7C2E-448E-AFFD-DA39F75AFE4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97A0E-502B-43FC-8171-2FE770635396}" type="doc">
      <dgm:prSet loTypeId="urn:microsoft.com/office/officeart/2005/8/layout/process1" loCatId="process" qsTypeId="urn:microsoft.com/office/officeart/2005/8/quickstyle/simple1" qsCatId="simple" csTypeId="urn:microsoft.com/office/officeart/2005/8/colors/accent6_5" csCatId="accent6" phldr="1"/>
      <dgm:spPr/>
    </dgm:pt>
    <dgm:pt modelId="{367CF62F-415C-42C1-9F1E-2857703F4DE5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El cliente hace una solicitud HTTP (</a:t>
          </a:r>
          <a:r>
            <a:rPr lang="es-ES" b="0" i="0" dirty="0" err="1">
              <a:solidFill>
                <a:schemeClr val="accent6">
                  <a:lumMod val="50000"/>
                </a:schemeClr>
              </a:solidFill>
            </a:rPr>
            <a:t>p. ej.</a:t>
          </a: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: GET /Productos)</a:t>
          </a:r>
          <a:endParaRPr lang="es-419" dirty="0">
            <a:solidFill>
              <a:schemeClr val="accent6">
                <a:lumMod val="50000"/>
              </a:schemeClr>
            </a:solidFill>
          </a:endParaRPr>
        </a:p>
      </dgm:t>
    </dgm:pt>
    <dgm:pt modelId="{C96BE35E-6A52-4058-9EFD-CA90C6B55689}" type="parTrans" cxnId="{627C9D6F-E531-4601-BD86-18E6DB8DE9A4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282647A5-262A-4F71-A4C4-03ED96038A0D}" type="sibTrans" cxnId="{627C9D6F-E531-4601-BD86-18E6DB8DE9A4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B5AD9E1C-66CC-4064-B08D-34F26220352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>
              <a:solidFill>
                <a:schemeClr val="accent6">
                  <a:lumMod val="50000"/>
                </a:schemeClr>
              </a:solidFill>
            </a:rPr>
            <a:t>El enrutamiento de ASP.NET Core dirige la solicitud al controlador y la acción</a:t>
          </a:r>
        </a:p>
      </dgm:t>
    </dgm:pt>
    <dgm:pt modelId="{BD1DA8C5-86E3-4AE4-A788-E41CAAB88BF5}" type="parTrans" cxnId="{56D8124E-50BE-4E27-A5C9-9269C32432F1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6FC8CB92-7AB2-457C-8716-D3880414617A}" type="sibTrans" cxnId="{56D8124E-50BE-4E27-A5C9-9269C32432F1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4A8AE9C0-106D-4E8F-9AA8-BFB0DBF9031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419" b="0" i="0">
              <a:solidFill>
                <a:schemeClr val="accent6">
                  <a:lumMod val="50000"/>
                </a:schemeClr>
              </a:solidFill>
            </a:rPr>
            <a:t>El controlador:</a:t>
          </a:r>
        </a:p>
      </dgm:t>
    </dgm:pt>
    <dgm:pt modelId="{51009A4B-73EB-4C47-A788-8EA0CBE99B11}" type="parTrans" cxnId="{291B6BCA-D8C3-4FF9-9A66-ABB32868BACB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CC2752AF-D8B9-448F-A900-72ACEB9646D3}" type="sibTrans" cxnId="{291B6BCA-D8C3-4FF9-9A66-ABB32868BACB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546EC38D-91ED-4256-8B5B-17AE3701EFD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Recibe y valida los datos</a:t>
          </a:r>
        </a:p>
      </dgm:t>
    </dgm:pt>
    <dgm:pt modelId="{AABAD6E7-154F-4994-B8EB-BC91F1F86BE2}" type="parTrans" cxnId="{9C37AED2-E6F3-45D4-A0CC-216251155ABF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E022EF38-AE61-42B6-8CA9-B71A19A4121F}" type="sibTrans" cxnId="{9C37AED2-E6F3-45D4-A0CC-216251155ABF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848F3F46-47B5-4EDB-8C0D-C93487A4587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Invoca al modelo (servicios/repositorios)</a:t>
          </a:r>
        </a:p>
      </dgm:t>
    </dgm:pt>
    <dgm:pt modelId="{63182341-3836-40EE-A31C-5AA66C09EC67}" type="parTrans" cxnId="{B0CD593A-83FE-444D-8F1F-59199BC49C79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70BD7EF1-D0E3-452F-9199-3BA6353B2020}" type="sibTrans" cxnId="{B0CD593A-83FE-444D-8F1F-59199BC49C79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D7D4AF5D-2689-46F5-9937-DC1E573E81E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419" b="0" i="0" dirty="0">
              <a:solidFill>
                <a:schemeClr val="accent6">
                  <a:lumMod val="50000"/>
                </a:schemeClr>
              </a:solidFill>
            </a:rPr>
            <a:t>Selecciona la vista</a:t>
          </a:r>
        </a:p>
      </dgm:t>
    </dgm:pt>
    <dgm:pt modelId="{AC4915D9-78EF-4A8F-85D8-F5F26AC62DD5}" type="parTrans" cxnId="{B00459D5-4421-43E9-93F0-5809D87E5AA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E46F31E3-30C4-47A8-9E83-A2415F7FF032}" type="sibTrans" cxnId="{B00459D5-4421-43E9-93F0-5809D87E5AA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664E553C-5A9A-47DC-B1C8-CE197ABD9A7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La vista Razor se renderiza con los datos recibidos</a:t>
          </a:r>
        </a:p>
      </dgm:t>
    </dgm:pt>
    <dgm:pt modelId="{D8182F42-2629-4092-9020-6D777EE362C4}" type="parTrans" cxnId="{A5D0804C-29CC-446B-97F4-5664799D2C9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D696E519-ABAE-48DC-A467-B1E9F1F7CB79}" type="sibTrans" cxnId="{A5D0804C-29CC-446B-97F4-5664799D2C9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AE224651-2995-4DFF-9BCB-B99151FEF7A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El HTML generado se envía al cliente como respuesta HTTP</a:t>
          </a:r>
        </a:p>
      </dgm:t>
    </dgm:pt>
    <dgm:pt modelId="{0E1A0E79-4F43-41AA-9E2C-DCB572883022}" type="parTrans" cxnId="{5E63B72D-BB74-47D3-8397-DD258DB2600E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6FC6BCA4-6A16-48F5-A2C4-6547448350A9}" type="sibTrans" cxnId="{5E63B72D-BB74-47D3-8397-DD258DB2600E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AB48C33F-65FA-47C9-9A68-1E634E03EE3B}" type="pres">
      <dgm:prSet presAssocID="{05797A0E-502B-43FC-8171-2FE770635396}" presName="Name0" presStyleCnt="0">
        <dgm:presLayoutVars>
          <dgm:dir/>
          <dgm:resizeHandles val="exact"/>
        </dgm:presLayoutVars>
      </dgm:prSet>
      <dgm:spPr/>
    </dgm:pt>
    <dgm:pt modelId="{77511C18-0549-4116-902F-1782D47A5A4D}" type="pres">
      <dgm:prSet presAssocID="{367CF62F-415C-42C1-9F1E-2857703F4DE5}" presName="node" presStyleLbl="node1" presStyleIdx="0" presStyleCnt="5">
        <dgm:presLayoutVars>
          <dgm:bulletEnabled val="1"/>
        </dgm:presLayoutVars>
      </dgm:prSet>
      <dgm:spPr/>
    </dgm:pt>
    <dgm:pt modelId="{3D39BC16-8CD1-4B86-8BF6-D71B64550635}" type="pres">
      <dgm:prSet presAssocID="{282647A5-262A-4F71-A4C4-03ED96038A0D}" presName="sibTrans" presStyleLbl="sibTrans2D1" presStyleIdx="0" presStyleCnt="4"/>
      <dgm:spPr/>
    </dgm:pt>
    <dgm:pt modelId="{58B75BF8-A3EC-46A3-B156-A9CA3AF0C575}" type="pres">
      <dgm:prSet presAssocID="{282647A5-262A-4F71-A4C4-03ED96038A0D}" presName="connectorText" presStyleLbl="sibTrans2D1" presStyleIdx="0" presStyleCnt="4"/>
      <dgm:spPr/>
    </dgm:pt>
    <dgm:pt modelId="{08F5524E-DB20-483F-B96A-79627CA4509C}" type="pres">
      <dgm:prSet presAssocID="{B5AD9E1C-66CC-4064-B08D-34F26220352E}" presName="node" presStyleLbl="node1" presStyleIdx="1" presStyleCnt="5">
        <dgm:presLayoutVars>
          <dgm:bulletEnabled val="1"/>
        </dgm:presLayoutVars>
      </dgm:prSet>
      <dgm:spPr/>
    </dgm:pt>
    <dgm:pt modelId="{DB21B627-A7B6-4D2A-BF83-D846298B1213}" type="pres">
      <dgm:prSet presAssocID="{6FC8CB92-7AB2-457C-8716-D3880414617A}" presName="sibTrans" presStyleLbl="sibTrans2D1" presStyleIdx="1" presStyleCnt="4"/>
      <dgm:spPr/>
    </dgm:pt>
    <dgm:pt modelId="{E3D05041-BB5B-4128-85B4-07E291E8FDD4}" type="pres">
      <dgm:prSet presAssocID="{6FC8CB92-7AB2-457C-8716-D3880414617A}" presName="connectorText" presStyleLbl="sibTrans2D1" presStyleIdx="1" presStyleCnt="4"/>
      <dgm:spPr/>
    </dgm:pt>
    <dgm:pt modelId="{81C6D976-C479-46CD-8C08-FA27E2A7046F}" type="pres">
      <dgm:prSet presAssocID="{4A8AE9C0-106D-4E8F-9AA8-BFB0DBF90313}" presName="node" presStyleLbl="node1" presStyleIdx="2" presStyleCnt="5">
        <dgm:presLayoutVars>
          <dgm:bulletEnabled val="1"/>
        </dgm:presLayoutVars>
      </dgm:prSet>
      <dgm:spPr/>
    </dgm:pt>
    <dgm:pt modelId="{2C9FB9C4-69F6-4086-B6F3-424A45B8AE7E}" type="pres">
      <dgm:prSet presAssocID="{CC2752AF-D8B9-448F-A900-72ACEB9646D3}" presName="sibTrans" presStyleLbl="sibTrans2D1" presStyleIdx="2" presStyleCnt="4"/>
      <dgm:spPr/>
    </dgm:pt>
    <dgm:pt modelId="{E421788A-4ABB-48C6-9526-38D00451FFBE}" type="pres">
      <dgm:prSet presAssocID="{CC2752AF-D8B9-448F-A900-72ACEB9646D3}" presName="connectorText" presStyleLbl="sibTrans2D1" presStyleIdx="2" presStyleCnt="4"/>
      <dgm:spPr/>
    </dgm:pt>
    <dgm:pt modelId="{53315C3F-A93F-4F42-8CAC-15D703D47BD1}" type="pres">
      <dgm:prSet presAssocID="{664E553C-5A9A-47DC-B1C8-CE197ABD9A72}" presName="node" presStyleLbl="node1" presStyleIdx="3" presStyleCnt="5">
        <dgm:presLayoutVars>
          <dgm:bulletEnabled val="1"/>
        </dgm:presLayoutVars>
      </dgm:prSet>
      <dgm:spPr/>
    </dgm:pt>
    <dgm:pt modelId="{2D007200-5267-4EC9-835A-5F478224D1D4}" type="pres">
      <dgm:prSet presAssocID="{D696E519-ABAE-48DC-A467-B1E9F1F7CB79}" presName="sibTrans" presStyleLbl="sibTrans2D1" presStyleIdx="3" presStyleCnt="4"/>
      <dgm:spPr/>
    </dgm:pt>
    <dgm:pt modelId="{7D85429E-FCD2-4605-A72E-E095DA264CD6}" type="pres">
      <dgm:prSet presAssocID="{D696E519-ABAE-48DC-A467-B1E9F1F7CB79}" presName="connectorText" presStyleLbl="sibTrans2D1" presStyleIdx="3" presStyleCnt="4"/>
      <dgm:spPr/>
    </dgm:pt>
    <dgm:pt modelId="{B9564563-A5AF-437F-A99D-578A94228280}" type="pres">
      <dgm:prSet presAssocID="{AE224651-2995-4DFF-9BCB-B99151FEF7AF}" presName="node" presStyleLbl="node1" presStyleIdx="4" presStyleCnt="5">
        <dgm:presLayoutVars>
          <dgm:bulletEnabled val="1"/>
        </dgm:presLayoutVars>
      </dgm:prSet>
      <dgm:spPr/>
    </dgm:pt>
  </dgm:ptLst>
  <dgm:cxnLst>
    <dgm:cxn modelId="{D9F7F515-80D2-46D5-AEFE-A976FA875114}" type="presOf" srcId="{282647A5-262A-4F71-A4C4-03ED96038A0D}" destId="{3D39BC16-8CD1-4B86-8BF6-D71B64550635}" srcOrd="0" destOrd="0" presId="urn:microsoft.com/office/officeart/2005/8/layout/process1"/>
    <dgm:cxn modelId="{53134F26-D223-4EE3-8060-A7FFA1D14522}" type="presOf" srcId="{B5AD9E1C-66CC-4064-B08D-34F26220352E}" destId="{08F5524E-DB20-483F-B96A-79627CA4509C}" srcOrd="0" destOrd="0" presId="urn:microsoft.com/office/officeart/2005/8/layout/process1"/>
    <dgm:cxn modelId="{249F082D-EA71-46C4-8B4A-E0107844AF53}" type="presOf" srcId="{05797A0E-502B-43FC-8171-2FE770635396}" destId="{AB48C33F-65FA-47C9-9A68-1E634E03EE3B}" srcOrd="0" destOrd="0" presId="urn:microsoft.com/office/officeart/2005/8/layout/process1"/>
    <dgm:cxn modelId="{5E63B72D-BB74-47D3-8397-DD258DB2600E}" srcId="{05797A0E-502B-43FC-8171-2FE770635396}" destId="{AE224651-2995-4DFF-9BCB-B99151FEF7AF}" srcOrd="4" destOrd="0" parTransId="{0E1A0E79-4F43-41AA-9E2C-DCB572883022}" sibTransId="{6FC6BCA4-6A16-48F5-A2C4-6547448350A9}"/>
    <dgm:cxn modelId="{EF091C32-80BB-4A16-987A-52B278A702B6}" type="presOf" srcId="{AE224651-2995-4DFF-9BCB-B99151FEF7AF}" destId="{B9564563-A5AF-437F-A99D-578A94228280}" srcOrd="0" destOrd="0" presId="urn:microsoft.com/office/officeart/2005/8/layout/process1"/>
    <dgm:cxn modelId="{B0CD593A-83FE-444D-8F1F-59199BC49C79}" srcId="{4A8AE9C0-106D-4E8F-9AA8-BFB0DBF90313}" destId="{848F3F46-47B5-4EDB-8C0D-C93487A45878}" srcOrd="1" destOrd="0" parTransId="{63182341-3836-40EE-A31C-5AA66C09EC67}" sibTransId="{70BD7EF1-D0E3-452F-9199-3BA6353B2020}"/>
    <dgm:cxn modelId="{29A6D75E-7C5F-4349-BA5A-AC5711CA3B55}" type="presOf" srcId="{4A8AE9C0-106D-4E8F-9AA8-BFB0DBF90313}" destId="{81C6D976-C479-46CD-8C08-FA27E2A7046F}" srcOrd="0" destOrd="0" presId="urn:microsoft.com/office/officeart/2005/8/layout/process1"/>
    <dgm:cxn modelId="{9CE10C61-34AB-4211-8068-429FF49531DE}" type="presOf" srcId="{367CF62F-415C-42C1-9F1E-2857703F4DE5}" destId="{77511C18-0549-4116-902F-1782D47A5A4D}" srcOrd="0" destOrd="0" presId="urn:microsoft.com/office/officeart/2005/8/layout/process1"/>
    <dgm:cxn modelId="{56587746-DFA2-4B68-A65B-5A02F375C649}" type="presOf" srcId="{D7D4AF5D-2689-46F5-9937-DC1E573E81E3}" destId="{81C6D976-C479-46CD-8C08-FA27E2A7046F}" srcOrd="0" destOrd="3" presId="urn:microsoft.com/office/officeart/2005/8/layout/process1"/>
    <dgm:cxn modelId="{A5D0804C-29CC-446B-97F4-5664799D2C9C}" srcId="{05797A0E-502B-43FC-8171-2FE770635396}" destId="{664E553C-5A9A-47DC-B1C8-CE197ABD9A72}" srcOrd="3" destOrd="0" parTransId="{D8182F42-2629-4092-9020-6D777EE362C4}" sibTransId="{D696E519-ABAE-48DC-A467-B1E9F1F7CB79}"/>
    <dgm:cxn modelId="{2716A34C-E394-4201-9DC6-3E2E11AC8816}" type="presOf" srcId="{664E553C-5A9A-47DC-B1C8-CE197ABD9A72}" destId="{53315C3F-A93F-4F42-8CAC-15D703D47BD1}" srcOrd="0" destOrd="0" presId="urn:microsoft.com/office/officeart/2005/8/layout/process1"/>
    <dgm:cxn modelId="{56D8124E-50BE-4E27-A5C9-9269C32432F1}" srcId="{05797A0E-502B-43FC-8171-2FE770635396}" destId="{B5AD9E1C-66CC-4064-B08D-34F26220352E}" srcOrd="1" destOrd="0" parTransId="{BD1DA8C5-86E3-4AE4-A788-E41CAAB88BF5}" sibTransId="{6FC8CB92-7AB2-457C-8716-D3880414617A}"/>
    <dgm:cxn modelId="{627C9D6F-E531-4601-BD86-18E6DB8DE9A4}" srcId="{05797A0E-502B-43FC-8171-2FE770635396}" destId="{367CF62F-415C-42C1-9F1E-2857703F4DE5}" srcOrd="0" destOrd="0" parTransId="{C96BE35E-6A52-4058-9EFD-CA90C6B55689}" sibTransId="{282647A5-262A-4F71-A4C4-03ED96038A0D}"/>
    <dgm:cxn modelId="{FFDFEA74-9D2E-42E4-9F85-26B2F54D3095}" type="presOf" srcId="{D696E519-ABAE-48DC-A467-B1E9F1F7CB79}" destId="{2D007200-5267-4EC9-835A-5F478224D1D4}" srcOrd="0" destOrd="0" presId="urn:microsoft.com/office/officeart/2005/8/layout/process1"/>
    <dgm:cxn modelId="{48319C83-F4FD-480A-8F7C-A983C8128CC1}" type="presOf" srcId="{D696E519-ABAE-48DC-A467-B1E9F1F7CB79}" destId="{7D85429E-FCD2-4605-A72E-E095DA264CD6}" srcOrd="1" destOrd="0" presId="urn:microsoft.com/office/officeart/2005/8/layout/process1"/>
    <dgm:cxn modelId="{F3FFA09F-8CFB-44CE-82B4-3C2706EEDB07}" type="presOf" srcId="{CC2752AF-D8B9-448F-A900-72ACEB9646D3}" destId="{E421788A-4ABB-48C6-9526-38D00451FFBE}" srcOrd="1" destOrd="0" presId="urn:microsoft.com/office/officeart/2005/8/layout/process1"/>
    <dgm:cxn modelId="{25E7BBA4-90D3-4905-A933-D0F512EF4AEE}" type="presOf" srcId="{CC2752AF-D8B9-448F-A900-72ACEB9646D3}" destId="{2C9FB9C4-69F6-4086-B6F3-424A45B8AE7E}" srcOrd="0" destOrd="0" presId="urn:microsoft.com/office/officeart/2005/8/layout/process1"/>
    <dgm:cxn modelId="{2E9B1BBA-3FF7-4E40-8F3D-5EBC6D576E12}" type="presOf" srcId="{848F3F46-47B5-4EDB-8C0D-C93487A45878}" destId="{81C6D976-C479-46CD-8C08-FA27E2A7046F}" srcOrd="0" destOrd="2" presId="urn:microsoft.com/office/officeart/2005/8/layout/process1"/>
    <dgm:cxn modelId="{0EB46CC1-3095-4BF7-8571-65E797B16054}" type="presOf" srcId="{6FC8CB92-7AB2-457C-8716-D3880414617A}" destId="{E3D05041-BB5B-4128-85B4-07E291E8FDD4}" srcOrd="1" destOrd="0" presId="urn:microsoft.com/office/officeart/2005/8/layout/process1"/>
    <dgm:cxn modelId="{291B6BCA-D8C3-4FF9-9A66-ABB32868BACB}" srcId="{05797A0E-502B-43FC-8171-2FE770635396}" destId="{4A8AE9C0-106D-4E8F-9AA8-BFB0DBF90313}" srcOrd="2" destOrd="0" parTransId="{51009A4B-73EB-4C47-A788-8EA0CBE99B11}" sibTransId="{CC2752AF-D8B9-448F-A900-72ACEB9646D3}"/>
    <dgm:cxn modelId="{9C37AED2-E6F3-45D4-A0CC-216251155ABF}" srcId="{4A8AE9C0-106D-4E8F-9AA8-BFB0DBF90313}" destId="{546EC38D-91ED-4256-8B5B-17AE3701EFDC}" srcOrd="0" destOrd="0" parTransId="{AABAD6E7-154F-4994-B8EB-BC91F1F86BE2}" sibTransId="{E022EF38-AE61-42B6-8CA9-B71A19A4121F}"/>
    <dgm:cxn modelId="{B00459D5-4421-43E9-93F0-5809D87E5AAC}" srcId="{4A8AE9C0-106D-4E8F-9AA8-BFB0DBF90313}" destId="{D7D4AF5D-2689-46F5-9937-DC1E573E81E3}" srcOrd="2" destOrd="0" parTransId="{AC4915D9-78EF-4A8F-85D8-F5F26AC62DD5}" sibTransId="{E46F31E3-30C4-47A8-9E83-A2415F7FF032}"/>
    <dgm:cxn modelId="{C7FB74D6-117B-4521-ACB5-5E1F764416BB}" type="presOf" srcId="{6FC8CB92-7AB2-457C-8716-D3880414617A}" destId="{DB21B627-A7B6-4D2A-BF83-D846298B1213}" srcOrd="0" destOrd="0" presId="urn:microsoft.com/office/officeart/2005/8/layout/process1"/>
    <dgm:cxn modelId="{3F4888DC-2805-4798-B115-C84D56883914}" type="presOf" srcId="{282647A5-262A-4F71-A4C4-03ED96038A0D}" destId="{58B75BF8-A3EC-46A3-B156-A9CA3AF0C575}" srcOrd="1" destOrd="0" presId="urn:microsoft.com/office/officeart/2005/8/layout/process1"/>
    <dgm:cxn modelId="{1CE67AFE-9674-49E9-8DD7-0A3D3A3A0669}" type="presOf" srcId="{546EC38D-91ED-4256-8B5B-17AE3701EFDC}" destId="{81C6D976-C479-46CD-8C08-FA27E2A7046F}" srcOrd="0" destOrd="1" presId="urn:microsoft.com/office/officeart/2005/8/layout/process1"/>
    <dgm:cxn modelId="{CC960122-46DE-411F-BD3F-DA88EAD7B68A}" type="presParOf" srcId="{AB48C33F-65FA-47C9-9A68-1E634E03EE3B}" destId="{77511C18-0549-4116-902F-1782D47A5A4D}" srcOrd="0" destOrd="0" presId="urn:microsoft.com/office/officeart/2005/8/layout/process1"/>
    <dgm:cxn modelId="{35BC9867-1680-481C-A8D1-563457A2439F}" type="presParOf" srcId="{AB48C33F-65FA-47C9-9A68-1E634E03EE3B}" destId="{3D39BC16-8CD1-4B86-8BF6-D71B64550635}" srcOrd="1" destOrd="0" presId="urn:microsoft.com/office/officeart/2005/8/layout/process1"/>
    <dgm:cxn modelId="{2CE383D8-D2A5-48DA-9A27-4BF604C5F339}" type="presParOf" srcId="{3D39BC16-8CD1-4B86-8BF6-D71B64550635}" destId="{58B75BF8-A3EC-46A3-B156-A9CA3AF0C575}" srcOrd="0" destOrd="0" presId="urn:microsoft.com/office/officeart/2005/8/layout/process1"/>
    <dgm:cxn modelId="{A70FA502-B996-477D-8FF6-C67ED885383F}" type="presParOf" srcId="{AB48C33F-65FA-47C9-9A68-1E634E03EE3B}" destId="{08F5524E-DB20-483F-B96A-79627CA4509C}" srcOrd="2" destOrd="0" presId="urn:microsoft.com/office/officeart/2005/8/layout/process1"/>
    <dgm:cxn modelId="{D3357E32-A0BE-45C1-9486-7BCC47B19A20}" type="presParOf" srcId="{AB48C33F-65FA-47C9-9A68-1E634E03EE3B}" destId="{DB21B627-A7B6-4D2A-BF83-D846298B1213}" srcOrd="3" destOrd="0" presId="urn:microsoft.com/office/officeart/2005/8/layout/process1"/>
    <dgm:cxn modelId="{F56ACF3A-8D8A-4734-877F-566644FE7BD8}" type="presParOf" srcId="{DB21B627-A7B6-4D2A-BF83-D846298B1213}" destId="{E3D05041-BB5B-4128-85B4-07E291E8FDD4}" srcOrd="0" destOrd="0" presId="urn:microsoft.com/office/officeart/2005/8/layout/process1"/>
    <dgm:cxn modelId="{EE8B053F-0D22-4F5C-BAFC-45CF4DB0C76E}" type="presParOf" srcId="{AB48C33F-65FA-47C9-9A68-1E634E03EE3B}" destId="{81C6D976-C479-46CD-8C08-FA27E2A7046F}" srcOrd="4" destOrd="0" presId="urn:microsoft.com/office/officeart/2005/8/layout/process1"/>
    <dgm:cxn modelId="{4AA5C7B1-9670-46E4-B77B-9E49C3516459}" type="presParOf" srcId="{AB48C33F-65FA-47C9-9A68-1E634E03EE3B}" destId="{2C9FB9C4-69F6-4086-B6F3-424A45B8AE7E}" srcOrd="5" destOrd="0" presId="urn:microsoft.com/office/officeart/2005/8/layout/process1"/>
    <dgm:cxn modelId="{A545FFB9-7605-4539-B4CD-B693D354D80A}" type="presParOf" srcId="{2C9FB9C4-69F6-4086-B6F3-424A45B8AE7E}" destId="{E421788A-4ABB-48C6-9526-38D00451FFBE}" srcOrd="0" destOrd="0" presId="urn:microsoft.com/office/officeart/2005/8/layout/process1"/>
    <dgm:cxn modelId="{2B5FE370-46B7-4A7C-B46C-D2375842E697}" type="presParOf" srcId="{AB48C33F-65FA-47C9-9A68-1E634E03EE3B}" destId="{53315C3F-A93F-4F42-8CAC-15D703D47BD1}" srcOrd="6" destOrd="0" presId="urn:microsoft.com/office/officeart/2005/8/layout/process1"/>
    <dgm:cxn modelId="{80DBB523-DF81-40D2-81DC-5587F316DA07}" type="presParOf" srcId="{AB48C33F-65FA-47C9-9A68-1E634E03EE3B}" destId="{2D007200-5267-4EC9-835A-5F478224D1D4}" srcOrd="7" destOrd="0" presId="urn:microsoft.com/office/officeart/2005/8/layout/process1"/>
    <dgm:cxn modelId="{F8EF5C87-FD21-4FD6-9ADD-62E52059ACC8}" type="presParOf" srcId="{2D007200-5267-4EC9-835A-5F478224D1D4}" destId="{7D85429E-FCD2-4605-A72E-E095DA264CD6}" srcOrd="0" destOrd="0" presId="urn:microsoft.com/office/officeart/2005/8/layout/process1"/>
    <dgm:cxn modelId="{D586421D-919D-4809-8F4E-592A53884574}" type="presParOf" srcId="{AB48C33F-65FA-47C9-9A68-1E634E03EE3B}" destId="{B9564563-A5AF-437F-A99D-578A9422828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11C18-0549-4116-902F-1782D47A5A4D}">
      <dsp:nvSpPr>
        <dsp:cNvPr id="0" name=""/>
        <dsp:cNvSpPr/>
      </dsp:nvSpPr>
      <dsp:spPr>
        <a:xfrm>
          <a:off x="6536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El cliente hace una solicitud HTTP (</a:t>
          </a:r>
          <a:r>
            <a:rPr lang="es-ES" sz="1700" b="0" i="0" kern="1200" dirty="0" err="1">
              <a:solidFill>
                <a:schemeClr val="accent6">
                  <a:lumMod val="50000"/>
                </a:schemeClr>
              </a:solidFill>
            </a:rPr>
            <a:t>p. ej.</a:t>
          </a: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: GET /Productos)</a:t>
          </a:r>
          <a:endParaRPr lang="es-419" sz="17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3430" y="1586180"/>
        <a:ext cx="1912609" cy="1828703"/>
      </dsp:txXfrm>
    </dsp:sp>
    <dsp:sp modelId="{3D39BC16-8CD1-4B86-8BF6-D71B64550635}">
      <dsp:nvSpPr>
        <dsp:cNvPr id="0" name=""/>
        <dsp:cNvSpPr/>
      </dsp:nvSpPr>
      <dsp:spPr>
        <a:xfrm>
          <a:off x="2235573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2235573" y="2349768"/>
        <a:ext cx="300717" cy="301528"/>
      </dsp:txXfrm>
    </dsp:sp>
    <dsp:sp modelId="{08F5524E-DB20-483F-B96A-79627CA4509C}">
      <dsp:nvSpPr>
        <dsp:cNvPr id="0" name=""/>
        <dsp:cNvSpPr/>
      </dsp:nvSpPr>
      <dsp:spPr>
        <a:xfrm>
          <a:off x="2843493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>
              <a:solidFill>
                <a:schemeClr val="accent6">
                  <a:lumMod val="50000"/>
                </a:schemeClr>
              </a:solidFill>
            </a:rPr>
            <a:t>El enrutamiento de ASP.NET Core dirige la solicitud al controlador y la acción</a:t>
          </a:r>
        </a:p>
      </dsp:txBody>
      <dsp:txXfrm>
        <a:off x="2900387" y="1586180"/>
        <a:ext cx="1912609" cy="1828703"/>
      </dsp:txXfrm>
    </dsp:sp>
    <dsp:sp modelId="{DB21B627-A7B6-4D2A-BF83-D846298B1213}">
      <dsp:nvSpPr>
        <dsp:cNvPr id="0" name=""/>
        <dsp:cNvSpPr/>
      </dsp:nvSpPr>
      <dsp:spPr>
        <a:xfrm>
          <a:off x="5072530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26623"/>
            <a:satOff val="-5058"/>
            <a:lumOff val="117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5072530" y="2349768"/>
        <a:ext cx="300717" cy="301528"/>
      </dsp:txXfrm>
    </dsp:sp>
    <dsp:sp modelId="{81C6D976-C479-46CD-8C08-FA27E2A7046F}">
      <dsp:nvSpPr>
        <dsp:cNvPr id="0" name=""/>
        <dsp:cNvSpPr/>
      </dsp:nvSpPr>
      <dsp:spPr>
        <a:xfrm>
          <a:off x="5680449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419" sz="1700" b="0" i="0" kern="1200">
              <a:solidFill>
                <a:schemeClr val="accent6">
                  <a:lumMod val="50000"/>
                </a:schemeClr>
              </a:solidFill>
            </a:rPr>
            <a:t>El controlador: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s-ES" sz="1300" b="0" i="0" kern="1200" dirty="0">
              <a:solidFill>
                <a:schemeClr val="accent6">
                  <a:lumMod val="50000"/>
                </a:schemeClr>
              </a:solidFill>
            </a:rPr>
            <a:t>Recibe y valida los datos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s-ES" sz="1300" b="0" i="0" kern="1200" dirty="0">
              <a:solidFill>
                <a:schemeClr val="accent6">
                  <a:lumMod val="50000"/>
                </a:schemeClr>
              </a:solidFill>
            </a:rPr>
            <a:t>Invoca al modelo (servicios/repositorios)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s-419" sz="1300" b="0" i="0" kern="1200" dirty="0">
              <a:solidFill>
                <a:schemeClr val="accent6">
                  <a:lumMod val="50000"/>
                </a:schemeClr>
              </a:solidFill>
            </a:rPr>
            <a:t>Selecciona la vista</a:t>
          </a:r>
        </a:p>
      </dsp:txBody>
      <dsp:txXfrm>
        <a:off x="5737343" y="1586180"/>
        <a:ext cx="1912609" cy="1828703"/>
      </dsp:txXfrm>
    </dsp:sp>
    <dsp:sp modelId="{2C9FB9C4-69F6-4086-B6F3-424A45B8AE7E}">
      <dsp:nvSpPr>
        <dsp:cNvPr id="0" name=""/>
        <dsp:cNvSpPr/>
      </dsp:nvSpPr>
      <dsp:spPr>
        <a:xfrm>
          <a:off x="7909486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53246"/>
            <a:satOff val="-10115"/>
            <a:lumOff val="234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7909486" y="2349768"/>
        <a:ext cx="300717" cy="301528"/>
      </dsp:txXfrm>
    </dsp:sp>
    <dsp:sp modelId="{53315C3F-A93F-4F42-8CAC-15D703D47BD1}">
      <dsp:nvSpPr>
        <dsp:cNvPr id="0" name=""/>
        <dsp:cNvSpPr/>
      </dsp:nvSpPr>
      <dsp:spPr>
        <a:xfrm>
          <a:off x="8517405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La vista Razor se renderiza con los datos recibidos</a:t>
          </a:r>
        </a:p>
      </dsp:txBody>
      <dsp:txXfrm>
        <a:off x="8574299" y="1586180"/>
        <a:ext cx="1912609" cy="1828703"/>
      </dsp:txXfrm>
    </dsp:sp>
    <dsp:sp modelId="{2D007200-5267-4EC9-835A-5F478224D1D4}">
      <dsp:nvSpPr>
        <dsp:cNvPr id="0" name=""/>
        <dsp:cNvSpPr/>
      </dsp:nvSpPr>
      <dsp:spPr>
        <a:xfrm>
          <a:off x="10746442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10746442" y="2349768"/>
        <a:ext cx="300717" cy="301528"/>
      </dsp:txXfrm>
    </dsp:sp>
    <dsp:sp modelId="{B9564563-A5AF-437F-A99D-578A94228280}">
      <dsp:nvSpPr>
        <dsp:cNvPr id="0" name=""/>
        <dsp:cNvSpPr/>
      </dsp:nvSpPr>
      <dsp:spPr>
        <a:xfrm>
          <a:off x="11354361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El HTML generado se envía al cliente como respuesta HTTP</a:t>
          </a:r>
        </a:p>
      </dsp:txBody>
      <dsp:txXfrm>
        <a:off x="11411255" y="1586180"/>
        <a:ext cx="1912609" cy="1828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39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8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94092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880178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85379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000560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06" y="1444670"/>
            <a:ext cx="11470954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807" y="3476066"/>
            <a:ext cx="11470952" cy="2860861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343649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13514773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3" y="3491194"/>
            <a:ext cx="7251326" cy="384417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09405" y="3432363"/>
            <a:ext cx="6042772" cy="3903008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1971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637846"/>
            <a:ext cx="11470954" cy="1327871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47992" y="2228521"/>
            <a:ext cx="11470342" cy="4915229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40444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8" y="1606040"/>
            <a:ext cx="12531916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8627" y="3593731"/>
            <a:ext cx="4537638" cy="3565152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340165" y="3608401"/>
            <a:ext cx="3916456" cy="3565152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91944" y="3608401"/>
            <a:ext cx="3578598" cy="35651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26463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2876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648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6444065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4" y="3360084"/>
            <a:ext cx="6444503" cy="3872753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772199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849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3976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6444065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4" y="3360084"/>
            <a:ext cx="6444503" cy="3872753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1366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1418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70453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478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6444065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4" y="3360084"/>
            <a:ext cx="6444503" cy="3872753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2239738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96451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4782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35659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33650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7111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9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6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332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99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666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33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997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66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33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21/09/2026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18455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21/09/2026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921040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21/09/2026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173436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53" indent="0" algn="ctr">
              <a:buNone/>
              <a:defRPr sz="2400"/>
            </a:lvl2pPr>
            <a:lvl3pPr marL="1097306" indent="0" algn="ctr">
              <a:buNone/>
              <a:defRPr sz="2160"/>
            </a:lvl3pPr>
            <a:lvl4pPr marL="1645960" indent="0" algn="ctr">
              <a:buNone/>
              <a:defRPr sz="1920"/>
            </a:lvl4pPr>
            <a:lvl5pPr marL="2194613" indent="0" algn="ctr">
              <a:buNone/>
              <a:defRPr sz="1920"/>
            </a:lvl5pPr>
            <a:lvl6pPr marL="2743266" indent="0" algn="ctr">
              <a:buNone/>
              <a:defRPr sz="1920"/>
            </a:lvl6pPr>
            <a:lvl7pPr marL="3291919" indent="0" algn="ctr">
              <a:buNone/>
              <a:defRPr sz="1920"/>
            </a:lvl7pPr>
            <a:lvl8pPr marL="3840571" indent="0" algn="ctr">
              <a:buNone/>
              <a:defRPr sz="1920"/>
            </a:lvl8pPr>
            <a:lvl9pPr marL="4389224" indent="0" algn="ctr">
              <a:buNone/>
              <a:defRPr sz="192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21/09/2026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1530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3158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235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7820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3126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7925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191" y="5166152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91" y="6246315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0" y="756591"/>
            <a:ext cx="4495666" cy="230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589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0" y="756591"/>
            <a:ext cx="4495666" cy="230686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5" y="5277206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5" y="6357369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46637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668" y="5665376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668" y="6745538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19530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4" y="5710759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4" y="6790921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896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67" y="2587072"/>
            <a:ext cx="4495666" cy="2306860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3" y="5166233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546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879" y="4654798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3879" y="5734960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828799" y="4467497"/>
            <a:ext cx="8566998" cy="105756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60960" tIns="60960" rIns="60960" bIns="60960" anchor="ctr"/>
          <a:lstStyle/>
          <a:p>
            <a:pPr defTabSz="99050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84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2730679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843" y="4374254"/>
            <a:ext cx="3083074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99880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879" y="4654798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3879" y="5734960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828799" y="4467497"/>
            <a:ext cx="8566998" cy="105756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60960" tIns="60960" rIns="60960" bIns="60960" anchor="ctr"/>
          <a:lstStyle/>
          <a:p>
            <a:pPr defTabSz="99050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84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2730679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662" y="4378049"/>
            <a:ext cx="3083074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72335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5" y="5277206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5" y="6357369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3036425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146" y="3864681"/>
            <a:ext cx="3083074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96246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5" y="5277206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5" y="6357369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3036425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146" y="3872183"/>
            <a:ext cx="3083074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13288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7" y="1877021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7" y="2957183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3148534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93" y="581730"/>
            <a:ext cx="3083074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80349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7" y="1877021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7" y="2957183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3148534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93" y="581730"/>
            <a:ext cx="3083074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3241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4" y="4966000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4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3077194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43" y="6575677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9924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4" y="4966000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4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3077194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43" y="6575677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3877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879" y="4654798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3879" y="5734960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 userDrawn="1"/>
        </p:nvSpPr>
        <p:spPr>
          <a:xfrm>
            <a:off x="1828799" y="4467497"/>
            <a:ext cx="8566998" cy="105756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60960" tIns="60960" rIns="60960" bIns="60960" anchor="ctr"/>
          <a:lstStyle/>
          <a:p>
            <a:pPr defTabSz="99050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84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3240257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7989" y="4467496"/>
            <a:ext cx="3043282" cy="10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2873362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5" y="5277206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5" y="6357369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770" y="2922529"/>
            <a:ext cx="3936450" cy="201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25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2832593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7" y="1859227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7" y="2939389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46" y="657810"/>
            <a:ext cx="3043284" cy="106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46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606647" y="7622266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3097577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4" y="4966000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4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15" y="6593034"/>
            <a:ext cx="2666376" cy="13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37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 userDrawn="1"/>
        </p:nvSpPr>
        <p:spPr>
          <a:xfrm>
            <a:off x="3946286" y="0"/>
            <a:ext cx="10684114" cy="82296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06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19" y="7634482"/>
            <a:ext cx="2954897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5" y="5277206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5" y="6357369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effectLst/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770" y="3104847"/>
            <a:ext cx="3936450" cy="201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99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 userDrawn="1"/>
        </p:nvSpPr>
        <p:spPr>
          <a:xfrm flipH="1">
            <a:off x="0" y="0"/>
            <a:ext cx="10684114" cy="82296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06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20" y="7634482"/>
            <a:ext cx="3043283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46" y="657810"/>
            <a:ext cx="3043284" cy="1061393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7" y="1877021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7" y="2957183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9889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 userDrawn="1"/>
        </p:nvSpPr>
        <p:spPr>
          <a:xfrm rot="16200000" flipH="1">
            <a:off x="5087755" y="-1313044"/>
            <a:ext cx="4454892" cy="146304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06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503763" y="7634482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1101173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67518" y="7634482"/>
            <a:ext cx="2802019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4" y="4966000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4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590" indent="0" algn="ctr">
              <a:buNone/>
              <a:defRPr sz="2400"/>
            </a:lvl2pPr>
            <a:lvl3pPr marL="1097180" indent="0" algn="ctr">
              <a:buNone/>
              <a:defRPr sz="2160"/>
            </a:lvl3pPr>
            <a:lvl4pPr marL="1645769" indent="0" algn="ctr">
              <a:buNone/>
              <a:defRPr sz="1920"/>
            </a:lvl4pPr>
            <a:lvl5pPr marL="2194360" indent="0" algn="ctr">
              <a:buNone/>
              <a:defRPr sz="1920"/>
            </a:lvl5pPr>
            <a:lvl6pPr marL="2742949" indent="0" algn="ctr">
              <a:buNone/>
              <a:defRPr sz="1920"/>
            </a:lvl6pPr>
            <a:lvl7pPr marL="3291539" indent="0" algn="ctr">
              <a:buNone/>
              <a:defRPr sz="1920"/>
            </a:lvl7pPr>
            <a:lvl8pPr marL="3840127" indent="0" algn="ctr">
              <a:buNone/>
              <a:defRPr sz="1920"/>
            </a:lvl8pPr>
            <a:lvl9pPr marL="4388718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15" y="6593034"/>
            <a:ext cx="2666376" cy="13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8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2" y="1536193"/>
            <a:ext cx="13825626" cy="565882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696706" y="358142"/>
            <a:ext cx="0" cy="750791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388" y="281458"/>
            <a:ext cx="8892944" cy="1030007"/>
          </a:xfrm>
        </p:spPr>
        <p:txBody>
          <a:bodyPr anchor="b">
            <a:noAutofit/>
          </a:bodyPr>
          <a:lstStyle>
            <a:lvl1pPr algn="l"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6148448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2863170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3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9044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2" y="1536193"/>
            <a:ext cx="13825626" cy="565882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696706" y="358142"/>
            <a:ext cx="0" cy="750791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388" y="281458"/>
            <a:ext cx="8892944" cy="1030007"/>
          </a:xfrm>
        </p:spPr>
        <p:txBody>
          <a:bodyPr anchor="b">
            <a:noAutofit/>
          </a:bodyPr>
          <a:lstStyle>
            <a:lvl1pPr algn="l"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6148448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2863170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3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344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2" y="1536193"/>
            <a:ext cx="13825626" cy="56588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696706" y="358142"/>
            <a:ext cx="0" cy="750791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388" y="281458"/>
            <a:ext cx="8892944" cy="1030007"/>
          </a:xfrm>
        </p:spPr>
        <p:txBody>
          <a:bodyPr anchor="b">
            <a:noAutofit/>
          </a:bodyPr>
          <a:lstStyle>
            <a:lvl1pPr algn="l">
              <a:defRPr sz="3812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6148448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2669534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97311" y="345252"/>
            <a:ext cx="2189668" cy="7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88029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6148448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67519" y="7634482"/>
            <a:ext cx="2730685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3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89584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3" y="7560265"/>
            <a:ext cx="1479685" cy="531379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6148448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67519" y="7634482"/>
            <a:ext cx="2730685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3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39103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5" y="760547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 userDrawn="1"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9"/>
            <a:ext cx="1415431" cy="508304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3433782" y="6148448"/>
            <a:ext cx="2128604" cy="2646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 userDrawn="1"/>
        </p:nvSpPr>
        <p:spPr>
          <a:xfrm>
            <a:off x="367517" y="7634482"/>
            <a:ext cx="2659342" cy="438150"/>
          </a:xfrm>
          <a:prstGeom prst="rect">
            <a:avLst/>
          </a:prstGeom>
        </p:spPr>
        <p:txBody>
          <a:bodyPr vert="horz" lIns="96820" tIns="48409" rIns="96820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97311" y="345252"/>
            <a:ext cx="2189668" cy="7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743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190" y="5166151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90" y="6246314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0" y="756590"/>
            <a:ext cx="4495666" cy="23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821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0" y="756590"/>
            <a:ext cx="4495666" cy="2306859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4" y="5277205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4" y="6357368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89390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667" y="5665374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667" y="6745537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83643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3" y="5710757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3" y="6790920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17299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67" y="2587071"/>
            <a:ext cx="4495666" cy="2306859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1" y="5166233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11492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877" y="4654797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3877" y="5734960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828799" y="4467497"/>
            <a:ext cx="8566998" cy="105756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60960" tIns="60960" rIns="60960" bIns="60960" anchor="ctr"/>
          <a:lstStyle/>
          <a:p>
            <a:pPr defTabSz="99054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84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730679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843" y="4374254"/>
            <a:ext cx="3083073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10833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877" y="4654797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3877" y="5734960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828799" y="4467497"/>
            <a:ext cx="8566998" cy="105756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60960" tIns="60960" rIns="60960" bIns="60960" anchor="ctr"/>
          <a:lstStyle/>
          <a:p>
            <a:pPr defTabSz="99054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84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730679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662" y="4378048"/>
            <a:ext cx="3083073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56135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4" y="5277205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4" y="6357368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036425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146" y="3864681"/>
            <a:ext cx="3083073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67120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4" y="5277205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4" y="6357368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036425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146" y="3872182"/>
            <a:ext cx="3083073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98641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6" y="1877020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6" y="2957183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148534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93" y="581730"/>
            <a:ext cx="3083073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84879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6" y="1877020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6" y="2957183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148534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93" y="581730"/>
            <a:ext cx="3083073" cy="12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90054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3" y="4965999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3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077194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43" y="6575677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78591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3" y="4965999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3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077194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43" y="6575677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508"/>
      </p:ext>
    </p:extLst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877" y="4654797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3877" y="5734960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/>
        </p:nvSpPr>
        <p:spPr>
          <a:xfrm>
            <a:off x="1828799" y="4467497"/>
            <a:ext cx="8566998" cy="105756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60960" tIns="60960" rIns="60960" bIns="60960" anchor="ctr"/>
          <a:lstStyle/>
          <a:p>
            <a:pPr defTabSz="99054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84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240257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7988" y="4467496"/>
            <a:ext cx="3043282" cy="10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91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873362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4" y="5277205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4" y="6357368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769" y="2922528"/>
            <a:ext cx="3936450" cy="201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832593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6" y="1859225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6" y="2939388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46" y="657809"/>
            <a:ext cx="3043284" cy="106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17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606646" y="7622265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3097577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3" y="4965999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3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15" y="6593034"/>
            <a:ext cx="2666376" cy="13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52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/>
        </p:nvSpPr>
        <p:spPr>
          <a:xfrm>
            <a:off x="3946286" y="0"/>
            <a:ext cx="10684114" cy="82296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06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8" y="7634482"/>
            <a:ext cx="2954897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944" y="5277205"/>
            <a:ext cx="7491275" cy="1030007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812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944" y="6357368"/>
            <a:ext cx="7491275" cy="438150"/>
          </a:xfrm>
        </p:spPr>
        <p:txBody>
          <a:bodyPr>
            <a:normAutofit/>
          </a:bodyPr>
          <a:lstStyle>
            <a:lvl1pPr marL="0" indent="0" algn="r">
              <a:buNone/>
              <a:defRPr sz="2160">
                <a:effectLst/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769" y="3104846"/>
            <a:ext cx="3936450" cy="201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8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/>
        </p:nvSpPr>
        <p:spPr>
          <a:xfrm flipH="1">
            <a:off x="0" y="0"/>
            <a:ext cx="10684114" cy="82296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06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8" y="7634482"/>
            <a:ext cx="3043283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46" y="657809"/>
            <a:ext cx="3043284" cy="1061393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446" y="1877020"/>
            <a:ext cx="7491275" cy="103000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46" y="2957183"/>
            <a:ext cx="7491275" cy="438150"/>
          </a:xfrm>
        </p:spPr>
        <p:txBody>
          <a:bodyPr>
            <a:normAutofit/>
          </a:bodyPr>
          <a:lstStyle>
            <a:lvl1pPr marL="0" indent="0" algn="l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942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/>
        </p:nvSpPr>
        <p:spPr>
          <a:xfrm rot="16200000" flipH="1">
            <a:off x="5087755" y="-1313045"/>
            <a:ext cx="4454892" cy="146304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06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503762" y="7634482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3433782" y="1101172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802019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563" y="4965999"/>
            <a:ext cx="7491275" cy="103000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9563" y="6046162"/>
            <a:ext cx="7491275" cy="438150"/>
          </a:xfrm>
        </p:spPr>
        <p:txBody>
          <a:bodyPr>
            <a:normAutofit/>
          </a:bodyPr>
          <a:lstStyle>
            <a:lvl1pPr marL="0" indent="0" algn="ctr">
              <a:buNone/>
              <a:defRPr sz="2160">
                <a:latin typeface="Avenir Next" panose="020B0503020202020204" pitchFamily="34" charset="0"/>
              </a:defRPr>
            </a:lvl1pPr>
            <a:lvl2pPr marL="548612" indent="0" algn="ctr">
              <a:buNone/>
              <a:defRPr sz="2400"/>
            </a:lvl2pPr>
            <a:lvl3pPr marL="1097224" indent="0" algn="ctr">
              <a:buNone/>
              <a:defRPr sz="2160"/>
            </a:lvl3pPr>
            <a:lvl4pPr marL="1645835" indent="0" algn="ctr">
              <a:buNone/>
              <a:defRPr sz="1920"/>
            </a:lvl4pPr>
            <a:lvl5pPr marL="2194447" indent="0" algn="ctr">
              <a:buNone/>
              <a:defRPr sz="1920"/>
            </a:lvl5pPr>
            <a:lvl6pPr marL="2743059" indent="0" algn="ctr">
              <a:buNone/>
              <a:defRPr sz="1920"/>
            </a:lvl6pPr>
            <a:lvl7pPr marL="3291670" indent="0" algn="ctr">
              <a:buNone/>
              <a:defRPr sz="1920"/>
            </a:lvl7pPr>
            <a:lvl8pPr marL="3840281" indent="0" algn="ctr">
              <a:buNone/>
              <a:defRPr sz="1920"/>
            </a:lvl8pPr>
            <a:lvl9pPr marL="4388893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15" y="6593034"/>
            <a:ext cx="2666376" cy="13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8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1" y="1536192"/>
            <a:ext cx="13825626" cy="565882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696706" y="358141"/>
            <a:ext cx="0" cy="750791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387" y="281457"/>
            <a:ext cx="8892944" cy="1030007"/>
          </a:xfrm>
        </p:spPr>
        <p:txBody>
          <a:bodyPr anchor="b">
            <a:noAutofit/>
          </a:bodyPr>
          <a:lstStyle>
            <a:lvl1pPr algn="l"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/>
        </p:nvSpPr>
        <p:spPr>
          <a:xfrm rot="16200000">
            <a:off x="13433782" y="6148448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863170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2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098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1" y="1536192"/>
            <a:ext cx="13825626" cy="565882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696706" y="358141"/>
            <a:ext cx="0" cy="750791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387" y="281457"/>
            <a:ext cx="8892944" cy="1030007"/>
          </a:xfrm>
        </p:spPr>
        <p:txBody>
          <a:bodyPr anchor="b">
            <a:noAutofit/>
          </a:bodyPr>
          <a:lstStyle>
            <a:lvl1pPr algn="l">
              <a:defRPr sz="3812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/>
        </p:nvSpPr>
        <p:spPr>
          <a:xfrm rot="16200000">
            <a:off x="13433782" y="6148448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863170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2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201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1" y="1536192"/>
            <a:ext cx="13825626" cy="56588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696706" y="358141"/>
            <a:ext cx="0" cy="750791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387" y="281457"/>
            <a:ext cx="8892944" cy="1030007"/>
          </a:xfrm>
        </p:spPr>
        <p:txBody>
          <a:bodyPr anchor="b">
            <a:noAutofit/>
          </a:bodyPr>
          <a:lstStyle>
            <a:lvl1pPr algn="l">
              <a:defRPr sz="3812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/>
        </p:nvSpPr>
        <p:spPr>
          <a:xfrm rot="16200000">
            <a:off x="13433782" y="6148448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669534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97310" y="345250"/>
            <a:ext cx="2189667" cy="7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1650"/>
      </p:ext>
    </p:extLst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/>
        </p:nvSpPr>
        <p:spPr>
          <a:xfrm rot="16200000">
            <a:off x="13433782" y="6148448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/>
        </p:nvSpPr>
        <p:spPr>
          <a:xfrm>
            <a:off x="367518" y="7634482"/>
            <a:ext cx="2730685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2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88529"/>
      </p:ext>
    </p:extLst>
  </p:cSld>
  <p:clrMapOvr>
    <a:masterClrMapping/>
  </p:clrMapOvr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63012" y="7560265"/>
            <a:ext cx="1479685" cy="531379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/>
        </p:nvSpPr>
        <p:spPr>
          <a:xfrm rot="16200000">
            <a:off x="13433782" y="6148448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7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/>
        </p:nvSpPr>
        <p:spPr>
          <a:xfrm>
            <a:off x="367518" y="7634482"/>
            <a:ext cx="2730685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52" y="270839"/>
            <a:ext cx="2326988" cy="9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44699"/>
      </p:ext>
    </p:extLst>
  </p:cSld>
  <p:clrMapOvr>
    <a:masterClrMapping/>
  </p:clrMapOvr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9024" y="7605474"/>
            <a:ext cx="759121" cy="438150"/>
          </a:xfrm>
        </p:spPr>
        <p:txBody>
          <a:bodyPr/>
          <a:lstStyle>
            <a:lvl1pPr>
              <a:defRPr sz="12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/>
        </p:nvCxnSpPr>
        <p:spPr>
          <a:xfrm>
            <a:off x="12705577" y="7576468"/>
            <a:ext cx="0" cy="496164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6726" y="7564328"/>
            <a:ext cx="1415431" cy="508304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/>
        </p:nvSpPr>
        <p:spPr>
          <a:xfrm rot="16200000">
            <a:off x="13433782" y="6148448"/>
            <a:ext cx="2128604" cy="2646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71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7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/>
        </p:nvSpPr>
        <p:spPr>
          <a:xfrm>
            <a:off x="367517" y="7634482"/>
            <a:ext cx="2659342" cy="438150"/>
          </a:xfrm>
          <a:prstGeom prst="rect">
            <a:avLst/>
          </a:prstGeom>
        </p:spPr>
        <p:txBody>
          <a:bodyPr vert="horz" lIns="96819" tIns="48409" rIns="96819" bIns="48409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16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216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216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97310" y="345250"/>
            <a:ext cx="2189667" cy="7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965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79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275" y="344457"/>
            <a:ext cx="13553147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276" y="2097055"/>
            <a:ext cx="13553147" cy="5002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sldNum="0" hdr="0" ftr="0" dt="0"/>
  <p:txStyles>
    <p:titleStyle>
      <a:lvl1pPr algn="l" defTabSz="1097306" rtl="0" eaLnBrk="1" latinLnBrk="0" hangingPunct="1">
        <a:lnSpc>
          <a:spcPct val="90000"/>
        </a:lnSpc>
        <a:spcBef>
          <a:spcPct val="0"/>
        </a:spcBef>
        <a:buNone/>
        <a:defRPr sz="528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74326" indent="-274326" algn="l" defTabSz="1097306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822979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371632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920287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468939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3017592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245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98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552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53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306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60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13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66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919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571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224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21/09/2026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66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804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</p:sldLayoutIdLst>
  <p:hf hdr="0" ftr="0" dt="0"/>
  <p:txStyles>
    <p:titleStyle>
      <a:lvl1pPr algn="l" defTabSz="1097180" rtl="0" eaLnBrk="1" latinLnBrk="0" hangingPunct="1">
        <a:lnSpc>
          <a:spcPct val="90000"/>
        </a:lnSpc>
        <a:spcBef>
          <a:spcPct val="0"/>
        </a:spcBef>
        <a:buNone/>
        <a:defRPr sz="432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74294" indent="-274294" algn="l" defTabSz="10971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88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822884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371474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920064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468653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3017243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5834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423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013" indent="-274294" algn="l" defTabSz="10971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590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180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769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360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949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539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127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8718" algn="l" defTabSz="10971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21/09/2026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66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031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</p:sldLayoutIdLst>
  <p:hf hdr="0" ftr="0" dt="0"/>
  <p:txStyles>
    <p:titleStyle>
      <a:lvl1pPr algn="l" defTabSz="1097224" rtl="0" eaLnBrk="1" latinLnBrk="0" hangingPunct="1">
        <a:lnSpc>
          <a:spcPct val="90000"/>
        </a:lnSpc>
        <a:spcBef>
          <a:spcPct val="0"/>
        </a:spcBef>
        <a:buNone/>
        <a:defRPr sz="432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74305" indent="-274305" algn="l" defTabSz="1097224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88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822917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371529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920141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468752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3017364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5976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588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199" indent="-274305" algn="l" defTabSz="1097224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2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24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35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447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059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670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281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8893" algn="l" defTabSz="1097224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sar.lopezg@upb.edu.co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B327D79-BB44-4E95-9C78-66D1BA69F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2930" y="4102253"/>
            <a:ext cx="6112691" cy="1902286"/>
          </a:xfrm>
        </p:spPr>
        <p:txBody>
          <a:bodyPr>
            <a:normAutofit/>
          </a:bodyPr>
          <a:lstStyle/>
          <a:p>
            <a:pPr algn="r"/>
            <a:r>
              <a:rPr lang="es-ES" sz="5400" i="1" dirty="0">
                <a:solidFill>
                  <a:schemeClr val="bg1">
                    <a:lumMod val="50000"/>
                  </a:schemeClr>
                </a:solidFill>
              </a:rPr>
              <a:t>Arquitectura </a:t>
            </a:r>
            <a:br>
              <a:rPr lang="es-ES" sz="54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4000" i="1" dirty="0">
                <a:solidFill>
                  <a:schemeClr val="bg1">
                    <a:lumMod val="50000"/>
                  </a:schemeClr>
                </a:solidFill>
              </a:rPr>
              <a:t>Modelo Vista Controlador</a:t>
            </a:r>
            <a:endParaRPr lang="es-ES" sz="5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860B381-63A3-4410-8AFF-671E8ACEF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3456" y="6333593"/>
            <a:ext cx="7182166" cy="161994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s-ES" sz="2000" dirty="0"/>
              <a:t>MSc. César Augusto López Gallego</a:t>
            </a:r>
          </a:p>
          <a:p>
            <a:pPr>
              <a:spcBef>
                <a:spcPts val="0"/>
              </a:spcBef>
            </a:pPr>
            <a:r>
              <a:rPr lang="es-ES" sz="2000" dirty="0"/>
              <a:t>Profesor Facultad Ingeniería en TIC – UPB</a:t>
            </a:r>
          </a:p>
          <a:p>
            <a:pPr>
              <a:spcBef>
                <a:spcPts val="0"/>
              </a:spcBef>
            </a:pPr>
            <a:r>
              <a:rPr lang="es-ES" sz="2000" dirty="0"/>
              <a:t>Coordinador Área de Programación, Computación y Desarrollo de Software</a:t>
            </a:r>
          </a:p>
          <a:p>
            <a:pPr>
              <a:spcBef>
                <a:spcPts val="0"/>
              </a:spcBef>
            </a:pPr>
            <a:r>
              <a:rPr lang="es-ES" sz="2000" dirty="0">
                <a:hlinkClick r:id="rId3"/>
              </a:rPr>
              <a:t>cesar.lopezg@upb.edu.co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78296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1253"/>
            <a:ext cx="110526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Arquitectura</a:t>
            </a:r>
            <a:r>
              <a:rPr lang="en-US" sz="44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MVC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Modelo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308152"/>
            <a:ext cx="397811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Gestiona los datos y las reglas de negocio. Encapsula el estado de la aplicación, valida la información y se comunica con bases de datos, APIs u otras fuentes para consultarla y persistirla. No depende de la vista ni del controlador.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2928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Vista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3308152"/>
            <a:ext cx="397811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Presenta la información al usuario. Es la interfaz de la aplicación: recibe los datos que le entrega el controlador y los muestra con HTML y plantillas Razor (.cshtml). No debe contener lógica de negocio.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2067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3308152"/>
            <a:ext cx="3978116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Coordina el flujo entre modelo y vista. Recibe la solicitud del usuario, invoca al modelo para consultar o modificar datos y decide qué vista devolver con el resultado. Orquesta la interacción, pero delega las reglas de negocio al modelo.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6073" y="525661"/>
            <a:ext cx="5486400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Rol de los Controladores en el Proyecto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223" y="2261473"/>
            <a:ext cx="968454" cy="17358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23190" y="2455069"/>
            <a:ext cx="3352562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Recepción de Solicitudes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423190" y="2873931"/>
            <a:ext cx="6529388" cy="92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Recibe las solicitudes HTTP del usuario (GET, POST, etc.). El sistema de enrutamiento las dirige a un método de acción específico del controlador.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223" y="3997285"/>
            <a:ext cx="968454" cy="17358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3190" y="4190881"/>
            <a:ext cx="2944654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Procesamiento de Solicitudes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423190" y="4609743"/>
            <a:ext cx="6529388" cy="92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Valida los datos de entrada (Model Binding y ModelState) y ejecuta las acciones necesarias para atender la solicitud.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4223" y="5733098"/>
            <a:ext cx="968454" cy="17358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3190" y="5926693"/>
            <a:ext cx="242113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Comunicación y Respuesta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423190" y="6345555"/>
            <a:ext cx="6529388" cy="92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Invoca al modelo o a los servicios para obtener o modificar datos y devuelve un IActionResult: una vista, una redirección o un JSON.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A2AC2C-C0A2-4510-8FDF-C9CEC7DD55C7}"/>
              </a:ext>
            </a:extLst>
          </p:cNvPr>
          <p:cNvSpPr/>
          <p:nvPr/>
        </p:nvSpPr>
        <p:spPr>
          <a:xfrm>
            <a:off x="820271" y="760571"/>
            <a:ext cx="13132306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HTTP y sus </a:t>
            </a:r>
            <a:r>
              <a:rPr lang="en-US" sz="38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Operaciones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55101F-6E41-498B-B782-27DA1FC5F82F}"/>
              </a:ext>
            </a:extLst>
          </p:cNvPr>
          <p:cNvSpPr txBox="1"/>
          <p:nvPr/>
        </p:nvSpPr>
        <p:spPr>
          <a:xfrm>
            <a:off x="820271" y="2050000"/>
            <a:ext cx="10085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(Hypertext Transfer Protocol)</a:t>
            </a:r>
            <a:r>
              <a:rPr lang="es-419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el protocolo de comunicación cliente-servidor de la web. En ASP.NET Core MVC, cada acción responde a métodos HTTP indicados con atributos como [HttpGet] o [HttpPost].</a:t>
            </a:r>
          </a:p>
          <a:p>
            <a:endParaRPr lang="es-419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A54814C-8C8A-487D-B3E3-3CB142581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7982"/>
              </p:ext>
            </p:extLst>
          </p:nvPr>
        </p:nvGraphicFramePr>
        <p:xfrm>
          <a:off x="820271" y="3409110"/>
          <a:ext cx="12617450" cy="3698240"/>
        </p:xfrm>
        <a:graphic>
          <a:graphicData uri="http://schemas.openxmlformats.org/drawingml/2006/table">
            <a:tbl>
              <a:tblPr/>
              <a:tblGrid>
                <a:gridCol w="4690256">
                  <a:extLst>
                    <a:ext uri="{9D8B030D-6E8A-4147-A177-3AD203B41FA5}">
                      <a16:colId xmlns:a16="http://schemas.microsoft.com/office/drawing/2014/main" val="620706994"/>
                    </a:ext>
                  </a:extLst>
                </a:gridCol>
                <a:gridCol w="3963597">
                  <a:extLst>
                    <a:ext uri="{9D8B030D-6E8A-4147-A177-3AD203B41FA5}">
                      <a16:colId xmlns:a16="http://schemas.microsoft.com/office/drawing/2014/main" val="1275702422"/>
                    </a:ext>
                  </a:extLst>
                </a:gridCol>
                <a:gridCol w="3963597">
                  <a:extLst>
                    <a:ext uri="{9D8B030D-6E8A-4147-A177-3AD203B41FA5}">
                      <a16:colId xmlns:a16="http://schemas.microsoft.com/office/drawing/2014/main" val="3070702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419" sz="1600" b="1" dirty="0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Operaciones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419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419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Uso típico en MVC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2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  <a:p>
                      <a:r>
                        <a:rPr lang="es-419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s-419" sz="16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HttpGet</a:t>
                      </a:r>
                      <a:r>
                        <a:rPr lang="es-419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(por defecto si no se indica)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Consulta un recurso sin modificarlo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Mostrar listados, detalles o formularios vacíos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312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s-419" sz="1600" b="0" i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HttpPost</a:t>
                      </a:r>
                      <a:r>
                        <a:rPr lang="es-419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Envía datos para crear o procesar un recurso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Enviar formularios (crear, editar, eliminar)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03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Reemplaza completamente un recurso existente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APIs REST: actualización completa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464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Actualiza parcialmente un recurso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APIs REST: actualizar solo algunos campos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19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 un recurso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APIs REST: eliminar registros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86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a GET pero sin cuerpo de respuesta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Verificar si un recurso existe o cambió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6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OPTIONS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Devuelve los métodos HTTP soportados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Solicitudes previas de CORS en APIs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792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08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5E1548-1C77-4A0C-AB3F-2AA27EDDF7B8}"/>
              </a:ext>
            </a:extLst>
          </p:cNvPr>
          <p:cNvSpPr/>
          <p:nvPr/>
        </p:nvSpPr>
        <p:spPr>
          <a:xfrm>
            <a:off x="820271" y="760571"/>
            <a:ext cx="13132306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Controladores Definidos en el Proyecto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008319-7112-4A31-931D-F2D2E54EE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791" y="4790049"/>
            <a:ext cx="3913695" cy="20859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9C2E78-D83A-4021-9FE2-BC83B559F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791" y="2028873"/>
            <a:ext cx="4435022" cy="16265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0759B4-BDF6-4CDC-985E-B0B2DA695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7586" y="2143578"/>
            <a:ext cx="4435023" cy="11390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C350853-A8EA-40FE-B6F9-C0DEFEA39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7586" y="4946972"/>
            <a:ext cx="4609135" cy="1769908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ED317B8A-1A77-46AF-B05E-26DFF888680E}"/>
              </a:ext>
            </a:extLst>
          </p:cNvPr>
          <p:cNvSpPr/>
          <p:nvPr/>
        </p:nvSpPr>
        <p:spPr>
          <a:xfrm>
            <a:off x="1914290" y="3187074"/>
            <a:ext cx="4924024" cy="543783"/>
          </a:xfrm>
          <a:prstGeom prst="ellipse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C54B388-D8ED-4AA9-865D-CFDAB052B041}"/>
              </a:ext>
            </a:extLst>
          </p:cNvPr>
          <p:cNvSpPr/>
          <p:nvPr/>
        </p:nvSpPr>
        <p:spPr>
          <a:xfrm>
            <a:off x="1653626" y="6444988"/>
            <a:ext cx="4924024" cy="543783"/>
          </a:xfrm>
          <a:prstGeom prst="ellipse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F32A21F-E739-42C7-9C9D-FAEC1E98DA80}"/>
              </a:ext>
            </a:extLst>
          </p:cNvPr>
          <p:cNvSpPr/>
          <p:nvPr/>
        </p:nvSpPr>
        <p:spPr>
          <a:xfrm>
            <a:off x="7315200" y="6201805"/>
            <a:ext cx="4924024" cy="543783"/>
          </a:xfrm>
          <a:prstGeom prst="ellipse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A1C6D1-4BFD-45ED-81DA-063136599C02}"/>
              </a:ext>
            </a:extLst>
          </p:cNvPr>
          <p:cNvSpPr txBox="1"/>
          <p:nvPr/>
        </p:nvSpPr>
        <p:spPr>
          <a:xfrm>
            <a:off x="5641558" y="4094186"/>
            <a:ext cx="2974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HTTP POST</a:t>
            </a:r>
            <a:endParaRPr lang="es-419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5EC8A47-61BF-48A4-92D1-C8739B62D884}"/>
              </a:ext>
            </a:extLst>
          </p:cNvPr>
          <p:cNvCxnSpPr/>
          <p:nvPr/>
        </p:nvCxnSpPr>
        <p:spPr>
          <a:xfrm flipH="1" flipV="1">
            <a:off x="6260123" y="3655437"/>
            <a:ext cx="422032" cy="45936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F5EC714-2B37-4B5D-B6D6-4D2DB248EAC4}"/>
              </a:ext>
            </a:extLst>
          </p:cNvPr>
          <p:cNvCxnSpPr>
            <a:cxnSpLocks/>
          </p:cNvCxnSpPr>
          <p:nvPr/>
        </p:nvCxnSpPr>
        <p:spPr>
          <a:xfrm flipH="1">
            <a:off x="6260123" y="4658584"/>
            <a:ext cx="528543" cy="171098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7944FB8-C064-4A9A-9033-0764CA54D568}"/>
              </a:ext>
            </a:extLst>
          </p:cNvPr>
          <p:cNvCxnSpPr>
            <a:cxnSpLocks/>
          </p:cNvCxnSpPr>
          <p:nvPr/>
        </p:nvCxnSpPr>
        <p:spPr>
          <a:xfrm>
            <a:off x="7300562" y="4490821"/>
            <a:ext cx="164521" cy="171098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009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DC741D-757E-4C9C-8734-BFAB54C45AA7}"/>
              </a:ext>
            </a:extLst>
          </p:cNvPr>
          <p:cNvSpPr/>
          <p:nvPr/>
        </p:nvSpPr>
        <p:spPr>
          <a:xfrm>
            <a:off x="820271" y="760571"/>
            <a:ext cx="13132306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Flujo</a:t>
            </a: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en MVC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EF5767B5-A829-4290-82CD-66D67FB69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0965453"/>
              </p:ext>
            </p:extLst>
          </p:nvPr>
        </p:nvGraphicFramePr>
        <p:xfrm>
          <a:off x="565281" y="1985028"/>
          <a:ext cx="13387296" cy="500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57895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089" y="884634"/>
            <a:ext cx="7713821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Función de las Vistas en el Proyecto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15089" y="2467928"/>
            <a:ext cx="3754755" cy="2826544"/>
          </a:xfrm>
          <a:prstGeom prst="roundRect">
            <a:avLst>
              <a:gd name="adj" fmla="val 303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7021" y="2679859"/>
            <a:ext cx="2719387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Plantilla de Interfaz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27021" y="3121581"/>
            <a:ext cx="3330893" cy="163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Define la estructura y el diseño de la página que ve el usuario. En ASP.NET Core son archivos .cshtml ubicados en /Views/{Controlador}/.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74156" y="2467928"/>
            <a:ext cx="3754755" cy="2826544"/>
          </a:xfrm>
          <a:prstGeom prst="roundRect">
            <a:avLst>
              <a:gd name="adj" fmla="val 303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86087" y="2679859"/>
            <a:ext cx="3294817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Presentación Dinámica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86087" y="3121581"/>
            <a:ext cx="3330893" cy="196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Muestra los datos que recibe del controlador (modelo tipado, ViewBag o ViewData), de modo que un mismo diseño se adapta a cada respuesta.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5089" y="5498783"/>
            <a:ext cx="7713821" cy="1846064"/>
          </a:xfrm>
          <a:prstGeom prst="roundRect">
            <a:avLst>
              <a:gd name="adj" fmla="val 464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7021" y="5710714"/>
            <a:ext cx="35824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Combinación HTML y C#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27021" y="6152436"/>
            <a:ext cx="7289959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Razor mezcla HTML y C# con el símbolo @: @Model.Placa imprime un valor y @foreach recorre colecciones. Los layouts (_Layout.cshtml) y las vistas parciales permiten reutilizar la interfaz.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4322"/>
            <a:ext cx="117857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Integración de los Componentes MVC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6381" y="2406729"/>
            <a:ext cx="31661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Solicitud del Usuario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97148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usuario interactúa con la interfaz (hace clic en un enlace o envía un formulario) y el navegador genera una solicitud HTTP.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37790" y="2588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7790" y="3078599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enrutamiento entrega la solicitud al controlador, que ejecuta la acción correspondiente.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37790" y="4866084"/>
            <a:ext cx="3120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Obtención de Datos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937790" y="5356503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invoca al modelo o a los servicios para consultar o modificar los datos que necesita la respuesta.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3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93790" y="4688919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Renderización de la Vista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93790" y="5533668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elige la vista y le entrega los datos; Razor genera el HTML que se devuelve al usuario.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4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F6A837-8A35-4402-9FF3-8FC6EA0AFC0C}"/>
              </a:ext>
            </a:extLst>
          </p:cNvPr>
          <p:cNvSpPr/>
          <p:nvPr/>
        </p:nvSpPr>
        <p:spPr>
          <a:xfrm>
            <a:off x="715089" y="884634"/>
            <a:ext cx="9985862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r>
              <a:rPr lang="en-US" sz="40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ViewBag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97E61B-B5B7-4612-A19D-FBE47BD9A202}"/>
              </a:ext>
            </a:extLst>
          </p:cNvPr>
          <p:cNvSpPr txBox="1"/>
          <p:nvPr/>
        </p:nvSpPr>
        <p:spPr>
          <a:xfrm>
            <a:off x="715089" y="2308825"/>
            <a:ext cx="1330983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es-419" sz="22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Propiedad de tipo </a:t>
            </a:r>
            <a:r>
              <a:rPr lang="es-419" sz="2200" i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s-419" sz="22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s-419" sz="22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pasar datos del Controlador a la Vista</a:t>
            </a:r>
            <a:r>
              <a:rPr lang="es-419" sz="22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(Razor).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s-419" sz="22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requiere declarar tipos ni propiedades: se asignan al vuelo en la acción y se leen en la vista.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s-419" sz="18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Controlador: </a:t>
            </a:r>
            <a:r>
              <a:rPr lang="es-419" sz="1800" dirty="0">
                <a:solidFill>
                  <a:srgbClr val="C0006F"/>
                </a:solidFill>
                <a:latin typeface="Courier New"/>
                <a:cs typeface="Courier New"/>
              </a:rPr>
              <a:t>ViewBag.Titulo = "Listado de vehículos";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s-419" sz="18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Vista: </a:t>
            </a:r>
            <a:r>
              <a:rPr lang="es-419" sz="1800" dirty="0">
                <a:solidFill>
                  <a:srgbClr val="C0006F"/>
                </a:solidFill>
                <a:latin typeface="Courier New"/>
                <a:cs typeface="Courier New"/>
              </a:rPr>
              <a:t>&lt;h2&gt;@ViewBag.Titulo&lt;/h2&gt;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s-419" sz="22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Útil para datos simples (títulos, mensajes, listas para un dropdown). Como no es tipado, los errores aparecen en ejecución y no en compilación.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s-419" sz="22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Otras formas de pasar datos: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s-419" sz="20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419" sz="20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vista fuertemente tipada; opción recomendada.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s-419" sz="20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ViewData</a:t>
            </a:r>
            <a:r>
              <a:rPr lang="es-419" sz="20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diccionario clave/valor, equivalente a ViewBag.</a:t>
            </a:r>
          </a:p>
          <a:p>
            <a:pPr marL="342900" indent="-342900" algn="l">
              <a:spcAft>
                <a:spcPts val="0"/>
              </a:spcAft>
              <a:buFont typeface="Arial"/>
              <a:buChar char="•"/>
            </a:pPr>
            <a:r>
              <a:rPr lang="es-419" sz="20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TempData</a:t>
            </a:r>
            <a:r>
              <a:rPr lang="es-419" sz="20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conserva datos hasta la siguiente solicitud (útil tras un Redirect).</a:t>
            </a:r>
          </a:p>
        </p:txBody>
      </p:sp>
    </p:spTree>
    <p:extLst>
      <p:ext uri="{BB962C8B-B14F-4D97-AF65-F5344CB8AC3E}">
        <p14:creationId xmlns:p14="http://schemas.microsoft.com/office/powerpoint/2010/main" val="3976031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569" y="756285"/>
            <a:ext cx="11277243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Ventajas del Enfoque Modular de MVC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69" y="1885236"/>
            <a:ext cx="532448" cy="532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020" y="1847969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Separación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91020" y="2308503"/>
            <a:ext cx="12393811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Cada componente tiene una única responsabilidad, lo que facilita desarrollar, probar y mantener el código.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69" y="3325535"/>
            <a:ext cx="532448" cy="5324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1020" y="3288268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Reutilización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491020" y="3748802"/>
            <a:ext cx="12393811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Un mismo modelo o vista parcial puede usarse desde varios controladores, reduciendo la duplicación de código.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569" y="4765834"/>
            <a:ext cx="532448" cy="5324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1020" y="472856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Escalabilidad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491020" y="5189101"/>
            <a:ext cx="12393811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Distintos integrantes pueden trabajar en paralelo sobre modelo, vistas y controladores, y la aplicación crece sin reescribir las demás capas.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1C3E52-4B9D-4F21-A8E6-3D5B9C0F1A77}"/>
              </a:ext>
            </a:extLst>
          </p:cNvPr>
          <p:cNvSpPr/>
          <p:nvPr/>
        </p:nvSpPr>
        <p:spPr>
          <a:xfrm>
            <a:off x="715089" y="884634"/>
            <a:ext cx="9985862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Actividad: del Monolito a ArchiMate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ct 11"/>
          <p:cNvSpPr txBox="1"/>
          <p:nvPr/>
        </p:nvSpPr>
        <p:spPr>
          <a:xfrm>
            <a:off x="715089" y="2050000"/>
            <a:ext cx="13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419" sz="20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Tomen el proyecto MVC y modelen su arquitectura con </a:t>
            </a:r>
            <a:r>
              <a:rPr lang="es-419" sz="20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ArchiMate</a:t>
            </a:r>
            <a:r>
              <a:rPr lang="es-419" sz="20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ubicando los componentes MVC y sus dependencias en cada capa.</a:t>
            </a:r>
          </a:p>
        </p:txBody>
      </p:sp>
      <p:sp>
        <p:nvSpPr>
          <p:cNvPr id="12" name="Act 12"/>
          <p:cNvSpPr txBox="1"/>
          <p:nvPr/>
        </p:nvSpPr>
        <p:spPr>
          <a:xfrm>
            <a:off x="2634200" y="3079022"/>
            <a:ext cx="2300000" cy="1150000"/>
          </a:xfrm>
          <a:prstGeom prst="rect">
            <a:avLst/>
          </a:prstGeom>
          <a:solidFill>
            <a:srgbClr val="FFFFB5"/>
          </a:solidFill>
          <a:ln w="12700">
            <a:solidFill>
              <a:srgbClr val="7F7F7F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419" sz="18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Negocio</a:t>
            </a:r>
          </a:p>
        </p:txBody>
      </p:sp>
      <p:sp>
        <p:nvSpPr>
          <p:cNvPr id="13" name="Act 13"/>
          <p:cNvSpPr txBox="1"/>
          <p:nvPr/>
        </p:nvSpPr>
        <p:spPr>
          <a:xfrm>
            <a:off x="4934200" y="3079022"/>
            <a:ext cx="6000000" cy="1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137160" tIns="137160" rIns="137160" bIns="13716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419" sz="16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Actores, roles, procesos y servicios de negocio que atiende la aplicación (p. ej. Registrar vehículo, Consultar multas).</a:t>
            </a:r>
          </a:p>
        </p:txBody>
      </p:sp>
      <p:sp>
        <p:nvSpPr>
          <p:cNvPr id="14" name="Act 14"/>
          <p:cNvSpPr txBox="1"/>
          <p:nvPr/>
        </p:nvSpPr>
        <p:spPr>
          <a:xfrm>
            <a:off x="2634200" y="4409022"/>
            <a:ext cx="2300000" cy="1150000"/>
          </a:xfrm>
          <a:prstGeom prst="rect">
            <a:avLst/>
          </a:prstGeom>
          <a:solidFill>
            <a:srgbClr val="B5FFFF"/>
          </a:solidFill>
          <a:ln w="12700">
            <a:solidFill>
              <a:srgbClr val="7F7F7F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419" sz="18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Aplicación</a:t>
            </a:r>
          </a:p>
        </p:txBody>
      </p:sp>
      <p:sp>
        <p:nvSpPr>
          <p:cNvPr id="15" name="Act 15"/>
          <p:cNvSpPr txBox="1"/>
          <p:nvPr/>
        </p:nvSpPr>
        <p:spPr>
          <a:xfrm>
            <a:off x="4934200" y="4409022"/>
            <a:ext cx="6000000" cy="1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137160" tIns="137160" rIns="137160" bIns="13716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419" sz="16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monolito como Componente de Aplicación. Dentro: Controladores, Modelo/Servicios y Vistas; interfaces de aplicación (UI web) y objetos de datos.</a:t>
            </a:r>
          </a:p>
        </p:txBody>
      </p:sp>
      <p:sp>
        <p:nvSpPr>
          <p:cNvPr id="16" name="Act 16"/>
          <p:cNvSpPr txBox="1"/>
          <p:nvPr/>
        </p:nvSpPr>
        <p:spPr>
          <a:xfrm>
            <a:off x="2634200" y="5739022"/>
            <a:ext cx="2300000" cy="1150000"/>
          </a:xfrm>
          <a:prstGeom prst="rect">
            <a:avLst/>
          </a:prstGeom>
          <a:solidFill>
            <a:srgbClr val="C9E7B7"/>
          </a:solidFill>
          <a:ln w="12700">
            <a:solidFill>
              <a:srgbClr val="7F7F7F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419" sz="1800" b="1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Tecnología</a:t>
            </a:r>
          </a:p>
        </p:txBody>
      </p:sp>
      <p:sp>
        <p:nvSpPr>
          <p:cNvPr id="17" name="Act 17"/>
          <p:cNvSpPr txBox="1"/>
          <p:nvPr/>
        </p:nvSpPr>
        <p:spPr>
          <a:xfrm>
            <a:off x="4934200" y="5739022"/>
            <a:ext cx="6000000" cy="1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137160" tIns="137160" rIns="137160" bIns="13716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419" sz="1600" dirty="0">
                <a:solidFill>
                  <a:srgbClr val="2339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Nodo o servidor, runtime .NET, base de datos y el artefacto desplegable de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1284735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2DD914-6F1E-A763-66F5-0253B3F3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8167"/>
            <a:fld id="{B453E7C7-8AE5-4AED-AD03-ACF7236A778A}" type="slidenum">
              <a:rPr lang="es-CO">
                <a:solidFill>
                  <a:prstClr val="white">
                    <a:tint val="75000"/>
                  </a:prstClr>
                </a:solidFill>
              </a:rPr>
              <a:pPr defTabSz="968167"/>
              <a:t>12</a:t>
            </a:fld>
            <a:endParaRPr lang="es-CO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C3881-3F12-9FA8-EFFC-8110F1DFE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Sede Central - Medellín</a:t>
            </a:r>
            <a:endParaRPr lang="en-CO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E728B4-3C77-F230-3C31-152CA31A8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41190338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2.xml><?xml version="1.0" encoding="utf-8"?>
<a:theme xmlns:a="http://schemas.openxmlformats.org/drawingml/2006/main" name="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ppt/theme/theme3.xml><?xml version="1.0" encoding="utf-8"?>
<a:theme xmlns:a="http://schemas.openxmlformats.org/drawingml/2006/main" name="1_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1024</Words>
  <Application>Microsoft Office PowerPoint</Application>
  <PresentationFormat>Personalizado</PresentationFormat>
  <Paragraphs>110</Paragraphs>
  <Slides>12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12</vt:i4>
      </vt:variant>
    </vt:vector>
  </HeadingPairs>
  <TitlesOfParts>
    <vt:vector size="26" baseType="lpstr">
      <vt:lpstr>Avenir Next Medium</vt:lpstr>
      <vt:lpstr>Arial</vt:lpstr>
      <vt:lpstr>Arial Nova Light</vt:lpstr>
      <vt:lpstr>Avenir Next</vt:lpstr>
      <vt:lpstr>Arial Narrow</vt:lpstr>
      <vt:lpstr>Times New Roman</vt:lpstr>
      <vt:lpstr>Courier New</vt:lpstr>
      <vt:lpstr>Calibri</vt:lpstr>
      <vt:lpstr>Vice City Sans</vt:lpstr>
      <vt:lpstr>Flama Condensed Light</vt:lpstr>
      <vt:lpstr>Helvetica Neue Medium</vt:lpstr>
      <vt:lpstr>1_Tema de Office</vt:lpstr>
      <vt:lpstr>UPB 2022</vt:lpstr>
      <vt:lpstr>1_UPB 2022</vt:lpstr>
      <vt:lpstr>Arquitectura  Modelo Vista Controlador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Sede Central - Medellín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Augusto Lopez Gallego</cp:lastModifiedBy>
  <cp:revision>3</cp:revision>
  <dcterms:created xsi:type="dcterms:W3CDTF">2025-04-23T23:00:25Z</dcterms:created>
  <dcterms:modified xsi:type="dcterms:W3CDTF">2026-09-21T23:17:08Z</dcterms:modified>
</cp:coreProperties>
</file>