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Override1.xml" ContentType="application/vnd.openxmlformats-officedocument.themeOverr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9" r:id="rId1"/>
  </p:sldMasterIdLst>
  <p:sldIdLst>
    <p:sldId id="265" r:id="rId2"/>
    <p:sldId id="266" r:id="rId3"/>
    <p:sldId id="267" r:id="rId4"/>
    <p:sldId id="268" r:id="rId5"/>
    <p:sldId id="269" r:id="rId6"/>
    <p:sldId id="270" r:id="rId7"/>
    <p:sldId id="272" r:id="rId8"/>
    <p:sldId id="273" r:id="rId9"/>
    <p:sldId id="274" r:id="rId10"/>
    <p:sldId id="275" r:id="rId11"/>
    <p:sldId id="285" r:id="rId12"/>
    <p:sldId id="290" r:id="rId13"/>
    <p:sldId id="286" r:id="rId14"/>
    <p:sldId id="287" r:id="rId15"/>
    <p:sldId id="288" r:id="rId16"/>
    <p:sldId id="289" r:id="rId17"/>
    <p:sldId id="276" r:id="rId18"/>
    <p:sldId id="277" r:id="rId19"/>
    <p:sldId id="278" r:id="rId20"/>
    <p:sldId id="279" r:id="rId21"/>
    <p:sldId id="280" r:id="rId22"/>
    <p:sldId id="281" r:id="rId23"/>
    <p:sldId id="282" r:id="rId24"/>
    <p:sldId id="283" r:id="rId25"/>
    <p:sldId id="284" r:id="rId26"/>
    <p:sldId id="291" r:id="rId27"/>
    <p:sldId id="292" r:id="rId28"/>
    <p:sldId id="293" r:id="rId29"/>
    <p:sldId id="298" r:id="rId30"/>
    <p:sldId id="299" r:id="rId31"/>
    <p:sldId id="294" r:id="rId32"/>
    <p:sldId id="295" r:id="rId33"/>
    <p:sldId id="296" r:id="rId34"/>
    <p:sldId id="297" r:id="rId35"/>
    <p:sldId id="300" r:id="rId36"/>
    <p:sldId id="301" r:id="rId37"/>
    <p:sldId id="302" r:id="rId38"/>
    <p:sldId id="317" r:id="rId39"/>
    <p:sldId id="309" r:id="rId40"/>
    <p:sldId id="315" r:id="rId41"/>
    <p:sldId id="311" r:id="rId42"/>
    <p:sldId id="312" r:id="rId43"/>
    <p:sldId id="313" r:id="rId44"/>
    <p:sldId id="318" r:id="rId45"/>
    <p:sldId id="308" r:id="rId46"/>
    <p:sldId id="316" r:id="rId47"/>
    <p:sldId id="314" r:id="rId48"/>
    <p:sldId id="310" r:id="rId49"/>
    <p:sldId id="303" r:id="rId50"/>
    <p:sldId id="304" r:id="rId51"/>
    <p:sldId id="305" r:id="rId52"/>
    <p:sldId id="306" r:id="rId53"/>
  </p:sldIdLst>
  <p:sldSz cx="12192000" cy="6858000"/>
  <p:notesSz cx="6858000" cy="9144000"/>
  <p:defaultTextStyle>
    <a:defPPr>
      <a:defRPr lang="es-419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8" d="100"/>
          <a:sy n="58" d="100"/>
        </p:scale>
        <p:origin x="89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microsoft.com/office/2016/11/relationships/changesInfo" Target="changesInfos/changesInfo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esar Augusto Lopez Gallego" userId="0dfa9112-9251-4882-b472-cf2dfcee09d1" providerId="ADAL" clId="{56A0F587-BF45-4DEA-93D7-0D23CB0F2874}"/>
    <pc:docChg chg="custSel modSld">
      <pc:chgData name="Cesar Augusto Lopez Gallego" userId="0dfa9112-9251-4882-b472-cf2dfcee09d1" providerId="ADAL" clId="{56A0F587-BF45-4DEA-93D7-0D23CB0F2874}" dt="2025-08-04T20:05:50.195" v="268" actId="14100"/>
      <pc:docMkLst>
        <pc:docMk/>
      </pc:docMkLst>
      <pc:sldChg chg="modSp mod">
        <pc:chgData name="Cesar Augusto Lopez Gallego" userId="0dfa9112-9251-4882-b472-cf2dfcee09d1" providerId="ADAL" clId="{56A0F587-BF45-4DEA-93D7-0D23CB0F2874}" dt="2025-07-29T14:03:21.741" v="14" actId="1076"/>
        <pc:sldMkLst>
          <pc:docMk/>
          <pc:sldMk cId="2599313221" sldId="272"/>
        </pc:sldMkLst>
        <pc:spChg chg="mod">
          <ac:chgData name="Cesar Augusto Lopez Gallego" userId="0dfa9112-9251-4882-b472-cf2dfcee09d1" providerId="ADAL" clId="{56A0F587-BF45-4DEA-93D7-0D23CB0F2874}" dt="2025-07-29T14:02:35.241" v="6" actId="113"/>
          <ac:spMkLst>
            <pc:docMk/>
            <pc:sldMk cId="2599313221" sldId="272"/>
            <ac:spMk id="14" creationId="{925742AF-ABED-6706-5396-D7DA007224AF}"/>
          </ac:spMkLst>
        </pc:spChg>
        <pc:spChg chg="mod">
          <ac:chgData name="Cesar Augusto Lopez Gallego" userId="0dfa9112-9251-4882-b472-cf2dfcee09d1" providerId="ADAL" clId="{56A0F587-BF45-4DEA-93D7-0D23CB0F2874}" dt="2025-07-29T14:03:21.741" v="14" actId="1076"/>
          <ac:spMkLst>
            <pc:docMk/>
            <pc:sldMk cId="2599313221" sldId="272"/>
            <ac:spMk id="19" creationId="{2CA628E7-73FA-34DF-9E83-351C3BD9EA16}"/>
          </ac:spMkLst>
        </pc:spChg>
      </pc:sldChg>
      <pc:sldChg chg="modAnim">
        <pc:chgData name="Cesar Augusto Lopez Gallego" userId="0dfa9112-9251-4882-b472-cf2dfcee09d1" providerId="ADAL" clId="{56A0F587-BF45-4DEA-93D7-0D23CB0F2874}" dt="2025-07-29T14:30:34.437" v="20"/>
        <pc:sldMkLst>
          <pc:docMk/>
          <pc:sldMk cId="2076937284" sldId="297"/>
        </pc:sldMkLst>
      </pc:sldChg>
      <pc:sldChg chg="modSp mod">
        <pc:chgData name="Cesar Augusto Lopez Gallego" userId="0dfa9112-9251-4882-b472-cf2dfcee09d1" providerId="ADAL" clId="{56A0F587-BF45-4DEA-93D7-0D23CB0F2874}" dt="2025-08-04T20:05:50.195" v="268" actId="14100"/>
        <pc:sldMkLst>
          <pc:docMk/>
          <pc:sldMk cId="422681083" sldId="305"/>
        </pc:sldMkLst>
        <pc:spChg chg="mod">
          <ac:chgData name="Cesar Augusto Lopez Gallego" userId="0dfa9112-9251-4882-b472-cf2dfcee09d1" providerId="ADAL" clId="{56A0F587-BF45-4DEA-93D7-0D23CB0F2874}" dt="2025-08-04T20:05:50.195" v="268" actId="14100"/>
          <ac:spMkLst>
            <pc:docMk/>
            <pc:sldMk cId="422681083" sldId="305"/>
            <ac:spMk id="6" creationId="{5C0C99DA-22F6-46E8-BA20-C0B99D54A67D}"/>
          </ac:spMkLst>
        </pc:spChg>
      </pc:sldChg>
      <pc:sldChg chg="delSp modSp mod">
        <pc:chgData name="Cesar Augusto Lopez Gallego" userId="0dfa9112-9251-4882-b472-cf2dfcee09d1" providerId="ADAL" clId="{56A0F587-BF45-4DEA-93D7-0D23CB0F2874}" dt="2025-08-04T20:03:24.970" v="219" actId="20577"/>
        <pc:sldMkLst>
          <pc:docMk/>
          <pc:sldMk cId="565602947" sldId="306"/>
        </pc:sldMkLst>
        <pc:spChg chg="mod">
          <ac:chgData name="Cesar Augusto Lopez Gallego" userId="0dfa9112-9251-4882-b472-cf2dfcee09d1" providerId="ADAL" clId="{56A0F587-BF45-4DEA-93D7-0D23CB0F2874}" dt="2025-08-04T20:03:18.595" v="217" actId="20577"/>
          <ac:spMkLst>
            <pc:docMk/>
            <pc:sldMk cId="565602947" sldId="306"/>
            <ac:spMk id="2" creationId="{67B01726-0EC2-430D-8B81-B1FCF708CAEE}"/>
          </ac:spMkLst>
        </pc:spChg>
        <pc:spChg chg="mod">
          <ac:chgData name="Cesar Augusto Lopez Gallego" userId="0dfa9112-9251-4882-b472-cf2dfcee09d1" providerId="ADAL" clId="{56A0F587-BF45-4DEA-93D7-0D23CB0F2874}" dt="2025-08-04T19:59:22.670" v="118" actId="20577"/>
          <ac:spMkLst>
            <pc:docMk/>
            <pc:sldMk cId="565602947" sldId="306"/>
            <ac:spMk id="5" creationId="{8585E7C0-048A-41D8-9A63-A5A5FC2B82C0}"/>
          </ac:spMkLst>
        </pc:spChg>
        <pc:spChg chg="mod">
          <ac:chgData name="Cesar Augusto Lopez Gallego" userId="0dfa9112-9251-4882-b472-cf2dfcee09d1" providerId="ADAL" clId="{56A0F587-BF45-4DEA-93D7-0D23CB0F2874}" dt="2025-08-04T20:03:24.970" v="219" actId="20577"/>
          <ac:spMkLst>
            <pc:docMk/>
            <pc:sldMk cId="565602947" sldId="306"/>
            <ac:spMk id="7" creationId="{CAA86407-759D-4645-8317-502DA4984741}"/>
          </ac:spMkLst>
        </pc:spChg>
        <pc:spChg chg="mod">
          <ac:chgData name="Cesar Augusto Lopez Gallego" userId="0dfa9112-9251-4882-b472-cf2dfcee09d1" providerId="ADAL" clId="{56A0F587-BF45-4DEA-93D7-0D23CB0F2874}" dt="2025-08-04T20:03:14.993" v="216" actId="20577"/>
          <ac:spMkLst>
            <pc:docMk/>
            <pc:sldMk cId="565602947" sldId="306"/>
            <ac:spMk id="8" creationId="{C736D5E5-4998-49FF-BA2F-F3A1D75F7DDA}"/>
          </ac:spMkLst>
        </pc:spChg>
        <pc:spChg chg="del mod">
          <ac:chgData name="Cesar Augusto Lopez Gallego" userId="0dfa9112-9251-4882-b472-cf2dfcee09d1" providerId="ADAL" clId="{56A0F587-BF45-4DEA-93D7-0D23CB0F2874}" dt="2025-08-04T20:02:10.680" v="209" actId="478"/>
          <ac:spMkLst>
            <pc:docMk/>
            <pc:sldMk cId="565602947" sldId="306"/>
            <ac:spMk id="9" creationId="{E8A5DC4A-427F-43A8-A678-A9475331200A}"/>
          </ac:spMkLst>
        </pc:spChg>
        <pc:cxnChg chg="del">
          <ac:chgData name="Cesar Augusto Lopez Gallego" userId="0dfa9112-9251-4882-b472-cf2dfcee09d1" providerId="ADAL" clId="{56A0F587-BF45-4DEA-93D7-0D23CB0F2874}" dt="2025-08-04T20:00:41.134" v="150" actId="478"/>
          <ac:cxnSpMkLst>
            <pc:docMk/>
            <pc:sldMk cId="565602947" sldId="306"/>
            <ac:cxnSpMk id="10" creationId="{85E5EDE3-B657-43A7-B647-6CFDB5B1D892}"/>
          </ac:cxnSpMkLst>
        </pc:cxnChg>
        <pc:cxnChg chg="del">
          <ac:chgData name="Cesar Augusto Lopez Gallego" userId="0dfa9112-9251-4882-b472-cf2dfcee09d1" providerId="ADAL" clId="{56A0F587-BF45-4DEA-93D7-0D23CB0F2874}" dt="2025-08-04T20:00:41.134" v="150" actId="478"/>
          <ac:cxnSpMkLst>
            <pc:docMk/>
            <pc:sldMk cId="565602947" sldId="306"/>
            <ac:cxnSpMk id="12" creationId="{79F15531-0D4F-4187-859F-A086CF053493}"/>
          </ac:cxnSpMkLst>
        </pc:cxnChg>
        <pc:cxnChg chg="del">
          <ac:chgData name="Cesar Augusto Lopez Gallego" userId="0dfa9112-9251-4882-b472-cf2dfcee09d1" providerId="ADAL" clId="{56A0F587-BF45-4DEA-93D7-0D23CB0F2874}" dt="2025-08-04T20:00:41.134" v="150" actId="478"/>
          <ac:cxnSpMkLst>
            <pc:docMk/>
            <pc:sldMk cId="565602947" sldId="306"/>
            <ac:cxnSpMk id="14" creationId="{E0D1D38F-9E65-42E8-9A14-60336F90447F}"/>
          </ac:cxnSpMkLst>
        </pc:cxnChg>
        <pc:cxnChg chg="del">
          <ac:chgData name="Cesar Augusto Lopez Gallego" userId="0dfa9112-9251-4882-b472-cf2dfcee09d1" providerId="ADAL" clId="{56A0F587-BF45-4DEA-93D7-0D23CB0F2874}" dt="2025-08-04T20:00:41.134" v="150" actId="478"/>
          <ac:cxnSpMkLst>
            <pc:docMk/>
            <pc:sldMk cId="565602947" sldId="306"/>
            <ac:cxnSpMk id="16" creationId="{F47422DF-E3B6-4CD0-B0AA-C5007D0AE918}"/>
          </ac:cxnSpMkLst>
        </pc:cxnChg>
      </pc:sldChg>
    </pc:docChg>
  </pc:docChgLst>
  <pc:docChgLst>
    <pc:chgData name="Cesar Augusto Lopez Gallego" userId="S::cesar.lopezg@upb.edu.co::0dfa9112-9251-4882-b472-cf2dfcee09d1" providerId="AD" clId="Web-{EFE2C955-56F7-1647-698D-BF41715FF3BC}"/>
    <pc:docChg chg="addSld delSld modSld">
      <pc:chgData name="Cesar Augusto Lopez Gallego" userId="S::cesar.lopezg@upb.edu.co::0dfa9112-9251-4882-b472-cf2dfcee09d1" providerId="AD" clId="Web-{EFE2C955-56F7-1647-698D-BF41715FF3BC}" dt="2025-02-04T10:20:47.978" v="279"/>
      <pc:docMkLst>
        <pc:docMk/>
      </pc:docMkLst>
      <pc:sldChg chg="new del">
        <pc:chgData name="Cesar Augusto Lopez Gallego" userId="S::cesar.lopezg@upb.edu.co::0dfa9112-9251-4882-b472-cf2dfcee09d1" providerId="AD" clId="Web-{EFE2C955-56F7-1647-698D-BF41715FF3BC}" dt="2025-02-04T10:11:03.326" v="200"/>
        <pc:sldMkLst>
          <pc:docMk/>
          <pc:sldMk cId="2550444370" sldId="271"/>
        </pc:sldMkLst>
      </pc:sldChg>
      <pc:sldChg chg="addSp delSp modSp add replId">
        <pc:chgData name="Cesar Augusto Lopez Gallego" userId="S::cesar.lopezg@upb.edu.co::0dfa9112-9251-4882-b472-cf2dfcee09d1" providerId="AD" clId="Web-{EFE2C955-56F7-1647-698D-BF41715FF3BC}" dt="2025-02-04T10:20:26.086" v="276"/>
        <pc:sldMkLst>
          <pc:docMk/>
          <pc:sldMk cId="2599313221" sldId="272"/>
        </pc:sldMkLst>
        <pc:spChg chg="add mod">
          <ac:chgData name="Cesar Augusto Lopez Gallego" userId="S::cesar.lopezg@upb.edu.co::0dfa9112-9251-4882-b472-cf2dfcee09d1" providerId="AD" clId="Web-{EFE2C955-56F7-1647-698D-BF41715FF3BC}" dt="2025-02-04T09:58:53.597" v="18" actId="1076"/>
          <ac:spMkLst>
            <pc:docMk/>
            <pc:sldMk cId="2599313221" sldId="272"/>
            <ac:spMk id="2" creationId="{4264552F-C70D-F17F-97AB-2998F8C8B7E6}"/>
          </ac:spMkLst>
        </pc:spChg>
        <pc:spChg chg="mod">
          <ac:chgData name="Cesar Augusto Lopez Gallego" userId="S::cesar.lopezg@upb.edu.co::0dfa9112-9251-4882-b472-cf2dfcee09d1" providerId="AD" clId="Web-{EFE2C955-56F7-1647-698D-BF41715FF3BC}" dt="2025-02-04T09:58:31.222" v="15" actId="20577"/>
          <ac:spMkLst>
            <pc:docMk/>
            <pc:sldMk cId="2599313221" sldId="272"/>
            <ac:spMk id="3" creationId="{3FE85BA0-E030-94C4-DD01-9F85E25DCD02}"/>
          </ac:spMkLst>
        </pc:spChg>
        <pc:spChg chg="mod">
          <ac:chgData name="Cesar Augusto Lopez Gallego" userId="S::cesar.lopezg@upb.edu.co::0dfa9112-9251-4882-b472-cf2dfcee09d1" providerId="AD" clId="Web-{EFE2C955-56F7-1647-698D-BF41715FF3BC}" dt="2025-02-04T09:58:03.857" v="9" actId="20577"/>
          <ac:spMkLst>
            <pc:docMk/>
            <pc:sldMk cId="2599313221" sldId="272"/>
            <ac:spMk id="4" creationId="{719F8599-D9D9-F934-C7C9-661F49156804}"/>
          </ac:spMkLst>
        </pc:spChg>
        <pc:spChg chg="add mod">
          <ac:chgData name="Cesar Augusto Lopez Gallego" userId="S::cesar.lopezg@upb.edu.co::0dfa9112-9251-4882-b472-cf2dfcee09d1" providerId="AD" clId="Web-{EFE2C955-56F7-1647-698D-BF41715FF3BC}" dt="2025-02-04T10:00:24.350" v="36" actId="1076"/>
          <ac:spMkLst>
            <pc:docMk/>
            <pc:sldMk cId="2599313221" sldId="272"/>
            <ac:spMk id="5" creationId="{1BD76655-9281-7E35-BAE6-86642493F1AB}"/>
          </ac:spMkLst>
        </pc:spChg>
        <pc:spChg chg="add mod">
          <ac:chgData name="Cesar Augusto Lopez Gallego" userId="S::cesar.lopezg@upb.edu.co::0dfa9112-9251-4882-b472-cf2dfcee09d1" providerId="AD" clId="Web-{EFE2C955-56F7-1647-698D-BF41715FF3BC}" dt="2025-02-04T10:01:33.212" v="70" actId="20577"/>
          <ac:spMkLst>
            <pc:docMk/>
            <pc:sldMk cId="2599313221" sldId="272"/>
            <ac:spMk id="8" creationId="{347CD71C-2B7C-1C30-5629-E6DEA7DD1569}"/>
          </ac:spMkLst>
        </pc:spChg>
        <pc:spChg chg="add mod">
          <ac:chgData name="Cesar Augusto Lopez Gallego" userId="S::cesar.lopezg@upb.edu.co::0dfa9112-9251-4882-b472-cf2dfcee09d1" providerId="AD" clId="Web-{EFE2C955-56F7-1647-698D-BF41715FF3BC}" dt="2025-02-04T10:07:34.459" v="182" actId="1076"/>
          <ac:spMkLst>
            <pc:docMk/>
            <pc:sldMk cId="2599313221" sldId="272"/>
            <ac:spMk id="9" creationId="{9C0DF005-C2CA-A6B0-921D-3F28C9AECB3B}"/>
          </ac:spMkLst>
        </pc:spChg>
        <pc:spChg chg="add mod">
          <ac:chgData name="Cesar Augusto Lopez Gallego" userId="S::cesar.lopezg@upb.edu.co::0dfa9112-9251-4882-b472-cf2dfcee09d1" providerId="AD" clId="Web-{EFE2C955-56F7-1647-698D-BF41715FF3BC}" dt="2025-02-04T10:08:34.320" v="195" actId="20577"/>
          <ac:spMkLst>
            <pc:docMk/>
            <pc:sldMk cId="2599313221" sldId="272"/>
            <ac:spMk id="14" creationId="{925742AF-ABED-6706-5396-D7DA007224AF}"/>
          </ac:spMkLst>
        </pc:spChg>
        <pc:spChg chg="add mod">
          <ac:chgData name="Cesar Augusto Lopez Gallego" userId="S::cesar.lopezg@upb.edu.co::0dfa9112-9251-4882-b472-cf2dfcee09d1" providerId="AD" clId="Web-{EFE2C955-56F7-1647-698D-BF41715FF3BC}" dt="2025-02-04T10:10:12.964" v="199" actId="1076"/>
          <ac:spMkLst>
            <pc:docMk/>
            <pc:sldMk cId="2599313221" sldId="272"/>
            <ac:spMk id="16" creationId="{0729FF49-CE86-044D-B702-CB8384AE7AB2}"/>
          </ac:spMkLst>
        </pc:spChg>
        <pc:spChg chg="add mod">
          <ac:chgData name="Cesar Augusto Lopez Gallego" userId="S::cesar.lopezg@upb.edu.co::0dfa9112-9251-4882-b472-cf2dfcee09d1" providerId="AD" clId="Web-{EFE2C955-56F7-1647-698D-BF41715FF3BC}" dt="2025-02-04T10:20:22.336" v="275" actId="1076"/>
          <ac:spMkLst>
            <pc:docMk/>
            <pc:sldMk cId="2599313221" sldId="272"/>
            <ac:spMk id="19" creationId="{2CA628E7-73FA-34DF-9E83-351C3BD9EA16}"/>
          </ac:spMkLst>
        </pc:spChg>
      </pc:sldChg>
      <pc:sldChg chg="addSp delSp modSp add replId">
        <pc:chgData name="Cesar Augusto Lopez Gallego" userId="S::cesar.lopezg@upb.edu.co::0dfa9112-9251-4882-b472-cf2dfcee09d1" providerId="AD" clId="Web-{EFE2C955-56F7-1647-698D-BF41715FF3BC}" dt="2025-02-04T10:20:47.978" v="279"/>
        <pc:sldMkLst>
          <pc:docMk/>
          <pc:sldMk cId="730193567" sldId="273"/>
        </pc:sldMkLst>
        <pc:spChg chg="add">
          <ac:chgData name="Cesar Augusto Lopez Gallego" userId="S::cesar.lopezg@upb.edu.co::0dfa9112-9251-4882-b472-cf2dfcee09d1" providerId="AD" clId="Web-{EFE2C955-56F7-1647-698D-BF41715FF3BC}" dt="2025-02-04T10:20:47.978" v="279"/>
          <ac:spMkLst>
            <pc:docMk/>
            <pc:sldMk cId="730193567" sldId="273"/>
            <ac:spMk id="11" creationId="{18A9C16A-28FC-6B38-8ED1-C0E0BB13B7CD}"/>
          </ac:spMkLst>
        </pc:spChg>
        <pc:picChg chg="add mod">
          <ac:chgData name="Cesar Augusto Lopez Gallego" userId="S::cesar.lopezg@upb.edu.co::0dfa9112-9251-4882-b472-cf2dfcee09d1" providerId="AD" clId="Web-{EFE2C955-56F7-1647-698D-BF41715FF3BC}" dt="2025-02-04T10:12:08.189" v="217" actId="14100"/>
          <ac:picMkLst>
            <pc:docMk/>
            <pc:sldMk cId="730193567" sldId="273"/>
            <ac:picMk id="6" creationId="{305F1682-1EAC-B73E-90FD-A95956631CC6}"/>
          </ac:picMkLst>
        </pc:picChg>
        <pc:picChg chg="add mod">
          <ac:chgData name="Cesar Augusto Lopez Gallego" userId="S::cesar.lopezg@upb.edu.co::0dfa9112-9251-4882-b472-cf2dfcee09d1" providerId="AD" clId="Web-{EFE2C955-56F7-1647-698D-BF41715FF3BC}" dt="2025-02-04T10:12:44.127" v="219" actId="1076"/>
          <ac:picMkLst>
            <pc:docMk/>
            <pc:sldMk cId="730193567" sldId="273"/>
            <ac:picMk id="7" creationId="{4E2CD690-EBD7-FBF5-0A66-E31EFECE743E}"/>
          </ac:picMkLst>
        </pc:picChg>
      </pc:sldChg>
      <pc:sldChg chg="addSp delSp modSp add replId">
        <pc:chgData name="Cesar Augusto Lopez Gallego" userId="S::cesar.lopezg@upb.edu.co::0dfa9112-9251-4882-b472-cf2dfcee09d1" providerId="AD" clId="Web-{EFE2C955-56F7-1647-698D-BF41715FF3BC}" dt="2025-02-04T10:17:49.612" v="236" actId="1076"/>
        <pc:sldMkLst>
          <pc:docMk/>
          <pc:sldMk cId="3616282833" sldId="274"/>
        </pc:sldMkLst>
        <pc:picChg chg="add mod">
          <ac:chgData name="Cesar Augusto Lopez Gallego" userId="S::cesar.lopezg@upb.edu.co::0dfa9112-9251-4882-b472-cf2dfcee09d1" providerId="AD" clId="Web-{EFE2C955-56F7-1647-698D-BF41715FF3BC}" dt="2025-02-04T10:14:34.850" v="224" actId="1076"/>
          <ac:picMkLst>
            <pc:docMk/>
            <pc:sldMk cId="3616282833" sldId="274"/>
            <ac:picMk id="2" creationId="{40B48DA5-7644-41EE-C9EB-42502C693B64}"/>
          </ac:picMkLst>
        </pc:picChg>
        <pc:picChg chg="add mod">
          <ac:chgData name="Cesar Augusto Lopez Gallego" userId="S::cesar.lopezg@upb.edu.co::0dfa9112-9251-4882-b472-cf2dfcee09d1" providerId="AD" clId="Web-{EFE2C955-56F7-1647-698D-BF41715FF3BC}" dt="2025-02-04T10:16:00.322" v="229" actId="1076"/>
          <ac:picMkLst>
            <pc:docMk/>
            <pc:sldMk cId="3616282833" sldId="274"/>
            <ac:picMk id="5" creationId="{4AF2D942-1512-304D-409C-CBAE4D54BB6C}"/>
          </ac:picMkLst>
        </pc:picChg>
        <pc:picChg chg="add mod">
          <ac:chgData name="Cesar Augusto Lopez Gallego" userId="S::cesar.lopezg@upb.edu.co::0dfa9112-9251-4882-b472-cf2dfcee09d1" providerId="AD" clId="Web-{EFE2C955-56F7-1647-698D-BF41715FF3BC}" dt="2025-02-04T10:16:53.542" v="232" actId="1076"/>
          <ac:picMkLst>
            <pc:docMk/>
            <pc:sldMk cId="3616282833" sldId="274"/>
            <ac:picMk id="8" creationId="{69771CAB-AB94-382B-DB88-729593D74E0E}"/>
          </ac:picMkLst>
        </pc:picChg>
        <pc:picChg chg="add mod">
          <ac:chgData name="Cesar Augusto Lopez Gallego" userId="S::cesar.lopezg@upb.edu.co::0dfa9112-9251-4882-b472-cf2dfcee09d1" providerId="AD" clId="Web-{EFE2C955-56F7-1647-698D-BF41715FF3BC}" dt="2025-02-04T10:17:49.612" v="236" actId="1076"/>
          <ac:picMkLst>
            <pc:docMk/>
            <pc:sldMk cId="3616282833" sldId="274"/>
            <ac:picMk id="9" creationId="{E1632601-8781-CD02-D6A3-260252042B46}"/>
          </ac:picMkLst>
        </pc:picChg>
      </pc:sldChg>
    </pc:docChg>
  </pc:docChgLst>
  <pc:docChgLst>
    <pc:chgData name="Cesar Augusto Lopez Gallego" userId="0dfa9112-9251-4882-b472-cf2dfcee09d1" providerId="ADAL" clId="{E76EEC50-CA8E-4D38-B414-48051EB13B08}"/>
    <pc:docChg chg="undo redo custSel addSld delSld modSld delMainMaster">
      <pc:chgData name="Cesar Augusto Lopez Gallego" userId="0dfa9112-9251-4882-b472-cf2dfcee09d1" providerId="ADAL" clId="{E76EEC50-CA8E-4D38-B414-48051EB13B08}" dt="2025-02-07T00:50:18.479" v="1700" actId="1076"/>
      <pc:docMkLst>
        <pc:docMk/>
      </pc:docMkLst>
      <pc:sldChg chg="addSp delSp modSp mod">
        <pc:chgData name="Cesar Augusto Lopez Gallego" userId="0dfa9112-9251-4882-b472-cf2dfcee09d1" providerId="ADAL" clId="{E76EEC50-CA8E-4D38-B414-48051EB13B08}" dt="2025-01-27T15:50:50.016" v="131" actId="20577"/>
        <pc:sldMkLst>
          <pc:docMk/>
          <pc:sldMk cId="2704432805" sldId="265"/>
        </pc:sldMkLst>
        <pc:spChg chg="mod">
          <ac:chgData name="Cesar Augusto Lopez Gallego" userId="0dfa9112-9251-4882-b472-cf2dfcee09d1" providerId="ADAL" clId="{E76EEC50-CA8E-4D38-B414-48051EB13B08}" dt="2025-01-27T15:30:13.320" v="23" actId="20577"/>
          <ac:spMkLst>
            <pc:docMk/>
            <pc:sldMk cId="2704432805" sldId="265"/>
            <ac:spMk id="2" creationId="{00000000-0000-0000-0000-000000000000}"/>
          </ac:spMkLst>
        </pc:spChg>
        <pc:spChg chg="add mod">
          <ac:chgData name="Cesar Augusto Lopez Gallego" userId="0dfa9112-9251-4882-b472-cf2dfcee09d1" providerId="ADAL" clId="{E76EEC50-CA8E-4D38-B414-48051EB13B08}" dt="2025-01-27T15:50:50.016" v="131" actId="20577"/>
          <ac:spMkLst>
            <pc:docMk/>
            <pc:sldMk cId="2704432805" sldId="265"/>
            <ac:spMk id="8" creationId="{90F5E75C-64ED-419C-A974-E458FBDA145F}"/>
          </ac:spMkLst>
        </pc:spChg>
        <pc:picChg chg="add mod">
          <ac:chgData name="Cesar Augusto Lopez Gallego" userId="0dfa9112-9251-4882-b472-cf2dfcee09d1" providerId="ADAL" clId="{E76EEC50-CA8E-4D38-B414-48051EB13B08}" dt="2025-01-27T15:31:54.359" v="30" actId="1076"/>
          <ac:picMkLst>
            <pc:docMk/>
            <pc:sldMk cId="2704432805" sldId="265"/>
            <ac:picMk id="6" creationId="{B5C3DF26-E424-46F2-9C50-8A26F4EED0BB}"/>
          </ac:picMkLst>
        </pc:picChg>
      </pc:sldChg>
      <pc:sldChg chg="addSp delSp modSp new mod modClrScheme chgLayout">
        <pc:chgData name="Cesar Augusto Lopez Gallego" userId="0dfa9112-9251-4882-b472-cf2dfcee09d1" providerId="ADAL" clId="{E76EEC50-CA8E-4D38-B414-48051EB13B08}" dt="2025-01-27T15:41:03.647" v="124" actId="1076"/>
        <pc:sldMkLst>
          <pc:docMk/>
          <pc:sldMk cId="1669369887" sldId="266"/>
        </pc:sldMkLst>
        <pc:spChg chg="add mod">
          <ac:chgData name="Cesar Augusto Lopez Gallego" userId="0dfa9112-9251-4882-b472-cf2dfcee09d1" providerId="ADAL" clId="{E76EEC50-CA8E-4D38-B414-48051EB13B08}" dt="2025-01-27T15:41:03.647" v="124" actId="1076"/>
          <ac:spMkLst>
            <pc:docMk/>
            <pc:sldMk cId="1669369887" sldId="266"/>
            <ac:spMk id="8" creationId="{41E1C342-6491-423D-9484-903A268077B8}"/>
          </ac:spMkLst>
        </pc:spChg>
        <pc:spChg chg="add mod">
          <ac:chgData name="Cesar Augusto Lopez Gallego" userId="0dfa9112-9251-4882-b472-cf2dfcee09d1" providerId="ADAL" clId="{E76EEC50-CA8E-4D38-B414-48051EB13B08}" dt="2025-01-27T15:40:58.256" v="123" actId="14100"/>
          <ac:spMkLst>
            <pc:docMk/>
            <pc:sldMk cId="1669369887" sldId="266"/>
            <ac:spMk id="10" creationId="{CD030C2B-D046-4AD9-AD9B-CAC4C6C602BE}"/>
          </ac:spMkLst>
        </pc:spChg>
        <pc:picChg chg="add mod">
          <ac:chgData name="Cesar Augusto Lopez Gallego" userId="0dfa9112-9251-4882-b472-cf2dfcee09d1" providerId="ADAL" clId="{E76EEC50-CA8E-4D38-B414-48051EB13B08}" dt="2025-01-27T15:41:03.647" v="124" actId="1076"/>
          <ac:picMkLst>
            <pc:docMk/>
            <pc:sldMk cId="1669369887" sldId="266"/>
            <ac:picMk id="6" creationId="{081A8320-F94C-4FF7-8B3F-CB4E9E0D6827}"/>
          </ac:picMkLst>
        </pc:picChg>
      </pc:sldChg>
      <pc:sldChg chg="addSp delSp modSp new mod chgLayout">
        <pc:chgData name="Cesar Augusto Lopez Gallego" userId="0dfa9112-9251-4882-b472-cf2dfcee09d1" providerId="ADAL" clId="{E76EEC50-CA8E-4D38-B414-48051EB13B08}" dt="2025-01-27T15:54:10.911" v="187" actId="20577"/>
        <pc:sldMkLst>
          <pc:docMk/>
          <pc:sldMk cId="1629417551" sldId="267"/>
        </pc:sldMkLst>
        <pc:spChg chg="add mod ord">
          <ac:chgData name="Cesar Augusto Lopez Gallego" userId="0dfa9112-9251-4882-b472-cf2dfcee09d1" providerId="ADAL" clId="{E76EEC50-CA8E-4D38-B414-48051EB13B08}" dt="2025-01-27T15:53:32.423" v="172" actId="14100"/>
          <ac:spMkLst>
            <pc:docMk/>
            <pc:sldMk cId="1629417551" sldId="267"/>
            <ac:spMk id="7" creationId="{553E2CAD-00E0-4D6D-9D91-EA35143C49D3}"/>
          </ac:spMkLst>
        </pc:spChg>
        <pc:spChg chg="add mod">
          <ac:chgData name="Cesar Augusto Lopez Gallego" userId="0dfa9112-9251-4882-b472-cf2dfcee09d1" providerId="ADAL" clId="{E76EEC50-CA8E-4D38-B414-48051EB13B08}" dt="2025-01-27T15:54:10.911" v="187" actId="20577"/>
          <ac:spMkLst>
            <pc:docMk/>
            <pc:sldMk cId="1629417551" sldId="267"/>
            <ac:spMk id="8" creationId="{275287BE-DE6E-4B63-BD46-284780839541}"/>
          </ac:spMkLst>
        </pc:spChg>
        <pc:picChg chg="add mod">
          <ac:chgData name="Cesar Augusto Lopez Gallego" userId="0dfa9112-9251-4882-b472-cf2dfcee09d1" providerId="ADAL" clId="{E76EEC50-CA8E-4D38-B414-48051EB13B08}" dt="2025-01-27T15:53:34.191" v="173" actId="1076"/>
          <ac:picMkLst>
            <pc:docMk/>
            <pc:sldMk cId="1629417551" sldId="267"/>
            <ac:picMk id="6" creationId="{2BCDE8BF-10E2-4ABE-B1BC-741D88504698}"/>
          </ac:picMkLst>
        </pc:picChg>
      </pc:sldChg>
      <pc:sldChg chg="addSp modSp new mod">
        <pc:chgData name="Cesar Augusto Lopez Gallego" userId="0dfa9112-9251-4882-b472-cf2dfcee09d1" providerId="ADAL" clId="{E76EEC50-CA8E-4D38-B414-48051EB13B08}" dt="2025-01-27T16:24:55.374" v="706" actId="14100"/>
        <pc:sldMkLst>
          <pc:docMk/>
          <pc:sldMk cId="287716830" sldId="268"/>
        </pc:sldMkLst>
        <pc:spChg chg="mod">
          <ac:chgData name="Cesar Augusto Lopez Gallego" userId="0dfa9112-9251-4882-b472-cf2dfcee09d1" providerId="ADAL" clId="{E76EEC50-CA8E-4D38-B414-48051EB13B08}" dt="2025-01-27T15:57:35.566" v="287" actId="1076"/>
          <ac:spMkLst>
            <pc:docMk/>
            <pc:sldMk cId="287716830" sldId="268"/>
            <ac:spMk id="2" creationId="{F929CEEA-2ED9-4141-8DAF-DEC72F13F5EA}"/>
          </ac:spMkLst>
        </pc:spChg>
        <pc:spChg chg="add mod">
          <ac:chgData name="Cesar Augusto Lopez Gallego" userId="0dfa9112-9251-4882-b472-cf2dfcee09d1" providerId="ADAL" clId="{E76EEC50-CA8E-4D38-B414-48051EB13B08}" dt="2025-01-27T15:57:35.566" v="287" actId="1076"/>
          <ac:spMkLst>
            <pc:docMk/>
            <pc:sldMk cId="287716830" sldId="268"/>
            <ac:spMk id="3" creationId="{7D2EDB7B-2E85-465A-A20E-5A0F55258EE0}"/>
          </ac:spMkLst>
        </pc:spChg>
        <pc:spChg chg="add mod">
          <ac:chgData name="Cesar Augusto Lopez Gallego" userId="0dfa9112-9251-4882-b472-cf2dfcee09d1" providerId="ADAL" clId="{E76EEC50-CA8E-4D38-B414-48051EB13B08}" dt="2025-01-27T16:24:55.374" v="706" actId="14100"/>
          <ac:spMkLst>
            <pc:docMk/>
            <pc:sldMk cId="287716830" sldId="268"/>
            <ac:spMk id="5" creationId="{0B179496-F605-4C1A-9DC9-4BBE21ECF8E5}"/>
          </ac:spMkLst>
        </pc:spChg>
        <pc:spChg chg="add mod">
          <ac:chgData name="Cesar Augusto Lopez Gallego" userId="0dfa9112-9251-4882-b472-cf2dfcee09d1" providerId="ADAL" clId="{E76EEC50-CA8E-4D38-B414-48051EB13B08}" dt="2025-01-27T16:06:50.558" v="409" actId="1076"/>
          <ac:spMkLst>
            <pc:docMk/>
            <pc:sldMk cId="287716830" sldId="268"/>
            <ac:spMk id="6" creationId="{43334245-F80D-43F8-B42D-CB179D54899B}"/>
          </ac:spMkLst>
        </pc:spChg>
        <pc:spChg chg="add mod">
          <ac:chgData name="Cesar Augusto Lopez Gallego" userId="0dfa9112-9251-4882-b472-cf2dfcee09d1" providerId="ADAL" clId="{E76EEC50-CA8E-4D38-B414-48051EB13B08}" dt="2025-01-27T16:08:12.581" v="443" actId="1076"/>
          <ac:spMkLst>
            <pc:docMk/>
            <pc:sldMk cId="287716830" sldId="268"/>
            <ac:spMk id="8" creationId="{70937AAE-2C07-49FE-9C2A-420B33A286D9}"/>
          </ac:spMkLst>
        </pc:spChg>
        <pc:spChg chg="add mod">
          <ac:chgData name="Cesar Augusto Lopez Gallego" userId="0dfa9112-9251-4882-b472-cf2dfcee09d1" providerId="ADAL" clId="{E76EEC50-CA8E-4D38-B414-48051EB13B08}" dt="2025-01-27T16:08:12.581" v="443" actId="1076"/>
          <ac:spMkLst>
            <pc:docMk/>
            <pc:sldMk cId="287716830" sldId="268"/>
            <ac:spMk id="10" creationId="{1823501E-C0E7-4075-9D68-8785177C3C71}"/>
          </ac:spMkLst>
        </pc:spChg>
        <pc:spChg chg="add mod">
          <ac:chgData name="Cesar Augusto Lopez Gallego" userId="0dfa9112-9251-4882-b472-cf2dfcee09d1" providerId="ADAL" clId="{E76EEC50-CA8E-4D38-B414-48051EB13B08}" dt="2025-01-27T16:08:12.581" v="443" actId="1076"/>
          <ac:spMkLst>
            <pc:docMk/>
            <pc:sldMk cId="287716830" sldId="268"/>
            <ac:spMk id="12" creationId="{076921D7-897A-431D-A24D-E1BB6F478365}"/>
          </ac:spMkLst>
        </pc:spChg>
        <pc:spChg chg="add mod">
          <ac:chgData name="Cesar Augusto Lopez Gallego" userId="0dfa9112-9251-4882-b472-cf2dfcee09d1" providerId="ADAL" clId="{E76EEC50-CA8E-4D38-B414-48051EB13B08}" dt="2025-01-27T16:07:37.078" v="420" actId="14100"/>
          <ac:spMkLst>
            <pc:docMk/>
            <pc:sldMk cId="287716830" sldId="268"/>
            <ac:spMk id="13" creationId="{CF5E9F7B-DB6B-4F50-A920-713BAF772F6B}"/>
          </ac:spMkLst>
        </pc:spChg>
        <pc:spChg chg="add mod">
          <ac:chgData name="Cesar Augusto Lopez Gallego" userId="0dfa9112-9251-4882-b472-cf2dfcee09d1" providerId="ADAL" clId="{E76EEC50-CA8E-4D38-B414-48051EB13B08}" dt="2025-01-27T16:08:30.358" v="451" actId="20577"/>
          <ac:spMkLst>
            <pc:docMk/>
            <pc:sldMk cId="287716830" sldId="268"/>
            <ac:spMk id="14" creationId="{3F678C55-AD32-4862-913D-AB06F49EC5C8}"/>
          </ac:spMkLst>
        </pc:spChg>
      </pc:sldChg>
      <pc:sldChg chg="addSp delSp modSp new mod">
        <pc:chgData name="Cesar Augusto Lopez Gallego" userId="0dfa9112-9251-4882-b472-cf2dfcee09d1" providerId="ADAL" clId="{E76EEC50-CA8E-4D38-B414-48051EB13B08}" dt="2025-01-27T16:34:13.019" v="896" actId="1076"/>
        <pc:sldMkLst>
          <pc:docMk/>
          <pc:sldMk cId="235143144" sldId="269"/>
        </pc:sldMkLst>
        <pc:spChg chg="add mod">
          <ac:chgData name="Cesar Augusto Lopez Gallego" userId="0dfa9112-9251-4882-b472-cf2dfcee09d1" providerId="ADAL" clId="{E76EEC50-CA8E-4D38-B414-48051EB13B08}" dt="2025-01-27T16:30:39.204" v="853" actId="1076"/>
          <ac:spMkLst>
            <pc:docMk/>
            <pc:sldMk cId="235143144" sldId="269"/>
            <ac:spMk id="3" creationId="{FF759416-789C-41AF-B3C1-D21A97CD2D26}"/>
          </ac:spMkLst>
        </pc:spChg>
        <pc:spChg chg="add mod">
          <ac:chgData name="Cesar Augusto Lopez Gallego" userId="0dfa9112-9251-4882-b472-cf2dfcee09d1" providerId="ADAL" clId="{E76EEC50-CA8E-4D38-B414-48051EB13B08}" dt="2025-01-27T16:21:33.781" v="456" actId="1076"/>
          <ac:spMkLst>
            <pc:docMk/>
            <pc:sldMk cId="235143144" sldId="269"/>
            <ac:spMk id="4" creationId="{849016C5-0A12-46E4-A896-9A0203BA3492}"/>
          </ac:spMkLst>
        </pc:spChg>
        <pc:spChg chg="add mod">
          <ac:chgData name="Cesar Augusto Lopez Gallego" userId="0dfa9112-9251-4882-b472-cf2dfcee09d1" providerId="ADAL" clId="{E76EEC50-CA8E-4D38-B414-48051EB13B08}" dt="2025-01-27T16:30:04.891" v="846" actId="1076"/>
          <ac:spMkLst>
            <pc:docMk/>
            <pc:sldMk cId="235143144" sldId="269"/>
            <ac:spMk id="7" creationId="{B2B8BA4F-963F-44E8-B51D-8AF015434F1E}"/>
          </ac:spMkLst>
        </pc:spChg>
        <pc:spChg chg="add mod">
          <ac:chgData name="Cesar Augusto Lopez Gallego" userId="0dfa9112-9251-4882-b472-cf2dfcee09d1" providerId="ADAL" clId="{E76EEC50-CA8E-4D38-B414-48051EB13B08}" dt="2025-01-27T16:30:13.067" v="849" actId="1076"/>
          <ac:spMkLst>
            <pc:docMk/>
            <pc:sldMk cId="235143144" sldId="269"/>
            <ac:spMk id="8" creationId="{FAB114ED-CF43-4A16-89CA-B33DFA90A2FF}"/>
          </ac:spMkLst>
        </pc:spChg>
        <pc:spChg chg="add mod">
          <ac:chgData name="Cesar Augusto Lopez Gallego" userId="0dfa9112-9251-4882-b472-cf2dfcee09d1" providerId="ADAL" clId="{E76EEC50-CA8E-4D38-B414-48051EB13B08}" dt="2025-01-27T16:31:00.540" v="864" actId="20577"/>
          <ac:spMkLst>
            <pc:docMk/>
            <pc:sldMk cId="235143144" sldId="269"/>
            <ac:spMk id="14" creationId="{BAF4BD86-6E08-4D44-B414-4251F6842F85}"/>
          </ac:spMkLst>
        </pc:spChg>
        <pc:spChg chg="add mod">
          <ac:chgData name="Cesar Augusto Lopez Gallego" userId="0dfa9112-9251-4882-b472-cf2dfcee09d1" providerId="ADAL" clId="{E76EEC50-CA8E-4D38-B414-48051EB13B08}" dt="2025-01-27T16:34:13.019" v="896" actId="1076"/>
          <ac:spMkLst>
            <pc:docMk/>
            <pc:sldMk cId="235143144" sldId="269"/>
            <ac:spMk id="20" creationId="{1D2B5E19-C601-418B-A5C7-CE957AE3EE64}"/>
          </ac:spMkLst>
        </pc:spChg>
        <pc:picChg chg="add mod">
          <ac:chgData name="Cesar Augusto Lopez Gallego" userId="0dfa9112-9251-4882-b472-cf2dfcee09d1" providerId="ADAL" clId="{E76EEC50-CA8E-4D38-B414-48051EB13B08}" dt="2025-01-27T16:30:45.219" v="854" actId="1076"/>
          <ac:picMkLst>
            <pc:docMk/>
            <pc:sldMk cId="235143144" sldId="269"/>
            <ac:picMk id="6" creationId="{F55B02A3-198E-4651-A2D4-9DCE4FDAB30E}"/>
          </ac:picMkLst>
        </pc:picChg>
        <pc:picChg chg="add mod">
          <ac:chgData name="Cesar Augusto Lopez Gallego" userId="0dfa9112-9251-4882-b472-cf2dfcee09d1" providerId="ADAL" clId="{E76EEC50-CA8E-4D38-B414-48051EB13B08}" dt="2025-01-27T16:30:21.171" v="851" actId="1076"/>
          <ac:picMkLst>
            <pc:docMk/>
            <pc:sldMk cId="235143144" sldId="269"/>
            <ac:picMk id="16" creationId="{75851B80-511A-468F-86F7-91EDD1ACDB9F}"/>
          </ac:picMkLst>
        </pc:picChg>
        <pc:cxnChg chg="add mod">
          <ac:chgData name="Cesar Augusto Lopez Gallego" userId="0dfa9112-9251-4882-b472-cf2dfcee09d1" providerId="ADAL" clId="{E76EEC50-CA8E-4D38-B414-48051EB13B08}" dt="2025-01-27T16:30:10.244" v="848" actId="1076"/>
          <ac:cxnSpMkLst>
            <pc:docMk/>
            <pc:sldMk cId="235143144" sldId="269"/>
            <ac:cxnSpMk id="10" creationId="{5E0B1712-6333-4424-A737-F8255D5ADD16}"/>
          </ac:cxnSpMkLst>
        </pc:cxnChg>
        <pc:cxnChg chg="add mod">
          <ac:chgData name="Cesar Augusto Lopez Gallego" userId="0dfa9112-9251-4882-b472-cf2dfcee09d1" providerId="ADAL" clId="{E76EEC50-CA8E-4D38-B414-48051EB13B08}" dt="2025-01-27T16:30:07.315" v="847" actId="14100"/>
          <ac:cxnSpMkLst>
            <pc:docMk/>
            <pc:sldMk cId="235143144" sldId="269"/>
            <ac:cxnSpMk id="12" creationId="{1FE8756A-A742-4FCA-9CD4-B550AE2F485C}"/>
          </ac:cxnSpMkLst>
        </pc:cxnChg>
      </pc:sldChg>
      <pc:sldChg chg="addSp delSp modSp new mod">
        <pc:chgData name="Cesar Augusto Lopez Gallego" userId="0dfa9112-9251-4882-b472-cf2dfcee09d1" providerId="ADAL" clId="{E76EEC50-CA8E-4D38-B414-48051EB13B08}" dt="2025-01-27T18:49:14.138" v="1128" actId="1076"/>
        <pc:sldMkLst>
          <pc:docMk/>
          <pc:sldMk cId="2968762198" sldId="270"/>
        </pc:sldMkLst>
        <pc:spChg chg="add mod">
          <ac:chgData name="Cesar Augusto Lopez Gallego" userId="0dfa9112-9251-4882-b472-cf2dfcee09d1" providerId="ADAL" clId="{E76EEC50-CA8E-4D38-B414-48051EB13B08}" dt="2025-01-27T16:46:01.379" v="1094" actId="1076"/>
          <ac:spMkLst>
            <pc:docMk/>
            <pc:sldMk cId="2968762198" sldId="270"/>
            <ac:spMk id="3" creationId="{06473300-D4F8-4D09-A8C6-314D7A0BBBF7}"/>
          </ac:spMkLst>
        </pc:spChg>
        <pc:spChg chg="add mod">
          <ac:chgData name="Cesar Augusto Lopez Gallego" userId="0dfa9112-9251-4882-b472-cf2dfcee09d1" providerId="ADAL" clId="{E76EEC50-CA8E-4D38-B414-48051EB13B08}" dt="2025-01-27T16:46:01.379" v="1094" actId="1076"/>
          <ac:spMkLst>
            <pc:docMk/>
            <pc:sldMk cId="2968762198" sldId="270"/>
            <ac:spMk id="4" creationId="{A7C243DA-29A0-4505-8A6C-2A5E9BECEA58}"/>
          </ac:spMkLst>
        </pc:spChg>
        <pc:spChg chg="add mod">
          <ac:chgData name="Cesar Augusto Lopez Gallego" userId="0dfa9112-9251-4882-b472-cf2dfcee09d1" providerId="ADAL" clId="{E76EEC50-CA8E-4D38-B414-48051EB13B08}" dt="2025-01-27T16:47:06.171" v="1120" actId="1076"/>
          <ac:spMkLst>
            <pc:docMk/>
            <pc:sldMk cId="2968762198" sldId="270"/>
            <ac:spMk id="7" creationId="{35820F79-CB47-4D07-834F-6290ECB1CCA7}"/>
          </ac:spMkLst>
        </pc:spChg>
        <pc:spChg chg="add mod">
          <ac:chgData name="Cesar Augusto Lopez Gallego" userId="0dfa9112-9251-4882-b472-cf2dfcee09d1" providerId="ADAL" clId="{E76EEC50-CA8E-4D38-B414-48051EB13B08}" dt="2025-01-27T16:47:06.171" v="1120" actId="1076"/>
          <ac:spMkLst>
            <pc:docMk/>
            <pc:sldMk cId="2968762198" sldId="270"/>
            <ac:spMk id="10" creationId="{3C1D69A8-272A-44E8-856B-162985101C61}"/>
          </ac:spMkLst>
        </pc:spChg>
        <pc:spChg chg="add mod">
          <ac:chgData name="Cesar Augusto Lopez Gallego" userId="0dfa9112-9251-4882-b472-cf2dfcee09d1" providerId="ADAL" clId="{E76EEC50-CA8E-4D38-B414-48051EB13B08}" dt="2025-01-27T16:47:06.171" v="1120" actId="1076"/>
          <ac:spMkLst>
            <pc:docMk/>
            <pc:sldMk cId="2968762198" sldId="270"/>
            <ac:spMk id="11" creationId="{FDFDCCB7-975E-49DB-B585-05561837B633}"/>
          </ac:spMkLst>
        </pc:spChg>
        <pc:spChg chg="add mod">
          <ac:chgData name="Cesar Augusto Lopez Gallego" userId="0dfa9112-9251-4882-b472-cf2dfcee09d1" providerId="ADAL" clId="{E76EEC50-CA8E-4D38-B414-48051EB13B08}" dt="2025-01-27T18:49:14.138" v="1128" actId="1076"/>
          <ac:spMkLst>
            <pc:docMk/>
            <pc:sldMk cId="2968762198" sldId="270"/>
            <ac:spMk id="18" creationId="{38656337-EDA2-4D38-91E7-0748E0F5E7C2}"/>
          </ac:spMkLst>
        </pc:spChg>
        <pc:picChg chg="add mod">
          <ac:chgData name="Cesar Augusto Lopez Gallego" userId="0dfa9112-9251-4882-b472-cf2dfcee09d1" providerId="ADAL" clId="{E76EEC50-CA8E-4D38-B414-48051EB13B08}" dt="2025-01-27T16:47:06.171" v="1120" actId="1076"/>
          <ac:picMkLst>
            <pc:docMk/>
            <pc:sldMk cId="2968762198" sldId="270"/>
            <ac:picMk id="6" creationId="{9C72D216-C22A-4369-9505-47DAC4945BB8}"/>
          </ac:picMkLst>
        </pc:picChg>
        <pc:picChg chg="add mod">
          <ac:chgData name="Cesar Augusto Lopez Gallego" userId="0dfa9112-9251-4882-b472-cf2dfcee09d1" providerId="ADAL" clId="{E76EEC50-CA8E-4D38-B414-48051EB13B08}" dt="2025-01-27T18:49:07.018" v="1126" actId="1076"/>
          <ac:picMkLst>
            <pc:docMk/>
            <pc:sldMk cId="2968762198" sldId="270"/>
            <ac:picMk id="13" creationId="{6747CADE-BFCB-4224-B310-4A983F37C522}"/>
          </ac:picMkLst>
        </pc:picChg>
        <pc:picChg chg="add mod">
          <ac:chgData name="Cesar Augusto Lopez Gallego" userId="0dfa9112-9251-4882-b472-cf2dfcee09d1" providerId="ADAL" clId="{E76EEC50-CA8E-4D38-B414-48051EB13B08}" dt="2025-01-27T18:49:05.162" v="1125" actId="1076"/>
          <ac:picMkLst>
            <pc:docMk/>
            <pc:sldMk cId="2968762198" sldId="270"/>
            <ac:picMk id="15" creationId="{20DD1384-2814-4B26-9579-86FF4A77D0BA}"/>
          </ac:picMkLst>
        </pc:picChg>
        <pc:picChg chg="add mod">
          <ac:chgData name="Cesar Augusto Lopez Gallego" userId="0dfa9112-9251-4882-b472-cf2dfcee09d1" providerId="ADAL" clId="{E76EEC50-CA8E-4D38-B414-48051EB13B08}" dt="2025-01-27T18:49:08.788" v="1127" actId="1076"/>
          <ac:picMkLst>
            <pc:docMk/>
            <pc:sldMk cId="2968762198" sldId="270"/>
            <ac:picMk id="17" creationId="{9E82B5B4-16B5-42FC-80CF-BBD87336BC1C}"/>
          </ac:picMkLst>
        </pc:picChg>
      </pc:sldChg>
      <pc:sldChg chg="modSp mod">
        <pc:chgData name="Cesar Augusto Lopez Gallego" userId="0dfa9112-9251-4882-b472-cf2dfcee09d1" providerId="ADAL" clId="{E76EEC50-CA8E-4D38-B414-48051EB13B08}" dt="2025-02-05T22:57:32.634" v="1130" actId="1076"/>
        <pc:sldMkLst>
          <pc:docMk/>
          <pc:sldMk cId="2599313221" sldId="272"/>
        </pc:sldMkLst>
        <pc:spChg chg="mod">
          <ac:chgData name="Cesar Augusto Lopez Gallego" userId="0dfa9112-9251-4882-b472-cf2dfcee09d1" providerId="ADAL" clId="{E76EEC50-CA8E-4D38-B414-48051EB13B08}" dt="2025-02-05T22:57:32.634" v="1130" actId="1076"/>
          <ac:spMkLst>
            <pc:docMk/>
            <pc:sldMk cId="2599313221" sldId="272"/>
            <ac:spMk id="14" creationId="{925742AF-ABED-6706-5396-D7DA007224AF}"/>
          </ac:spMkLst>
        </pc:spChg>
      </pc:sldChg>
      <pc:sldChg chg="modSp mod">
        <pc:chgData name="Cesar Augusto Lopez Gallego" userId="0dfa9112-9251-4882-b472-cf2dfcee09d1" providerId="ADAL" clId="{E76EEC50-CA8E-4D38-B414-48051EB13B08}" dt="2025-02-06T23:23:36.110" v="1311" actId="1076"/>
        <pc:sldMkLst>
          <pc:docMk/>
          <pc:sldMk cId="3616282833" sldId="274"/>
        </pc:sldMkLst>
        <pc:picChg chg="mod">
          <ac:chgData name="Cesar Augusto Lopez Gallego" userId="0dfa9112-9251-4882-b472-cf2dfcee09d1" providerId="ADAL" clId="{E76EEC50-CA8E-4D38-B414-48051EB13B08}" dt="2025-02-06T23:23:36.110" v="1311" actId="1076"/>
          <ac:picMkLst>
            <pc:docMk/>
            <pc:sldMk cId="3616282833" sldId="274"/>
            <ac:picMk id="2" creationId="{40B48DA5-7644-41EE-C9EB-42502C693B64}"/>
          </ac:picMkLst>
        </pc:picChg>
        <pc:picChg chg="mod">
          <ac:chgData name="Cesar Augusto Lopez Gallego" userId="0dfa9112-9251-4882-b472-cf2dfcee09d1" providerId="ADAL" clId="{E76EEC50-CA8E-4D38-B414-48051EB13B08}" dt="2025-02-06T23:23:34.516" v="1310" actId="1076"/>
          <ac:picMkLst>
            <pc:docMk/>
            <pc:sldMk cId="3616282833" sldId="274"/>
            <ac:picMk id="5" creationId="{4AF2D942-1512-304D-409C-CBAE4D54BB6C}"/>
          </ac:picMkLst>
        </pc:picChg>
        <pc:picChg chg="mod">
          <ac:chgData name="Cesar Augusto Lopez Gallego" userId="0dfa9112-9251-4882-b472-cf2dfcee09d1" providerId="ADAL" clId="{E76EEC50-CA8E-4D38-B414-48051EB13B08}" dt="2025-02-06T23:23:07.180" v="1309" actId="1076"/>
          <ac:picMkLst>
            <pc:docMk/>
            <pc:sldMk cId="3616282833" sldId="274"/>
            <ac:picMk id="8" creationId="{69771CAB-AB94-382B-DB88-729593D74E0E}"/>
          </ac:picMkLst>
        </pc:picChg>
      </pc:sldChg>
      <pc:sldChg chg="addSp delSp modSp new mod">
        <pc:chgData name="Cesar Augusto Lopez Gallego" userId="0dfa9112-9251-4882-b472-cf2dfcee09d1" providerId="ADAL" clId="{E76EEC50-CA8E-4D38-B414-48051EB13B08}" dt="2025-02-07T00:29:07.264" v="1571" actId="13926"/>
        <pc:sldMkLst>
          <pc:docMk/>
          <pc:sldMk cId="1209827113" sldId="275"/>
        </pc:sldMkLst>
        <pc:spChg chg="add mod">
          <ac:chgData name="Cesar Augusto Lopez Gallego" userId="0dfa9112-9251-4882-b472-cf2dfcee09d1" providerId="ADAL" clId="{E76EEC50-CA8E-4D38-B414-48051EB13B08}" dt="2025-02-07T00:28:28.450" v="1561" actId="14100"/>
          <ac:spMkLst>
            <pc:docMk/>
            <pc:sldMk cId="1209827113" sldId="275"/>
            <ac:spMk id="2" creationId="{276CDD9F-B09E-4FE9-AF76-56D6656C04AB}"/>
          </ac:spMkLst>
        </pc:spChg>
        <pc:spChg chg="add mod">
          <ac:chgData name="Cesar Augusto Lopez Gallego" userId="0dfa9112-9251-4882-b472-cf2dfcee09d1" providerId="ADAL" clId="{E76EEC50-CA8E-4D38-B414-48051EB13B08}" dt="2025-02-05T23:02:44.506" v="1173" actId="20577"/>
          <ac:spMkLst>
            <pc:docMk/>
            <pc:sldMk cId="1209827113" sldId="275"/>
            <ac:spMk id="3" creationId="{BC80CE86-1949-4C24-8C00-6BF6C3BDCA75}"/>
          </ac:spMkLst>
        </pc:spChg>
        <pc:spChg chg="add mod">
          <ac:chgData name="Cesar Augusto Lopez Gallego" userId="0dfa9112-9251-4882-b472-cf2dfcee09d1" providerId="ADAL" clId="{E76EEC50-CA8E-4D38-B414-48051EB13B08}" dt="2025-02-05T23:01:30.098" v="1134" actId="20577"/>
          <ac:spMkLst>
            <pc:docMk/>
            <pc:sldMk cId="1209827113" sldId="275"/>
            <ac:spMk id="4" creationId="{03257569-5CF3-49B0-82BF-7489E6B0CEDC}"/>
          </ac:spMkLst>
        </pc:spChg>
        <pc:spChg chg="add mod">
          <ac:chgData name="Cesar Augusto Lopez Gallego" userId="0dfa9112-9251-4882-b472-cf2dfcee09d1" providerId="ADAL" clId="{E76EEC50-CA8E-4D38-B414-48051EB13B08}" dt="2025-02-07T00:28:47.666" v="1564" actId="14100"/>
          <ac:spMkLst>
            <pc:docMk/>
            <pc:sldMk cId="1209827113" sldId="275"/>
            <ac:spMk id="6" creationId="{ED0E2D2C-4DA2-4738-8287-985D50405CCB}"/>
          </ac:spMkLst>
        </pc:spChg>
        <pc:spChg chg="add mod">
          <ac:chgData name="Cesar Augusto Lopez Gallego" userId="0dfa9112-9251-4882-b472-cf2dfcee09d1" providerId="ADAL" clId="{E76EEC50-CA8E-4D38-B414-48051EB13B08}" dt="2025-02-07T00:29:07.264" v="1571" actId="13926"/>
          <ac:spMkLst>
            <pc:docMk/>
            <pc:sldMk cId="1209827113" sldId="275"/>
            <ac:spMk id="14" creationId="{A43C7168-DB83-49BD-A651-91AB884EFF54}"/>
          </ac:spMkLst>
        </pc:spChg>
      </pc:sldChg>
      <pc:sldChg chg="delSp modSp add mod">
        <pc:chgData name="Cesar Augusto Lopez Gallego" userId="0dfa9112-9251-4882-b472-cf2dfcee09d1" providerId="ADAL" clId="{E76EEC50-CA8E-4D38-B414-48051EB13B08}" dt="2025-02-07T00:43:03.105" v="1651" actId="20577"/>
        <pc:sldMkLst>
          <pc:docMk/>
          <pc:sldMk cId="1327748017" sldId="276"/>
        </pc:sldMkLst>
        <pc:spChg chg="mod">
          <ac:chgData name="Cesar Augusto Lopez Gallego" userId="0dfa9112-9251-4882-b472-cf2dfcee09d1" providerId="ADAL" clId="{E76EEC50-CA8E-4D38-B414-48051EB13B08}" dt="2025-02-07T00:43:03.105" v="1651" actId="20577"/>
          <ac:spMkLst>
            <pc:docMk/>
            <pc:sldMk cId="1327748017" sldId="276"/>
            <ac:spMk id="10" creationId="{5FB4E4F0-7789-45E6-98B7-FECF363D4D4B}"/>
          </ac:spMkLst>
        </pc:spChg>
      </pc:sldChg>
      <pc:sldChg chg="addSp delSp modSp add mod">
        <pc:chgData name="Cesar Augusto Lopez Gallego" userId="0dfa9112-9251-4882-b472-cf2dfcee09d1" providerId="ADAL" clId="{E76EEC50-CA8E-4D38-B414-48051EB13B08}" dt="2025-02-06T23:57:51.888" v="1435" actId="1076"/>
        <pc:sldMkLst>
          <pc:docMk/>
          <pc:sldMk cId="1151961620" sldId="277"/>
        </pc:sldMkLst>
        <pc:spChg chg="add mod">
          <ac:chgData name="Cesar Augusto Lopez Gallego" userId="0dfa9112-9251-4882-b472-cf2dfcee09d1" providerId="ADAL" clId="{E76EEC50-CA8E-4D38-B414-48051EB13B08}" dt="2025-02-06T23:57:30.395" v="1423" actId="20577"/>
          <ac:spMkLst>
            <pc:docMk/>
            <pc:sldMk cId="1151961620" sldId="277"/>
            <ac:spMk id="8" creationId="{98C5E64D-7E70-475F-98F2-E9B36EF7D7B9}"/>
          </ac:spMkLst>
        </pc:spChg>
        <pc:picChg chg="add mod">
          <ac:chgData name="Cesar Augusto Lopez Gallego" userId="0dfa9112-9251-4882-b472-cf2dfcee09d1" providerId="ADAL" clId="{E76EEC50-CA8E-4D38-B414-48051EB13B08}" dt="2025-02-06T23:57:50.657" v="1434" actId="1076"/>
          <ac:picMkLst>
            <pc:docMk/>
            <pc:sldMk cId="1151961620" sldId="277"/>
            <ac:picMk id="9" creationId="{8D75658C-DBB5-42B1-BC4A-0E7C26A6622B}"/>
          </ac:picMkLst>
        </pc:picChg>
        <pc:picChg chg="add mod">
          <ac:chgData name="Cesar Augusto Lopez Gallego" userId="0dfa9112-9251-4882-b472-cf2dfcee09d1" providerId="ADAL" clId="{E76EEC50-CA8E-4D38-B414-48051EB13B08}" dt="2025-02-06T23:57:51.888" v="1435" actId="1076"/>
          <ac:picMkLst>
            <pc:docMk/>
            <pc:sldMk cId="1151961620" sldId="277"/>
            <ac:picMk id="12" creationId="{A1DD0BBE-AFCF-4856-B08C-1A7DB333BE4F}"/>
          </ac:picMkLst>
        </pc:picChg>
      </pc:sldChg>
      <pc:sldChg chg="new del">
        <pc:chgData name="Cesar Augusto Lopez Gallego" userId="0dfa9112-9251-4882-b472-cf2dfcee09d1" providerId="ADAL" clId="{E76EEC50-CA8E-4D38-B414-48051EB13B08}" dt="2025-02-06T23:55:37.645" v="1409" actId="47"/>
        <pc:sldMkLst>
          <pc:docMk/>
          <pc:sldMk cId="2559614070" sldId="277"/>
        </pc:sldMkLst>
      </pc:sldChg>
      <pc:sldChg chg="addSp delSp modSp add mod">
        <pc:chgData name="Cesar Augusto Lopez Gallego" userId="0dfa9112-9251-4882-b472-cf2dfcee09d1" providerId="ADAL" clId="{E76EEC50-CA8E-4D38-B414-48051EB13B08}" dt="2025-02-07T00:08:03.842" v="1449" actId="14100"/>
        <pc:sldMkLst>
          <pc:docMk/>
          <pc:sldMk cId="2325600078" sldId="278"/>
        </pc:sldMkLst>
        <pc:spChg chg="add mod">
          <ac:chgData name="Cesar Augusto Lopez Gallego" userId="0dfa9112-9251-4882-b472-cf2dfcee09d1" providerId="ADAL" clId="{E76EEC50-CA8E-4D38-B414-48051EB13B08}" dt="2025-02-06T23:59:44.667" v="1442" actId="20577"/>
          <ac:spMkLst>
            <pc:docMk/>
            <pc:sldMk cId="2325600078" sldId="278"/>
            <ac:spMk id="10" creationId="{B9F794A3-DB9C-4249-9282-D9C3ABB99542}"/>
          </ac:spMkLst>
        </pc:spChg>
        <pc:picChg chg="add mod">
          <ac:chgData name="Cesar Augusto Lopez Gallego" userId="0dfa9112-9251-4882-b472-cf2dfcee09d1" providerId="ADAL" clId="{E76EEC50-CA8E-4D38-B414-48051EB13B08}" dt="2025-02-07T00:08:03.842" v="1449" actId="14100"/>
          <ac:picMkLst>
            <pc:docMk/>
            <pc:sldMk cId="2325600078" sldId="278"/>
            <ac:picMk id="6" creationId="{FC47AD43-677E-4AC6-A506-35B607AD5FF1}"/>
          </ac:picMkLst>
        </pc:picChg>
        <pc:picChg chg="add mod">
          <ac:chgData name="Cesar Augusto Lopez Gallego" userId="0dfa9112-9251-4882-b472-cf2dfcee09d1" providerId="ADAL" clId="{E76EEC50-CA8E-4D38-B414-48051EB13B08}" dt="2025-02-07T00:07:58.562" v="1448" actId="1076"/>
          <ac:picMkLst>
            <pc:docMk/>
            <pc:sldMk cId="2325600078" sldId="278"/>
            <ac:picMk id="11" creationId="{8AABA044-6E8A-4B81-92B9-957E220852E5}"/>
          </ac:picMkLst>
        </pc:picChg>
      </pc:sldChg>
      <pc:sldChg chg="addSp delSp modSp add mod">
        <pc:chgData name="Cesar Augusto Lopez Gallego" userId="0dfa9112-9251-4882-b472-cf2dfcee09d1" providerId="ADAL" clId="{E76EEC50-CA8E-4D38-B414-48051EB13B08}" dt="2025-02-07T00:13:15.472" v="1475" actId="1076"/>
        <pc:sldMkLst>
          <pc:docMk/>
          <pc:sldMk cId="3313741148" sldId="279"/>
        </pc:sldMkLst>
        <pc:spChg chg="add mod">
          <ac:chgData name="Cesar Augusto Lopez Gallego" userId="0dfa9112-9251-4882-b472-cf2dfcee09d1" providerId="ADAL" clId="{E76EEC50-CA8E-4D38-B414-48051EB13B08}" dt="2025-02-07T00:09:51.002" v="1454" actId="14100"/>
          <ac:spMkLst>
            <pc:docMk/>
            <pc:sldMk cId="3313741148" sldId="279"/>
            <ac:spMk id="8" creationId="{95914EF3-0D99-4F78-B9DF-DC2D6C331627}"/>
          </ac:spMkLst>
        </pc:spChg>
        <pc:picChg chg="add mod">
          <ac:chgData name="Cesar Augusto Lopez Gallego" userId="0dfa9112-9251-4882-b472-cf2dfcee09d1" providerId="ADAL" clId="{E76EEC50-CA8E-4D38-B414-48051EB13B08}" dt="2025-02-07T00:13:15.472" v="1475" actId="1076"/>
          <ac:picMkLst>
            <pc:docMk/>
            <pc:sldMk cId="3313741148" sldId="279"/>
            <ac:picMk id="7" creationId="{0F65AFE6-6C75-4EE8-B3D4-B85304DF2A39}"/>
          </ac:picMkLst>
        </pc:picChg>
        <pc:picChg chg="add mod">
          <ac:chgData name="Cesar Augusto Lopez Gallego" userId="0dfa9112-9251-4882-b472-cf2dfcee09d1" providerId="ADAL" clId="{E76EEC50-CA8E-4D38-B414-48051EB13B08}" dt="2025-02-07T00:13:13.080" v="1474" actId="1076"/>
          <ac:picMkLst>
            <pc:docMk/>
            <pc:sldMk cId="3313741148" sldId="279"/>
            <ac:picMk id="12" creationId="{E460160F-A604-4F0D-A0EE-FD32C5CF4575}"/>
          </ac:picMkLst>
        </pc:picChg>
      </pc:sldChg>
      <pc:sldChg chg="addSp delSp modSp add mod">
        <pc:chgData name="Cesar Augusto Lopez Gallego" userId="0dfa9112-9251-4882-b472-cf2dfcee09d1" providerId="ADAL" clId="{E76EEC50-CA8E-4D38-B414-48051EB13B08}" dt="2025-02-07T00:20:40.071" v="1509" actId="1076"/>
        <pc:sldMkLst>
          <pc:docMk/>
          <pc:sldMk cId="2512085115" sldId="280"/>
        </pc:sldMkLst>
        <pc:spChg chg="add mod">
          <ac:chgData name="Cesar Augusto Lopez Gallego" userId="0dfa9112-9251-4882-b472-cf2dfcee09d1" providerId="ADAL" clId="{E76EEC50-CA8E-4D38-B414-48051EB13B08}" dt="2025-02-07T00:13:52.418" v="1480" actId="14100"/>
          <ac:spMkLst>
            <pc:docMk/>
            <pc:sldMk cId="2512085115" sldId="280"/>
            <ac:spMk id="9" creationId="{53205E63-77ED-4304-A28F-F97562C98AC9}"/>
          </ac:spMkLst>
        </pc:spChg>
        <pc:picChg chg="add mod">
          <ac:chgData name="Cesar Augusto Lopez Gallego" userId="0dfa9112-9251-4882-b472-cf2dfcee09d1" providerId="ADAL" clId="{E76EEC50-CA8E-4D38-B414-48051EB13B08}" dt="2025-02-07T00:20:35.288" v="1507" actId="14100"/>
          <ac:picMkLst>
            <pc:docMk/>
            <pc:sldMk cId="2512085115" sldId="280"/>
            <ac:picMk id="6" creationId="{9938B86E-AB55-49EE-B0BC-81E29329E2D7}"/>
          </ac:picMkLst>
        </pc:picChg>
        <pc:picChg chg="add mod">
          <ac:chgData name="Cesar Augusto Lopez Gallego" userId="0dfa9112-9251-4882-b472-cf2dfcee09d1" providerId="ADAL" clId="{E76EEC50-CA8E-4D38-B414-48051EB13B08}" dt="2025-02-07T00:20:40.071" v="1509" actId="1076"/>
          <ac:picMkLst>
            <pc:docMk/>
            <pc:sldMk cId="2512085115" sldId="280"/>
            <ac:picMk id="11" creationId="{D667A3A0-2151-4D9A-8E5A-59ED58E45CCD}"/>
          </ac:picMkLst>
        </pc:picChg>
      </pc:sldChg>
      <pc:sldChg chg="addSp delSp modSp add mod">
        <pc:chgData name="Cesar Augusto Lopez Gallego" userId="0dfa9112-9251-4882-b472-cf2dfcee09d1" providerId="ADAL" clId="{E76EEC50-CA8E-4D38-B414-48051EB13B08}" dt="2025-02-07T00:33:19.528" v="1582"/>
        <pc:sldMkLst>
          <pc:docMk/>
          <pc:sldMk cId="2397544232" sldId="281"/>
        </pc:sldMkLst>
        <pc:spChg chg="add mod">
          <ac:chgData name="Cesar Augusto Lopez Gallego" userId="0dfa9112-9251-4882-b472-cf2dfcee09d1" providerId="ADAL" clId="{E76EEC50-CA8E-4D38-B414-48051EB13B08}" dt="2025-02-07T00:33:19.528" v="1582"/>
          <ac:spMkLst>
            <pc:docMk/>
            <pc:sldMk cId="2397544232" sldId="281"/>
            <ac:spMk id="8" creationId="{2AF8C036-FCEB-47FB-896B-62E72F98B904}"/>
          </ac:spMkLst>
        </pc:spChg>
        <pc:picChg chg="add mod">
          <ac:chgData name="Cesar Augusto Lopez Gallego" userId="0dfa9112-9251-4882-b472-cf2dfcee09d1" providerId="ADAL" clId="{E76EEC50-CA8E-4D38-B414-48051EB13B08}" dt="2025-02-07T00:19:56.631" v="1495" actId="1076"/>
          <ac:picMkLst>
            <pc:docMk/>
            <pc:sldMk cId="2397544232" sldId="281"/>
            <ac:picMk id="7" creationId="{FB2B9B65-4F84-4D32-AEE9-97083A455668}"/>
          </ac:picMkLst>
        </pc:picChg>
        <pc:picChg chg="add mod">
          <ac:chgData name="Cesar Augusto Lopez Gallego" userId="0dfa9112-9251-4882-b472-cf2dfcee09d1" providerId="ADAL" clId="{E76EEC50-CA8E-4D38-B414-48051EB13B08}" dt="2025-02-07T00:20:17.376" v="1499" actId="1076"/>
          <ac:picMkLst>
            <pc:docMk/>
            <pc:sldMk cId="2397544232" sldId="281"/>
            <ac:picMk id="12" creationId="{2B3F3DF3-D1EC-499F-AAB2-C35BE537D3D6}"/>
          </ac:picMkLst>
        </pc:picChg>
      </pc:sldChg>
      <pc:sldChg chg="addSp delSp modSp add mod">
        <pc:chgData name="Cesar Augusto Lopez Gallego" userId="0dfa9112-9251-4882-b472-cf2dfcee09d1" providerId="ADAL" clId="{E76EEC50-CA8E-4D38-B414-48051EB13B08}" dt="2025-02-07T00:33:16.150" v="1581"/>
        <pc:sldMkLst>
          <pc:docMk/>
          <pc:sldMk cId="2079633999" sldId="282"/>
        </pc:sldMkLst>
        <pc:spChg chg="add mod">
          <ac:chgData name="Cesar Augusto Lopez Gallego" userId="0dfa9112-9251-4882-b472-cf2dfcee09d1" providerId="ADAL" clId="{E76EEC50-CA8E-4D38-B414-48051EB13B08}" dt="2025-02-07T00:33:16.150" v="1581"/>
          <ac:spMkLst>
            <pc:docMk/>
            <pc:sldMk cId="2079633999" sldId="282"/>
            <ac:spMk id="9" creationId="{40C651EC-5A37-4511-AF06-715DA97644B6}"/>
          </ac:spMkLst>
        </pc:spChg>
        <pc:picChg chg="add mod">
          <ac:chgData name="Cesar Augusto Lopez Gallego" userId="0dfa9112-9251-4882-b472-cf2dfcee09d1" providerId="ADAL" clId="{E76EEC50-CA8E-4D38-B414-48051EB13B08}" dt="2025-02-07T00:22:05.501" v="1517" actId="14100"/>
          <ac:picMkLst>
            <pc:docMk/>
            <pc:sldMk cId="2079633999" sldId="282"/>
            <ac:picMk id="6" creationId="{CC3DB1A7-8219-44DF-B13A-B04823376232}"/>
          </ac:picMkLst>
        </pc:picChg>
        <pc:picChg chg="add mod">
          <ac:chgData name="Cesar Augusto Lopez Gallego" userId="0dfa9112-9251-4882-b472-cf2dfcee09d1" providerId="ADAL" clId="{E76EEC50-CA8E-4D38-B414-48051EB13B08}" dt="2025-02-07T00:22:27.683" v="1521" actId="1076"/>
          <ac:picMkLst>
            <pc:docMk/>
            <pc:sldMk cId="2079633999" sldId="282"/>
            <ac:picMk id="11" creationId="{A4C5A0E3-E4B2-46FF-B9E8-39EC9CBDB43E}"/>
          </ac:picMkLst>
        </pc:picChg>
      </pc:sldChg>
      <pc:sldChg chg="addSp delSp modSp add mod">
        <pc:chgData name="Cesar Augusto Lopez Gallego" userId="0dfa9112-9251-4882-b472-cf2dfcee09d1" providerId="ADAL" clId="{E76EEC50-CA8E-4D38-B414-48051EB13B08}" dt="2025-02-07T00:25:47.971" v="1534" actId="14100"/>
        <pc:sldMkLst>
          <pc:docMk/>
          <pc:sldMk cId="2206205156" sldId="283"/>
        </pc:sldMkLst>
        <pc:spChg chg="add mod">
          <ac:chgData name="Cesar Augusto Lopez Gallego" userId="0dfa9112-9251-4882-b472-cf2dfcee09d1" providerId="ADAL" clId="{E76EEC50-CA8E-4D38-B414-48051EB13B08}" dt="2025-02-07T00:23:29.992" v="1528" actId="14100"/>
          <ac:spMkLst>
            <pc:docMk/>
            <pc:sldMk cId="2206205156" sldId="283"/>
            <ac:spMk id="8" creationId="{A7AB841A-7E89-4DA7-A7E8-DD14DBE7EB7D}"/>
          </ac:spMkLst>
        </pc:spChg>
        <pc:picChg chg="add mod">
          <ac:chgData name="Cesar Augusto Lopez Gallego" userId="0dfa9112-9251-4882-b472-cf2dfcee09d1" providerId="ADAL" clId="{E76EEC50-CA8E-4D38-B414-48051EB13B08}" dt="2025-02-07T00:25:00.590" v="1531" actId="14100"/>
          <ac:picMkLst>
            <pc:docMk/>
            <pc:sldMk cId="2206205156" sldId="283"/>
            <ac:picMk id="7" creationId="{120FAC12-9D6C-48D1-92CD-FDF33E2CA419}"/>
          </ac:picMkLst>
        </pc:picChg>
        <pc:picChg chg="add mod">
          <ac:chgData name="Cesar Augusto Lopez Gallego" userId="0dfa9112-9251-4882-b472-cf2dfcee09d1" providerId="ADAL" clId="{E76EEC50-CA8E-4D38-B414-48051EB13B08}" dt="2025-02-07T00:25:47.971" v="1534" actId="14100"/>
          <ac:picMkLst>
            <pc:docMk/>
            <pc:sldMk cId="2206205156" sldId="283"/>
            <ac:picMk id="12" creationId="{037BB7F2-E3BE-438F-B0C9-2881BCEC5B7A}"/>
          </ac:picMkLst>
        </pc:picChg>
      </pc:sldChg>
      <pc:sldChg chg="addSp delSp modSp add mod">
        <pc:chgData name="Cesar Augusto Lopez Gallego" userId="0dfa9112-9251-4882-b472-cf2dfcee09d1" providerId="ADAL" clId="{E76EEC50-CA8E-4D38-B414-48051EB13B08}" dt="2025-02-07T00:27:41.435" v="1552" actId="1076"/>
        <pc:sldMkLst>
          <pc:docMk/>
          <pc:sldMk cId="236151618" sldId="284"/>
        </pc:sldMkLst>
        <pc:spChg chg="add mod">
          <ac:chgData name="Cesar Augusto Lopez Gallego" userId="0dfa9112-9251-4882-b472-cf2dfcee09d1" providerId="ADAL" clId="{E76EEC50-CA8E-4D38-B414-48051EB13B08}" dt="2025-02-07T00:27:41.435" v="1552" actId="1076"/>
          <ac:spMkLst>
            <pc:docMk/>
            <pc:sldMk cId="236151618" sldId="284"/>
            <ac:spMk id="9" creationId="{5023CC31-9184-4C5A-A14D-1B34D980D2A2}"/>
          </ac:spMkLst>
        </pc:spChg>
      </pc:sldChg>
      <pc:sldChg chg="addSp delSp modSp add mod">
        <pc:chgData name="Cesar Augusto Lopez Gallego" userId="0dfa9112-9251-4882-b472-cf2dfcee09d1" providerId="ADAL" clId="{E76EEC50-CA8E-4D38-B414-48051EB13B08}" dt="2025-02-07T00:32:50.914" v="1579" actId="20577"/>
        <pc:sldMkLst>
          <pc:docMk/>
          <pc:sldMk cId="2257470999" sldId="285"/>
        </pc:sldMkLst>
        <pc:spChg chg="add mod">
          <ac:chgData name="Cesar Augusto Lopez Gallego" userId="0dfa9112-9251-4882-b472-cf2dfcee09d1" providerId="ADAL" clId="{E76EEC50-CA8E-4D38-B414-48051EB13B08}" dt="2025-02-07T00:32:50.914" v="1579" actId="20577"/>
          <ac:spMkLst>
            <pc:docMk/>
            <pc:sldMk cId="2257470999" sldId="285"/>
            <ac:spMk id="8" creationId="{DA24EC33-943B-4A93-AA99-B5557904C9AC}"/>
          </ac:spMkLst>
        </pc:spChg>
      </pc:sldChg>
      <pc:sldChg chg="addSp delSp modSp add mod">
        <pc:chgData name="Cesar Augusto Lopez Gallego" userId="0dfa9112-9251-4882-b472-cf2dfcee09d1" providerId="ADAL" clId="{E76EEC50-CA8E-4D38-B414-48051EB13B08}" dt="2025-02-07T00:41:41.243" v="1650" actId="207"/>
        <pc:sldMkLst>
          <pc:docMk/>
          <pc:sldMk cId="2017166139" sldId="286"/>
        </pc:sldMkLst>
        <pc:spChg chg="add mod">
          <ac:chgData name="Cesar Augusto Lopez Gallego" userId="0dfa9112-9251-4882-b472-cf2dfcee09d1" providerId="ADAL" clId="{E76EEC50-CA8E-4D38-B414-48051EB13B08}" dt="2025-02-07T00:41:41.243" v="1650" actId="207"/>
          <ac:spMkLst>
            <pc:docMk/>
            <pc:sldMk cId="2017166139" sldId="286"/>
            <ac:spMk id="9" creationId="{5318DBEB-AFB2-4B68-9846-B2468B8F6494}"/>
          </ac:spMkLst>
        </pc:spChg>
        <pc:spChg chg="add mod">
          <ac:chgData name="Cesar Augusto Lopez Gallego" userId="0dfa9112-9251-4882-b472-cf2dfcee09d1" providerId="ADAL" clId="{E76EEC50-CA8E-4D38-B414-48051EB13B08}" dt="2025-02-07T00:39:04.470" v="1624" actId="207"/>
          <ac:spMkLst>
            <pc:docMk/>
            <pc:sldMk cId="2017166139" sldId="286"/>
            <ac:spMk id="10" creationId="{039B7CE7-8CA0-4235-A530-DA3AB14C0619}"/>
          </ac:spMkLst>
        </pc:spChg>
      </pc:sldChg>
      <pc:sldChg chg="modSp add mod">
        <pc:chgData name="Cesar Augusto Lopez Gallego" userId="0dfa9112-9251-4882-b472-cf2dfcee09d1" providerId="ADAL" clId="{E76EEC50-CA8E-4D38-B414-48051EB13B08}" dt="2025-02-07T00:46:48.329" v="1674" actId="20577"/>
        <pc:sldMkLst>
          <pc:docMk/>
          <pc:sldMk cId="1693528861" sldId="287"/>
        </pc:sldMkLst>
        <pc:spChg chg="mod">
          <ac:chgData name="Cesar Augusto Lopez Gallego" userId="0dfa9112-9251-4882-b472-cf2dfcee09d1" providerId="ADAL" clId="{E76EEC50-CA8E-4D38-B414-48051EB13B08}" dt="2025-02-07T00:46:41.954" v="1670" actId="21"/>
          <ac:spMkLst>
            <pc:docMk/>
            <pc:sldMk cId="1693528861" sldId="287"/>
            <ac:spMk id="9" creationId="{5318DBEB-AFB2-4B68-9846-B2468B8F6494}"/>
          </ac:spMkLst>
        </pc:spChg>
        <pc:spChg chg="mod">
          <ac:chgData name="Cesar Augusto Lopez Gallego" userId="0dfa9112-9251-4882-b472-cf2dfcee09d1" providerId="ADAL" clId="{E76EEC50-CA8E-4D38-B414-48051EB13B08}" dt="2025-02-07T00:46:48.329" v="1674" actId="20577"/>
          <ac:spMkLst>
            <pc:docMk/>
            <pc:sldMk cId="1693528861" sldId="287"/>
            <ac:spMk id="10" creationId="{039B7CE7-8CA0-4235-A530-DA3AB14C0619}"/>
          </ac:spMkLst>
        </pc:spChg>
      </pc:sldChg>
      <pc:sldChg chg="addSp delSp modSp add mod">
        <pc:chgData name="Cesar Augusto Lopez Gallego" userId="0dfa9112-9251-4882-b472-cf2dfcee09d1" providerId="ADAL" clId="{E76EEC50-CA8E-4D38-B414-48051EB13B08}" dt="2025-02-07T00:49:26.765" v="1696" actId="1076"/>
        <pc:sldMkLst>
          <pc:docMk/>
          <pc:sldMk cId="2498902691" sldId="288"/>
        </pc:sldMkLst>
        <pc:spChg chg="add mod">
          <ac:chgData name="Cesar Augusto Lopez Gallego" userId="0dfa9112-9251-4882-b472-cf2dfcee09d1" providerId="ADAL" clId="{E76EEC50-CA8E-4D38-B414-48051EB13B08}" dt="2025-02-07T00:49:26.765" v="1696" actId="1076"/>
          <ac:spMkLst>
            <pc:docMk/>
            <pc:sldMk cId="2498902691" sldId="288"/>
            <ac:spMk id="7" creationId="{4E3B7C0D-8B45-4B90-9697-FA2C5FDEAFD2}"/>
          </ac:spMkLst>
        </pc:spChg>
        <pc:spChg chg="mod">
          <ac:chgData name="Cesar Augusto Lopez Gallego" userId="0dfa9112-9251-4882-b472-cf2dfcee09d1" providerId="ADAL" clId="{E76EEC50-CA8E-4D38-B414-48051EB13B08}" dt="2025-02-07T00:49:21.769" v="1695" actId="14100"/>
          <ac:spMkLst>
            <pc:docMk/>
            <pc:sldMk cId="2498902691" sldId="288"/>
            <ac:spMk id="9" creationId="{5318DBEB-AFB2-4B68-9846-B2468B8F6494}"/>
          </ac:spMkLst>
        </pc:spChg>
      </pc:sldChg>
      <pc:sldChg chg="new del">
        <pc:chgData name="Cesar Augusto Lopez Gallego" userId="0dfa9112-9251-4882-b472-cf2dfcee09d1" providerId="ADAL" clId="{E76EEC50-CA8E-4D38-B414-48051EB13B08}" dt="2025-02-07T00:44:43.490" v="1654" actId="680"/>
        <pc:sldMkLst>
          <pc:docMk/>
          <pc:sldMk cId="3714714733" sldId="288"/>
        </pc:sldMkLst>
      </pc:sldChg>
      <pc:sldChg chg="addSp delSp modSp add mod">
        <pc:chgData name="Cesar Augusto Lopez Gallego" userId="0dfa9112-9251-4882-b472-cf2dfcee09d1" providerId="ADAL" clId="{E76EEC50-CA8E-4D38-B414-48051EB13B08}" dt="2025-02-07T00:50:18.479" v="1700" actId="1076"/>
        <pc:sldMkLst>
          <pc:docMk/>
          <pc:sldMk cId="608417852" sldId="289"/>
        </pc:sldMkLst>
        <pc:spChg chg="add mod">
          <ac:chgData name="Cesar Augusto Lopez Gallego" userId="0dfa9112-9251-4882-b472-cf2dfcee09d1" providerId="ADAL" clId="{E76EEC50-CA8E-4D38-B414-48051EB13B08}" dt="2025-02-07T00:50:18.479" v="1700" actId="1076"/>
          <ac:spMkLst>
            <pc:docMk/>
            <pc:sldMk cId="608417852" sldId="289"/>
            <ac:spMk id="8" creationId="{0F283BC7-5621-425E-AF93-0A1E41375D16}"/>
          </ac:spMkLst>
        </pc:spChg>
      </pc:sldChg>
      <pc:sldMasterChg chg="del">
        <pc:chgData name="Cesar Augusto Lopez Gallego" userId="0dfa9112-9251-4882-b472-cf2dfcee09d1" providerId="ADAL" clId="{E76EEC50-CA8E-4D38-B414-48051EB13B08}" dt="2025-01-27T15:32:31.871" v="61" actId="700"/>
        <pc:sldMasterMkLst>
          <pc:docMk/>
          <pc:sldMasterMk cId="2327157583" sldId="2147483648"/>
        </pc:sldMasterMkLst>
      </pc:sldMasterChg>
    </pc:docChg>
  </pc:docChgLst>
  <pc:docChgLst>
    <pc:chgData name="Cesar Augusto Lopez Gallego" userId="0dfa9112-9251-4882-b472-cf2dfcee09d1" providerId="ADAL" clId="{052A70DE-E6CC-45BC-8B9E-B43963BD4046}"/>
    <pc:docChg chg="undo custSel addSld modSld">
      <pc:chgData name="Cesar Augusto Lopez Gallego" userId="0dfa9112-9251-4882-b472-cf2dfcee09d1" providerId="ADAL" clId="{052A70DE-E6CC-45BC-8B9E-B43963BD4046}" dt="2025-02-14T21:01:18.951" v="2835" actId="20577"/>
      <pc:docMkLst>
        <pc:docMk/>
      </pc:docMkLst>
      <pc:sldChg chg="modAnim">
        <pc:chgData name="Cesar Augusto Lopez Gallego" userId="0dfa9112-9251-4882-b472-cf2dfcee09d1" providerId="ADAL" clId="{052A70DE-E6CC-45BC-8B9E-B43963BD4046}" dt="2025-02-11T18:44:41.981" v="31"/>
        <pc:sldMkLst>
          <pc:docMk/>
          <pc:sldMk cId="287716830" sldId="268"/>
        </pc:sldMkLst>
      </pc:sldChg>
      <pc:sldChg chg="modAnim">
        <pc:chgData name="Cesar Augusto Lopez Gallego" userId="0dfa9112-9251-4882-b472-cf2dfcee09d1" providerId="ADAL" clId="{052A70DE-E6CC-45BC-8B9E-B43963BD4046}" dt="2025-02-11T18:45:10.485" v="36"/>
        <pc:sldMkLst>
          <pc:docMk/>
          <pc:sldMk cId="235143144" sldId="269"/>
        </pc:sldMkLst>
      </pc:sldChg>
      <pc:sldChg chg="modAnim">
        <pc:chgData name="Cesar Augusto Lopez Gallego" userId="0dfa9112-9251-4882-b472-cf2dfcee09d1" providerId="ADAL" clId="{052A70DE-E6CC-45BC-8B9E-B43963BD4046}" dt="2025-02-11T18:45:46.013" v="43"/>
        <pc:sldMkLst>
          <pc:docMk/>
          <pc:sldMk cId="2968762198" sldId="270"/>
        </pc:sldMkLst>
      </pc:sldChg>
      <pc:sldChg chg="modAnim">
        <pc:chgData name="Cesar Augusto Lopez Gallego" userId="0dfa9112-9251-4882-b472-cf2dfcee09d1" providerId="ADAL" clId="{052A70DE-E6CC-45BC-8B9E-B43963BD4046}" dt="2025-02-11T18:46:30.425" v="50"/>
        <pc:sldMkLst>
          <pc:docMk/>
          <pc:sldMk cId="2599313221" sldId="272"/>
        </pc:sldMkLst>
      </pc:sldChg>
      <pc:sldChg chg="modAnim">
        <pc:chgData name="Cesar Augusto Lopez Gallego" userId="0dfa9112-9251-4882-b472-cf2dfcee09d1" providerId="ADAL" clId="{052A70DE-E6CC-45BC-8B9E-B43963BD4046}" dt="2025-02-11T18:46:49.981" v="52"/>
        <pc:sldMkLst>
          <pc:docMk/>
          <pc:sldMk cId="730193567" sldId="273"/>
        </pc:sldMkLst>
      </pc:sldChg>
      <pc:sldChg chg="modAnim">
        <pc:chgData name="Cesar Augusto Lopez Gallego" userId="0dfa9112-9251-4882-b472-cf2dfcee09d1" providerId="ADAL" clId="{052A70DE-E6CC-45BC-8B9E-B43963BD4046}" dt="2025-02-11T18:47:18.756" v="56"/>
        <pc:sldMkLst>
          <pc:docMk/>
          <pc:sldMk cId="3616282833" sldId="274"/>
        </pc:sldMkLst>
      </pc:sldChg>
      <pc:sldChg chg="modSp modAnim">
        <pc:chgData name="Cesar Augusto Lopez Gallego" userId="0dfa9112-9251-4882-b472-cf2dfcee09d1" providerId="ADAL" clId="{052A70DE-E6CC-45BC-8B9E-B43963BD4046}" dt="2025-02-11T18:47:53.694" v="60"/>
        <pc:sldMkLst>
          <pc:docMk/>
          <pc:sldMk cId="1209827113" sldId="275"/>
        </pc:sldMkLst>
        <pc:spChg chg="mod">
          <ac:chgData name="Cesar Augusto Lopez Gallego" userId="0dfa9112-9251-4882-b472-cf2dfcee09d1" providerId="ADAL" clId="{052A70DE-E6CC-45BC-8B9E-B43963BD4046}" dt="2025-02-11T18:47:49.230" v="59" actId="6549"/>
          <ac:spMkLst>
            <pc:docMk/>
            <pc:sldMk cId="1209827113" sldId="275"/>
            <ac:spMk id="6" creationId="{ED0E2D2C-4DA2-4738-8287-985D50405CCB}"/>
          </ac:spMkLst>
        </pc:spChg>
      </pc:sldChg>
      <pc:sldChg chg="modAnim">
        <pc:chgData name="Cesar Augusto Lopez Gallego" userId="0dfa9112-9251-4882-b472-cf2dfcee09d1" providerId="ADAL" clId="{052A70DE-E6CC-45BC-8B9E-B43963BD4046}" dt="2025-02-11T18:51:52.842" v="103"/>
        <pc:sldMkLst>
          <pc:docMk/>
          <pc:sldMk cId="1327748017" sldId="276"/>
        </pc:sldMkLst>
      </pc:sldChg>
      <pc:sldChg chg="modAnim">
        <pc:chgData name="Cesar Augusto Lopez Gallego" userId="0dfa9112-9251-4882-b472-cf2dfcee09d1" providerId="ADAL" clId="{052A70DE-E6CC-45BC-8B9E-B43963BD4046}" dt="2025-02-11T18:55:16.590" v="105"/>
        <pc:sldMkLst>
          <pc:docMk/>
          <pc:sldMk cId="1151961620" sldId="277"/>
        </pc:sldMkLst>
      </pc:sldChg>
      <pc:sldChg chg="modAnim">
        <pc:chgData name="Cesar Augusto Lopez Gallego" userId="0dfa9112-9251-4882-b472-cf2dfcee09d1" providerId="ADAL" clId="{052A70DE-E6CC-45BC-8B9E-B43963BD4046}" dt="2025-02-11T18:55:23.555" v="107"/>
        <pc:sldMkLst>
          <pc:docMk/>
          <pc:sldMk cId="2325600078" sldId="278"/>
        </pc:sldMkLst>
      </pc:sldChg>
      <pc:sldChg chg="modAnim">
        <pc:chgData name="Cesar Augusto Lopez Gallego" userId="0dfa9112-9251-4882-b472-cf2dfcee09d1" providerId="ADAL" clId="{052A70DE-E6CC-45BC-8B9E-B43963BD4046}" dt="2025-02-11T18:55:36.906" v="109"/>
        <pc:sldMkLst>
          <pc:docMk/>
          <pc:sldMk cId="3313741148" sldId="279"/>
        </pc:sldMkLst>
      </pc:sldChg>
      <pc:sldChg chg="modAnim">
        <pc:chgData name="Cesar Augusto Lopez Gallego" userId="0dfa9112-9251-4882-b472-cf2dfcee09d1" providerId="ADAL" clId="{052A70DE-E6CC-45BC-8B9E-B43963BD4046}" dt="2025-02-11T18:55:47.533" v="111"/>
        <pc:sldMkLst>
          <pc:docMk/>
          <pc:sldMk cId="2512085115" sldId="280"/>
        </pc:sldMkLst>
      </pc:sldChg>
      <pc:sldChg chg="modAnim">
        <pc:chgData name="Cesar Augusto Lopez Gallego" userId="0dfa9112-9251-4882-b472-cf2dfcee09d1" providerId="ADAL" clId="{052A70DE-E6CC-45BC-8B9E-B43963BD4046}" dt="2025-02-11T19:02:50.489" v="113"/>
        <pc:sldMkLst>
          <pc:docMk/>
          <pc:sldMk cId="2397544232" sldId="281"/>
        </pc:sldMkLst>
      </pc:sldChg>
      <pc:sldChg chg="modAnim">
        <pc:chgData name="Cesar Augusto Lopez Gallego" userId="0dfa9112-9251-4882-b472-cf2dfcee09d1" providerId="ADAL" clId="{052A70DE-E6CC-45BC-8B9E-B43963BD4046}" dt="2025-02-11T19:02:59.037" v="115"/>
        <pc:sldMkLst>
          <pc:docMk/>
          <pc:sldMk cId="2079633999" sldId="282"/>
        </pc:sldMkLst>
      </pc:sldChg>
      <pc:sldChg chg="modAnim">
        <pc:chgData name="Cesar Augusto Lopez Gallego" userId="0dfa9112-9251-4882-b472-cf2dfcee09d1" providerId="ADAL" clId="{052A70DE-E6CC-45BC-8B9E-B43963BD4046}" dt="2025-02-11T19:03:05.339" v="117"/>
        <pc:sldMkLst>
          <pc:docMk/>
          <pc:sldMk cId="2206205156" sldId="283"/>
        </pc:sldMkLst>
      </pc:sldChg>
      <pc:sldChg chg="modSp mod modAnim">
        <pc:chgData name="Cesar Augusto Lopez Gallego" userId="0dfa9112-9251-4882-b472-cf2dfcee09d1" providerId="ADAL" clId="{052A70DE-E6CC-45BC-8B9E-B43963BD4046}" dt="2025-02-11T19:03:56.951" v="121"/>
        <pc:sldMkLst>
          <pc:docMk/>
          <pc:sldMk cId="236151618" sldId="284"/>
        </pc:sldMkLst>
        <pc:spChg chg="mod">
          <ac:chgData name="Cesar Augusto Lopez Gallego" userId="0dfa9112-9251-4882-b472-cf2dfcee09d1" providerId="ADAL" clId="{052A70DE-E6CC-45BC-8B9E-B43963BD4046}" dt="2025-02-11T19:03:17.711" v="119" actId="12"/>
          <ac:spMkLst>
            <pc:docMk/>
            <pc:sldMk cId="236151618" sldId="284"/>
            <ac:spMk id="9" creationId="{5023CC31-9184-4C5A-A14D-1B34D980D2A2}"/>
          </ac:spMkLst>
        </pc:spChg>
      </pc:sldChg>
      <pc:sldChg chg="modSp mod modAnim">
        <pc:chgData name="Cesar Augusto Lopez Gallego" userId="0dfa9112-9251-4882-b472-cf2dfcee09d1" providerId="ADAL" clId="{052A70DE-E6CC-45BC-8B9E-B43963BD4046}" dt="2025-02-11T18:49:13.527" v="76"/>
        <pc:sldMkLst>
          <pc:docMk/>
          <pc:sldMk cId="2257470999" sldId="285"/>
        </pc:sldMkLst>
        <pc:spChg chg="mod">
          <ac:chgData name="Cesar Augusto Lopez Gallego" userId="0dfa9112-9251-4882-b472-cf2dfcee09d1" providerId="ADAL" clId="{052A70DE-E6CC-45BC-8B9E-B43963BD4046}" dt="2025-02-11T18:48:58.777" v="74" actId="6549"/>
          <ac:spMkLst>
            <pc:docMk/>
            <pc:sldMk cId="2257470999" sldId="285"/>
            <ac:spMk id="8" creationId="{DA24EC33-943B-4A93-AA99-B5557904C9AC}"/>
          </ac:spMkLst>
        </pc:spChg>
      </pc:sldChg>
      <pc:sldChg chg="modAnim">
        <pc:chgData name="Cesar Augusto Lopez Gallego" userId="0dfa9112-9251-4882-b472-cf2dfcee09d1" providerId="ADAL" clId="{052A70DE-E6CC-45BC-8B9E-B43963BD4046}" dt="2025-02-11T18:49:51.022" v="83"/>
        <pc:sldMkLst>
          <pc:docMk/>
          <pc:sldMk cId="2017166139" sldId="286"/>
        </pc:sldMkLst>
      </pc:sldChg>
      <pc:sldChg chg="modAnim">
        <pc:chgData name="Cesar Augusto Lopez Gallego" userId="0dfa9112-9251-4882-b472-cf2dfcee09d1" providerId="ADAL" clId="{052A70DE-E6CC-45BC-8B9E-B43963BD4046}" dt="2025-02-11T18:50:03.918" v="85"/>
        <pc:sldMkLst>
          <pc:docMk/>
          <pc:sldMk cId="1693528861" sldId="287"/>
        </pc:sldMkLst>
      </pc:sldChg>
      <pc:sldChg chg="modAnim">
        <pc:chgData name="Cesar Augusto Lopez Gallego" userId="0dfa9112-9251-4882-b472-cf2dfcee09d1" providerId="ADAL" clId="{052A70DE-E6CC-45BC-8B9E-B43963BD4046}" dt="2025-02-11T18:50:21.422" v="87"/>
        <pc:sldMkLst>
          <pc:docMk/>
          <pc:sldMk cId="2498902691" sldId="288"/>
        </pc:sldMkLst>
      </pc:sldChg>
      <pc:sldChg chg="modSp mod">
        <pc:chgData name="Cesar Augusto Lopez Gallego" userId="0dfa9112-9251-4882-b472-cf2dfcee09d1" providerId="ADAL" clId="{052A70DE-E6CC-45BC-8B9E-B43963BD4046}" dt="2025-02-11T18:51:25.801" v="101" actId="12"/>
        <pc:sldMkLst>
          <pc:docMk/>
          <pc:sldMk cId="608417852" sldId="289"/>
        </pc:sldMkLst>
        <pc:spChg chg="mod">
          <ac:chgData name="Cesar Augusto Lopez Gallego" userId="0dfa9112-9251-4882-b472-cf2dfcee09d1" providerId="ADAL" clId="{052A70DE-E6CC-45BC-8B9E-B43963BD4046}" dt="2025-02-11T18:51:25.801" v="101" actId="12"/>
          <ac:spMkLst>
            <pc:docMk/>
            <pc:sldMk cId="608417852" sldId="289"/>
            <ac:spMk id="8" creationId="{0F283BC7-5621-425E-AF93-0A1E41375D16}"/>
          </ac:spMkLst>
        </pc:spChg>
      </pc:sldChg>
      <pc:sldChg chg="modSp mod modAnim">
        <pc:chgData name="Cesar Augusto Lopez Gallego" userId="0dfa9112-9251-4882-b472-cf2dfcee09d1" providerId="ADAL" clId="{052A70DE-E6CC-45BC-8B9E-B43963BD4046}" dt="2025-02-11T18:49:32.726" v="81"/>
        <pc:sldMkLst>
          <pc:docMk/>
          <pc:sldMk cId="3988484437" sldId="290"/>
        </pc:sldMkLst>
        <pc:picChg chg="mod">
          <ac:chgData name="Cesar Augusto Lopez Gallego" userId="0dfa9112-9251-4882-b472-cf2dfcee09d1" providerId="ADAL" clId="{052A70DE-E6CC-45BC-8B9E-B43963BD4046}" dt="2025-02-11T18:49:21.079" v="77" actId="14100"/>
          <ac:picMkLst>
            <pc:docMk/>
            <pc:sldMk cId="3988484437" sldId="290"/>
            <ac:picMk id="2" creationId="{D0104364-07E7-8C91-102A-209165F08130}"/>
          </ac:picMkLst>
        </pc:picChg>
        <pc:picChg chg="mod">
          <ac:chgData name="Cesar Augusto Lopez Gallego" userId="0dfa9112-9251-4882-b472-cf2dfcee09d1" providerId="ADAL" clId="{052A70DE-E6CC-45BC-8B9E-B43963BD4046}" dt="2025-02-11T18:49:29.352" v="80" actId="1076"/>
          <ac:picMkLst>
            <pc:docMk/>
            <pc:sldMk cId="3988484437" sldId="290"/>
            <ac:picMk id="5" creationId="{4E6B476E-E3DD-8E7D-7603-871ADD29B19F}"/>
          </ac:picMkLst>
        </pc:picChg>
      </pc:sldChg>
      <pc:sldChg chg="modSp mod modAnim">
        <pc:chgData name="Cesar Augusto Lopez Gallego" userId="0dfa9112-9251-4882-b472-cf2dfcee09d1" providerId="ADAL" clId="{052A70DE-E6CC-45BC-8B9E-B43963BD4046}" dt="2025-02-11T19:06:27.965" v="124"/>
        <pc:sldMkLst>
          <pc:docMk/>
          <pc:sldMk cId="1475278409" sldId="291"/>
        </pc:sldMkLst>
        <pc:picChg chg="mod">
          <ac:chgData name="Cesar Augusto Lopez Gallego" userId="0dfa9112-9251-4882-b472-cf2dfcee09d1" providerId="ADAL" clId="{052A70DE-E6CC-45BC-8B9E-B43963BD4046}" dt="2025-02-11T19:06:02.058" v="122" actId="1076"/>
          <ac:picMkLst>
            <pc:docMk/>
            <pc:sldMk cId="1475278409" sldId="291"/>
            <ac:picMk id="5" creationId="{7B425E77-B0B6-1055-988F-A278B692F485}"/>
          </ac:picMkLst>
        </pc:picChg>
      </pc:sldChg>
      <pc:sldChg chg="modSp mod">
        <pc:chgData name="Cesar Augusto Lopez Gallego" userId="0dfa9112-9251-4882-b472-cf2dfcee09d1" providerId="ADAL" clId="{052A70DE-E6CC-45BC-8B9E-B43963BD4046}" dt="2025-02-11T19:09:32.343" v="150" actId="14100"/>
        <pc:sldMkLst>
          <pc:docMk/>
          <pc:sldMk cId="1327411697" sldId="292"/>
        </pc:sldMkLst>
        <pc:spChg chg="mod">
          <ac:chgData name="Cesar Augusto Lopez Gallego" userId="0dfa9112-9251-4882-b472-cf2dfcee09d1" providerId="ADAL" clId="{052A70DE-E6CC-45BC-8B9E-B43963BD4046}" dt="2025-02-11T19:09:32.343" v="150" actId="14100"/>
          <ac:spMkLst>
            <pc:docMk/>
            <pc:sldMk cId="1327411697" sldId="292"/>
            <ac:spMk id="7" creationId="{7988CBAD-87D1-C7AB-A2E7-063A65F6B449}"/>
          </ac:spMkLst>
        </pc:spChg>
        <pc:spChg chg="mod">
          <ac:chgData name="Cesar Augusto Lopez Gallego" userId="0dfa9112-9251-4882-b472-cf2dfcee09d1" providerId="ADAL" clId="{052A70DE-E6CC-45BC-8B9E-B43963BD4046}" dt="2025-02-11T19:08:49.915" v="141" actId="20577"/>
          <ac:spMkLst>
            <pc:docMk/>
            <pc:sldMk cId="1327411697" sldId="292"/>
            <ac:spMk id="8" creationId="{A54AD0DF-2FFC-1E3D-C6F2-6B80124CA7AD}"/>
          </ac:spMkLst>
        </pc:spChg>
      </pc:sldChg>
      <pc:sldChg chg="addSp delSp modSp add mod modAnim">
        <pc:chgData name="Cesar Augusto Lopez Gallego" userId="0dfa9112-9251-4882-b472-cf2dfcee09d1" providerId="ADAL" clId="{052A70DE-E6CC-45BC-8B9E-B43963BD4046}" dt="2025-02-11T19:14:24.720" v="175"/>
        <pc:sldMkLst>
          <pc:docMk/>
          <pc:sldMk cId="416775828" sldId="293"/>
        </pc:sldMkLst>
        <pc:spChg chg="mod">
          <ac:chgData name="Cesar Augusto Lopez Gallego" userId="0dfa9112-9251-4882-b472-cf2dfcee09d1" providerId="ADAL" clId="{052A70DE-E6CC-45BC-8B9E-B43963BD4046}" dt="2025-02-11T19:11:10.234" v="158" actId="1076"/>
          <ac:spMkLst>
            <pc:docMk/>
            <pc:sldMk cId="416775828" sldId="293"/>
            <ac:spMk id="3" creationId="{CB4F024D-5E01-322D-BF9F-74CA18496885}"/>
          </ac:spMkLst>
        </pc:spChg>
        <pc:spChg chg="mod">
          <ac:chgData name="Cesar Augusto Lopez Gallego" userId="0dfa9112-9251-4882-b472-cf2dfcee09d1" providerId="ADAL" clId="{052A70DE-E6CC-45BC-8B9E-B43963BD4046}" dt="2025-02-07T23:18:27.959" v="19" actId="20577"/>
          <ac:spMkLst>
            <pc:docMk/>
            <pc:sldMk cId="416775828" sldId="293"/>
            <ac:spMk id="4" creationId="{38EC8A65-F316-F68C-0B93-9288ABDCB828}"/>
          </ac:spMkLst>
        </pc:spChg>
        <pc:spChg chg="add mod">
          <ac:chgData name="Cesar Augusto Lopez Gallego" userId="0dfa9112-9251-4882-b472-cf2dfcee09d1" providerId="ADAL" clId="{052A70DE-E6CC-45BC-8B9E-B43963BD4046}" dt="2025-02-11T19:14:12.569" v="173" actId="1076"/>
          <ac:spMkLst>
            <pc:docMk/>
            <pc:sldMk cId="416775828" sldId="293"/>
            <ac:spMk id="9" creationId="{FF402F1A-5192-447B-A324-4DE33B8DB23F}"/>
          </ac:spMkLst>
        </pc:spChg>
      </pc:sldChg>
      <pc:sldChg chg="modSp mod modAnim">
        <pc:chgData name="Cesar Augusto Lopez Gallego" userId="0dfa9112-9251-4882-b472-cf2dfcee09d1" providerId="ADAL" clId="{052A70DE-E6CC-45BC-8B9E-B43963BD4046}" dt="2025-02-11T19:19:40.294" v="191"/>
        <pc:sldMkLst>
          <pc:docMk/>
          <pc:sldMk cId="1171318196" sldId="294"/>
        </pc:sldMkLst>
        <pc:spChg chg="mod">
          <ac:chgData name="Cesar Augusto Lopez Gallego" userId="0dfa9112-9251-4882-b472-cf2dfcee09d1" providerId="ADAL" clId="{052A70DE-E6CC-45BC-8B9E-B43963BD4046}" dt="2025-02-11T19:19:30.663" v="189" actId="12"/>
          <ac:spMkLst>
            <pc:docMk/>
            <pc:sldMk cId="1171318196" sldId="294"/>
            <ac:spMk id="9" creationId="{1AA330CC-2D15-1229-779D-E0B49211CF47}"/>
          </ac:spMkLst>
        </pc:spChg>
      </pc:sldChg>
      <pc:sldChg chg="modAnim">
        <pc:chgData name="Cesar Augusto Lopez Gallego" userId="0dfa9112-9251-4882-b472-cf2dfcee09d1" providerId="ADAL" clId="{052A70DE-E6CC-45BC-8B9E-B43963BD4046}" dt="2025-02-11T19:20:39.060" v="199"/>
        <pc:sldMkLst>
          <pc:docMk/>
          <pc:sldMk cId="3725558208" sldId="295"/>
        </pc:sldMkLst>
      </pc:sldChg>
      <pc:sldChg chg="modAnim">
        <pc:chgData name="Cesar Augusto Lopez Gallego" userId="0dfa9112-9251-4882-b472-cf2dfcee09d1" providerId="ADAL" clId="{052A70DE-E6CC-45BC-8B9E-B43963BD4046}" dt="2025-02-11T19:21:33.923" v="203"/>
        <pc:sldMkLst>
          <pc:docMk/>
          <pc:sldMk cId="4054179508" sldId="296"/>
        </pc:sldMkLst>
      </pc:sldChg>
      <pc:sldChg chg="modAnim">
        <pc:chgData name="Cesar Augusto Lopez Gallego" userId="0dfa9112-9251-4882-b472-cf2dfcee09d1" providerId="ADAL" clId="{052A70DE-E6CC-45BC-8B9E-B43963BD4046}" dt="2025-02-11T19:22:42.434" v="207"/>
        <pc:sldMkLst>
          <pc:docMk/>
          <pc:sldMk cId="2076937284" sldId="297"/>
        </pc:sldMkLst>
      </pc:sldChg>
      <pc:sldChg chg="addSp modSp mod modAnim">
        <pc:chgData name="Cesar Augusto Lopez Gallego" userId="0dfa9112-9251-4882-b472-cf2dfcee09d1" providerId="ADAL" clId="{052A70DE-E6CC-45BC-8B9E-B43963BD4046}" dt="2025-02-11T19:16:10.227" v="182"/>
        <pc:sldMkLst>
          <pc:docMk/>
          <pc:sldMk cId="2684265172" sldId="298"/>
        </pc:sldMkLst>
        <pc:spChg chg="mod">
          <ac:chgData name="Cesar Augusto Lopez Gallego" userId="0dfa9112-9251-4882-b472-cf2dfcee09d1" providerId="ADAL" clId="{052A70DE-E6CC-45BC-8B9E-B43963BD4046}" dt="2025-02-11T19:15:26.042" v="177" actId="12"/>
          <ac:spMkLst>
            <pc:docMk/>
            <pc:sldMk cId="2684265172" sldId="298"/>
            <ac:spMk id="3" creationId="{0C2079CF-459E-7D9B-28F8-B0FB2E526A77}"/>
          </ac:spMkLst>
        </pc:spChg>
        <pc:spChg chg="mod">
          <ac:chgData name="Cesar Augusto Lopez Gallego" userId="0dfa9112-9251-4882-b472-cf2dfcee09d1" providerId="ADAL" clId="{052A70DE-E6CC-45BC-8B9E-B43963BD4046}" dt="2025-02-11T19:16:03.202" v="180" actId="164"/>
          <ac:spMkLst>
            <pc:docMk/>
            <pc:sldMk cId="2684265172" sldId="298"/>
            <ac:spMk id="14" creationId="{313DCC2A-46EB-F18C-C6C1-88B3958C1C52}"/>
          </ac:spMkLst>
        </pc:spChg>
        <pc:spChg chg="mod">
          <ac:chgData name="Cesar Augusto Lopez Gallego" userId="0dfa9112-9251-4882-b472-cf2dfcee09d1" providerId="ADAL" clId="{052A70DE-E6CC-45BC-8B9E-B43963BD4046}" dt="2025-02-11T19:16:03.202" v="180" actId="164"/>
          <ac:spMkLst>
            <pc:docMk/>
            <pc:sldMk cId="2684265172" sldId="298"/>
            <ac:spMk id="19" creationId="{D7AC96B8-7EB9-4FD1-D1F4-61083F1A2951}"/>
          </ac:spMkLst>
        </pc:spChg>
        <pc:grpChg chg="add mod">
          <ac:chgData name="Cesar Augusto Lopez Gallego" userId="0dfa9112-9251-4882-b472-cf2dfcee09d1" providerId="ADAL" clId="{052A70DE-E6CC-45BC-8B9E-B43963BD4046}" dt="2025-02-11T19:16:06.010" v="181" actId="1076"/>
          <ac:grpSpMkLst>
            <pc:docMk/>
            <pc:sldMk cId="2684265172" sldId="298"/>
            <ac:grpSpMk id="2" creationId="{3C8CAAB7-4883-4360-B406-7A7389FADC8D}"/>
          </ac:grpSpMkLst>
        </pc:grpChg>
        <pc:grpChg chg="mod">
          <ac:chgData name="Cesar Augusto Lopez Gallego" userId="0dfa9112-9251-4882-b472-cf2dfcee09d1" providerId="ADAL" clId="{052A70DE-E6CC-45BC-8B9E-B43963BD4046}" dt="2025-02-11T19:16:03.202" v="180" actId="164"/>
          <ac:grpSpMkLst>
            <pc:docMk/>
            <pc:sldMk cId="2684265172" sldId="298"/>
            <ac:grpSpMk id="11" creationId="{6B277663-C024-36B5-FC87-4ADA01843211}"/>
          </ac:grpSpMkLst>
        </pc:grpChg>
        <pc:picChg chg="mod">
          <ac:chgData name="Cesar Augusto Lopez Gallego" userId="0dfa9112-9251-4882-b472-cf2dfcee09d1" providerId="ADAL" clId="{052A70DE-E6CC-45BC-8B9E-B43963BD4046}" dt="2025-02-11T19:16:03.202" v="180" actId="164"/>
          <ac:picMkLst>
            <pc:docMk/>
            <pc:sldMk cId="2684265172" sldId="298"/>
            <ac:picMk id="12" creationId="{88C07D73-CDD7-590B-3F8B-B78C6574481A}"/>
          </ac:picMkLst>
        </pc:picChg>
        <pc:cxnChg chg="mod">
          <ac:chgData name="Cesar Augusto Lopez Gallego" userId="0dfa9112-9251-4882-b472-cf2dfcee09d1" providerId="ADAL" clId="{052A70DE-E6CC-45BC-8B9E-B43963BD4046}" dt="2025-02-11T19:16:03.202" v="180" actId="164"/>
          <ac:cxnSpMkLst>
            <pc:docMk/>
            <pc:sldMk cId="2684265172" sldId="298"/>
            <ac:cxnSpMk id="5" creationId="{DE3DF8BC-0D37-F4AD-F67F-A1C6FEDC2F6D}"/>
          </ac:cxnSpMkLst>
        </pc:cxnChg>
        <pc:cxnChg chg="mod">
          <ac:chgData name="Cesar Augusto Lopez Gallego" userId="0dfa9112-9251-4882-b472-cf2dfcee09d1" providerId="ADAL" clId="{052A70DE-E6CC-45BC-8B9E-B43963BD4046}" dt="2025-02-11T19:16:03.202" v="180" actId="164"/>
          <ac:cxnSpMkLst>
            <pc:docMk/>
            <pc:sldMk cId="2684265172" sldId="298"/>
            <ac:cxnSpMk id="17" creationId="{B2DC5CA1-11F5-B55D-6994-456D9D04E3EC}"/>
          </ac:cxnSpMkLst>
        </pc:cxnChg>
        <pc:cxnChg chg="mod">
          <ac:chgData name="Cesar Augusto Lopez Gallego" userId="0dfa9112-9251-4882-b472-cf2dfcee09d1" providerId="ADAL" clId="{052A70DE-E6CC-45BC-8B9E-B43963BD4046}" dt="2025-02-11T19:16:03.202" v="180" actId="164"/>
          <ac:cxnSpMkLst>
            <pc:docMk/>
            <pc:sldMk cId="2684265172" sldId="298"/>
            <ac:cxnSpMk id="20" creationId="{A95342A2-2B38-94D3-8C3A-FCBCE0DF3195}"/>
          </ac:cxnSpMkLst>
        </pc:cxnChg>
      </pc:sldChg>
      <pc:sldChg chg="modAnim">
        <pc:chgData name="Cesar Augusto Lopez Gallego" userId="0dfa9112-9251-4882-b472-cf2dfcee09d1" providerId="ADAL" clId="{052A70DE-E6CC-45BC-8B9E-B43963BD4046}" dt="2025-02-11T19:16:46.804" v="188"/>
        <pc:sldMkLst>
          <pc:docMk/>
          <pc:sldMk cId="1291327878" sldId="299"/>
        </pc:sldMkLst>
      </pc:sldChg>
      <pc:sldChg chg="modAnim">
        <pc:chgData name="Cesar Augusto Lopez Gallego" userId="0dfa9112-9251-4882-b472-cf2dfcee09d1" providerId="ADAL" clId="{052A70DE-E6CC-45BC-8B9E-B43963BD4046}" dt="2025-02-11T19:24:52.256" v="209"/>
        <pc:sldMkLst>
          <pc:docMk/>
          <pc:sldMk cId="2348904713" sldId="300"/>
        </pc:sldMkLst>
      </pc:sldChg>
      <pc:sldChg chg="modAnim">
        <pc:chgData name="Cesar Augusto Lopez Gallego" userId="0dfa9112-9251-4882-b472-cf2dfcee09d1" providerId="ADAL" clId="{052A70DE-E6CC-45BC-8B9E-B43963BD4046}" dt="2025-02-11T19:25:07.266" v="211"/>
        <pc:sldMkLst>
          <pc:docMk/>
          <pc:sldMk cId="2073287479" sldId="301"/>
        </pc:sldMkLst>
      </pc:sldChg>
      <pc:sldChg chg="modAnim">
        <pc:chgData name="Cesar Augusto Lopez Gallego" userId="0dfa9112-9251-4882-b472-cf2dfcee09d1" providerId="ADAL" clId="{052A70DE-E6CC-45BC-8B9E-B43963BD4046}" dt="2025-02-11T19:25:23.502" v="213"/>
        <pc:sldMkLst>
          <pc:docMk/>
          <pc:sldMk cId="1197823999" sldId="302"/>
        </pc:sldMkLst>
      </pc:sldChg>
      <pc:sldChg chg="modSp mod">
        <pc:chgData name="Cesar Augusto Lopez Gallego" userId="0dfa9112-9251-4882-b472-cf2dfcee09d1" providerId="ADAL" clId="{052A70DE-E6CC-45BC-8B9E-B43963BD4046}" dt="2025-02-12T12:16:51.674" v="236" actId="255"/>
        <pc:sldMkLst>
          <pc:docMk/>
          <pc:sldMk cId="295547570" sldId="303"/>
        </pc:sldMkLst>
        <pc:spChg chg="mod">
          <ac:chgData name="Cesar Augusto Lopez Gallego" userId="0dfa9112-9251-4882-b472-cf2dfcee09d1" providerId="ADAL" clId="{052A70DE-E6CC-45BC-8B9E-B43963BD4046}" dt="2025-02-12T12:16:24.818" v="225" actId="14100"/>
          <ac:spMkLst>
            <pc:docMk/>
            <pc:sldMk cId="295547570" sldId="303"/>
            <ac:spMk id="2" creationId="{00000000-0000-0000-0000-000000000000}"/>
          </ac:spMkLst>
        </pc:spChg>
        <pc:spChg chg="mod">
          <ac:chgData name="Cesar Augusto Lopez Gallego" userId="0dfa9112-9251-4882-b472-cf2dfcee09d1" providerId="ADAL" clId="{052A70DE-E6CC-45BC-8B9E-B43963BD4046}" dt="2025-02-12T12:16:51.674" v="236" actId="255"/>
          <ac:spMkLst>
            <pc:docMk/>
            <pc:sldMk cId="295547570" sldId="303"/>
            <ac:spMk id="7" creationId="{15636315-93BD-47D3-9B45-776339287A50}"/>
          </ac:spMkLst>
        </pc:spChg>
      </pc:sldChg>
      <pc:sldChg chg="modSp mod">
        <pc:chgData name="Cesar Augusto Lopez Gallego" userId="0dfa9112-9251-4882-b472-cf2dfcee09d1" providerId="ADAL" clId="{052A70DE-E6CC-45BC-8B9E-B43963BD4046}" dt="2025-02-14T20:30:02.534" v="241" actId="1076"/>
        <pc:sldMkLst>
          <pc:docMk/>
          <pc:sldMk cId="3686965534" sldId="304"/>
        </pc:sldMkLst>
        <pc:spChg chg="mod">
          <ac:chgData name="Cesar Augusto Lopez Gallego" userId="0dfa9112-9251-4882-b472-cf2dfcee09d1" providerId="ADAL" clId="{052A70DE-E6CC-45BC-8B9E-B43963BD4046}" dt="2025-02-14T20:30:02.534" v="241" actId="1076"/>
          <ac:spMkLst>
            <pc:docMk/>
            <pc:sldMk cId="3686965534" sldId="304"/>
            <ac:spMk id="2" creationId="{00000000-0000-0000-0000-000000000000}"/>
          </ac:spMkLst>
        </pc:spChg>
        <pc:spChg chg="mod">
          <ac:chgData name="Cesar Augusto Lopez Gallego" userId="0dfa9112-9251-4882-b472-cf2dfcee09d1" providerId="ADAL" clId="{052A70DE-E6CC-45BC-8B9E-B43963BD4046}" dt="2025-02-12T12:16:36.987" v="228" actId="27636"/>
          <ac:spMkLst>
            <pc:docMk/>
            <pc:sldMk cId="3686965534" sldId="304"/>
            <ac:spMk id="5" creationId="{F59DFCA2-6812-4972-858E-C84B675DCF70}"/>
          </ac:spMkLst>
        </pc:spChg>
      </pc:sldChg>
      <pc:sldChg chg="addSp delSp modSp new mod">
        <pc:chgData name="Cesar Augusto Lopez Gallego" userId="0dfa9112-9251-4882-b472-cf2dfcee09d1" providerId="ADAL" clId="{052A70DE-E6CC-45BC-8B9E-B43963BD4046}" dt="2025-02-14T21:01:08.112" v="2826" actId="20577"/>
        <pc:sldMkLst>
          <pc:docMk/>
          <pc:sldMk cId="422681083" sldId="305"/>
        </pc:sldMkLst>
        <pc:spChg chg="del">
          <ac:chgData name="Cesar Augusto Lopez Gallego" userId="0dfa9112-9251-4882-b472-cf2dfcee09d1" providerId="ADAL" clId="{052A70DE-E6CC-45BC-8B9E-B43963BD4046}" dt="2025-02-14T20:29:53.493" v="238" actId="478"/>
          <ac:spMkLst>
            <pc:docMk/>
            <pc:sldMk cId="422681083" sldId="305"/>
            <ac:spMk id="2" creationId="{BB03AA07-6A1C-4D49-A885-D9B964A7F36E}"/>
          </ac:spMkLst>
        </pc:spChg>
        <pc:spChg chg="del">
          <ac:chgData name="Cesar Augusto Lopez Gallego" userId="0dfa9112-9251-4882-b472-cf2dfcee09d1" providerId="ADAL" clId="{052A70DE-E6CC-45BC-8B9E-B43963BD4046}" dt="2025-02-14T20:29:53.493" v="238" actId="478"/>
          <ac:spMkLst>
            <pc:docMk/>
            <pc:sldMk cId="422681083" sldId="305"/>
            <ac:spMk id="3" creationId="{A4FF74CE-46F5-4B11-927E-59CE2A6C3E32}"/>
          </ac:spMkLst>
        </pc:spChg>
        <pc:spChg chg="add mod">
          <ac:chgData name="Cesar Augusto Lopez Gallego" userId="0dfa9112-9251-4882-b472-cf2dfcee09d1" providerId="ADAL" clId="{052A70DE-E6CC-45BC-8B9E-B43963BD4046}" dt="2025-02-14T20:30:40.195" v="318" actId="27636"/>
          <ac:spMkLst>
            <pc:docMk/>
            <pc:sldMk cId="422681083" sldId="305"/>
            <ac:spMk id="4" creationId="{39B7BFF4-D8E0-4B73-AF99-96BF84FB12C9}"/>
          </ac:spMkLst>
        </pc:spChg>
        <pc:spChg chg="add del mod">
          <ac:chgData name="Cesar Augusto Lopez Gallego" userId="0dfa9112-9251-4882-b472-cf2dfcee09d1" providerId="ADAL" clId="{052A70DE-E6CC-45BC-8B9E-B43963BD4046}" dt="2025-02-14T20:42:04.272" v="1719" actId="478"/>
          <ac:spMkLst>
            <pc:docMk/>
            <pc:sldMk cId="422681083" sldId="305"/>
            <ac:spMk id="5" creationId="{8585E7C0-048A-41D8-9A63-A5A5FC2B82C0}"/>
          </ac:spMkLst>
        </pc:spChg>
        <pc:spChg chg="add mod">
          <ac:chgData name="Cesar Augusto Lopez Gallego" userId="0dfa9112-9251-4882-b472-cf2dfcee09d1" providerId="ADAL" clId="{052A70DE-E6CC-45BC-8B9E-B43963BD4046}" dt="2025-02-14T21:01:08.112" v="2826" actId="20577"/>
          <ac:spMkLst>
            <pc:docMk/>
            <pc:sldMk cId="422681083" sldId="305"/>
            <ac:spMk id="6" creationId="{5C0C99DA-22F6-46E8-BA20-C0B99D54A67D}"/>
          </ac:spMkLst>
        </pc:spChg>
      </pc:sldChg>
      <pc:sldChg chg="addSp delSp modSp add mod">
        <pc:chgData name="Cesar Augusto Lopez Gallego" userId="0dfa9112-9251-4882-b472-cf2dfcee09d1" providerId="ADAL" clId="{052A70DE-E6CC-45BC-8B9E-B43963BD4046}" dt="2025-02-14T21:01:18.951" v="2835" actId="20577"/>
        <pc:sldMkLst>
          <pc:docMk/>
          <pc:sldMk cId="565602947" sldId="306"/>
        </pc:sldMkLst>
        <pc:spChg chg="add mod">
          <ac:chgData name="Cesar Augusto Lopez Gallego" userId="0dfa9112-9251-4882-b472-cf2dfcee09d1" providerId="ADAL" clId="{052A70DE-E6CC-45BC-8B9E-B43963BD4046}" dt="2025-02-14T21:00:30.392" v="2760" actId="20577"/>
          <ac:spMkLst>
            <pc:docMk/>
            <pc:sldMk cId="565602947" sldId="306"/>
            <ac:spMk id="2" creationId="{67B01726-0EC2-430D-8B81-B1FCF708CAEE}"/>
          </ac:spMkLst>
        </pc:spChg>
        <pc:spChg chg="mod">
          <ac:chgData name="Cesar Augusto Lopez Gallego" userId="0dfa9112-9251-4882-b472-cf2dfcee09d1" providerId="ADAL" clId="{052A70DE-E6CC-45BC-8B9E-B43963BD4046}" dt="2025-02-14T21:01:18.951" v="2835" actId="20577"/>
          <ac:spMkLst>
            <pc:docMk/>
            <pc:sldMk cId="565602947" sldId="306"/>
            <ac:spMk id="4" creationId="{39B7BFF4-D8E0-4B73-AF99-96BF84FB12C9}"/>
          </ac:spMkLst>
        </pc:spChg>
        <pc:spChg chg="mod">
          <ac:chgData name="Cesar Augusto Lopez Gallego" userId="0dfa9112-9251-4882-b472-cf2dfcee09d1" providerId="ADAL" clId="{052A70DE-E6CC-45BC-8B9E-B43963BD4046}" dt="2025-02-14T20:52:02.030" v="2458" actId="1076"/>
          <ac:spMkLst>
            <pc:docMk/>
            <pc:sldMk cId="565602947" sldId="306"/>
            <ac:spMk id="5" creationId="{8585E7C0-048A-41D8-9A63-A5A5FC2B82C0}"/>
          </ac:spMkLst>
        </pc:spChg>
        <pc:spChg chg="del">
          <ac:chgData name="Cesar Augusto Lopez Gallego" userId="0dfa9112-9251-4882-b472-cf2dfcee09d1" providerId="ADAL" clId="{052A70DE-E6CC-45BC-8B9E-B43963BD4046}" dt="2025-02-14T20:42:13.896" v="1721" actId="478"/>
          <ac:spMkLst>
            <pc:docMk/>
            <pc:sldMk cId="565602947" sldId="306"/>
            <ac:spMk id="6" creationId="{5C0C99DA-22F6-46E8-BA20-C0B99D54A67D}"/>
          </ac:spMkLst>
        </pc:spChg>
        <pc:spChg chg="add mod">
          <ac:chgData name="Cesar Augusto Lopez Gallego" userId="0dfa9112-9251-4882-b472-cf2dfcee09d1" providerId="ADAL" clId="{052A70DE-E6CC-45BC-8B9E-B43963BD4046}" dt="2025-02-14T21:00:38.471" v="2766" actId="20577"/>
          <ac:spMkLst>
            <pc:docMk/>
            <pc:sldMk cId="565602947" sldId="306"/>
            <ac:spMk id="7" creationId="{CAA86407-759D-4645-8317-502DA4984741}"/>
          </ac:spMkLst>
        </pc:spChg>
        <pc:spChg chg="add mod">
          <ac:chgData name="Cesar Augusto Lopez Gallego" userId="0dfa9112-9251-4882-b472-cf2dfcee09d1" providerId="ADAL" clId="{052A70DE-E6CC-45BC-8B9E-B43963BD4046}" dt="2025-02-14T21:00:34.976" v="2764" actId="20577"/>
          <ac:spMkLst>
            <pc:docMk/>
            <pc:sldMk cId="565602947" sldId="306"/>
            <ac:spMk id="8" creationId="{C736D5E5-4998-49FF-BA2F-F3A1D75F7DDA}"/>
          </ac:spMkLst>
        </pc:spChg>
        <pc:spChg chg="add mod">
          <ac:chgData name="Cesar Augusto Lopez Gallego" userId="0dfa9112-9251-4882-b472-cf2dfcee09d1" providerId="ADAL" clId="{052A70DE-E6CC-45BC-8B9E-B43963BD4046}" dt="2025-02-14T21:00:43.448" v="2770" actId="20577"/>
          <ac:spMkLst>
            <pc:docMk/>
            <pc:sldMk cId="565602947" sldId="306"/>
            <ac:spMk id="9" creationId="{E8A5DC4A-427F-43A8-A678-A9475331200A}"/>
          </ac:spMkLst>
        </pc:spChg>
        <pc:cxnChg chg="add">
          <ac:chgData name="Cesar Augusto Lopez Gallego" userId="0dfa9112-9251-4882-b472-cf2dfcee09d1" providerId="ADAL" clId="{052A70DE-E6CC-45BC-8B9E-B43963BD4046}" dt="2025-02-14T20:59:34.800" v="2746" actId="11529"/>
          <ac:cxnSpMkLst>
            <pc:docMk/>
            <pc:sldMk cId="565602947" sldId="306"/>
            <ac:cxnSpMk id="10" creationId="{85E5EDE3-B657-43A7-B647-6CFDB5B1D892}"/>
          </ac:cxnSpMkLst>
        </pc:cxnChg>
        <pc:cxnChg chg="add">
          <ac:chgData name="Cesar Augusto Lopez Gallego" userId="0dfa9112-9251-4882-b472-cf2dfcee09d1" providerId="ADAL" clId="{052A70DE-E6CC-45BC-8B9E-B43963BD4046}" dt="2025-02-14T20:59:44.120" v="2747" actId="11529"/>
          <ac:cxnSpMkLst>
            <pc:docMk/>
            <pc:sldMk cId="565602947" sldId="306"/>
            <ac:cxnSpMk id="12" creationId="{79F15531-0D4F-4187-859F-A086CF053493}"/>
          </ac:cxnSpMkLst>
        </pc:cxnChg>
        <pc:cxnChg chg="add mod">
          <ac:chgData name="Cesar Augusto Lopez Gallego" userId="0dfa9112-9251-4882-b472-cf2dfcee09d1" providerId="ADAL" clId="{052A70DE-E6CC-45BC-8B9E-B43963BD4046}" dt="2025-02-14T21:00:05.826" v="2750" actId="14100"/>
          <ac:cxnSpMkLst>
            <pc:docMk/>
            <pc:sldMk cId="565602947" sldId="306"/>
            <ac:cxnSpMk id="14" creationId="{E0D1D38F-9E65-42E8-9A14-60336F90447F}"/>
          </ac:cxnSpMkLst>
        </pc:cxnChg>
        <pc:cxnChg chg="add">
          <ac:chgData name="Cesar Augusto Lopez Gallego" userId="0dfa9112-9251-4882-b472-cf2dfcee09d1" providerId="ADAL" clId="{052A70DE-E6CC-45BC-8B9E-B43963BD4046}" dt="2025-02-14T20:59:59.536" v="2749" actId="11529"/>
          <ac:cxnSpMkLst>
            <pc:docMk/>
            <pc:sldMk cId="565602947" sldId="306"/>
            <ac:cxnSpMk id="16" creationId="{F47422DF-E3B6-4CD0-B0AA-C5007D0AE918}"/>
          </ac:cxnSpMkLst>
        </pc:cxnChg>
      </pc:sldChg>
    </pc:docChg>
  </pc:docChgLst>
  <pc:docChgLst>
    <pc:chgData name="Cesar Augusto Lopez Gallego" userId="S::cesar.lopezg@upb.edu.co::0dfa9112-9251-4882-b472-cf2dfcee09d1" providerId="AD" clId="Web-{CB81AC48-B2FA-7CAA-6685-4376B77A5835}"/>
    <pc:docChg chg="addSld modSld">
      <pc:chgData name="Cesar Augusto Lopez Gallego" userId="S::cesar.lopezg@upb.edu.co::0dfa9112-9251-4882-b472-cf2dfcee09d1" providerId="AD" clId="Web-{CB81AC48-B2FA-7CAA-6685-4376B77A5835}" dt="2025-02-07T10:45:09.507" v="34" actId="1076"/>
      <pc:docMkLst>
        <pc:docMk/>
      </pc:docMkLst>
      <pc:sldChg chg="addSp modSp">
        <pc:chgData name="Cesar Augusto Lopez Gallego" userId="S::cesar.lopezg@upb.edu.co::0dfa9112-9251-4882-b472-cf2dfcee09d1" providerId="AD" clId="Web-{CB81AC48-B2FA-7CAA-6685-4376B77A5835}" dt="2025-02-07T10:42:37.628" v="4" actId="1076"/>
        <pc:sldMkLst>
          <pc:docMk/>
          <pc:sldMk cId="1475278409" sldId="291"/>
        </pc:sldMkLst>
        <pc:spChg chg="mod">
          <ac:chgData name="Cesar Augusto Lopez Gallego" userId="S::cesar.lopezg@upb.edu.co::0dfa9112-9251-4882-b472-cf2dfcee09d1" providerId="AD" clId="Web-{CB81AC48-B2FA-7CAA-6685-4376B77A5835}" dt="2025-02-07T10:41:12.891" v="2" actId="1076"/>
          <ac:spMkLst>
            <pc:docMk/>
            <pc:sldMk cId="1475278409" sldId="291"/>
            <ac:spMk id="2" creationId="{72C30A88-5E99-0254-C0B3-E086F611289F}"/>
          </ac:spMkLst>
        </pc:spChg>
        <pc:picChg chg="mod">
          <ac:chgData name="Cesar Augusto Lopez Gallego" userId="S::cesar.lopezg@upb.edu.co::0dfa9112-9251-4882-b472-cf2dfcee09d1" providerId="AD" clId="Web-{CB81AC48-B2FA-7CAA-6685-4376B77A5835}" dt="2025-02-07T10:41:04.203" v="1" actId="1076"/>
          <ac:picMkLst>
            <pc:docMk/>
            <pc:sldMk cId="1475278409" sldId="291"/>
            <ac:picMk id="5" creationId="{7B425E77-B0B6-1055-988F-A278B692F485}"/>
          </ac:picMkLst>
        </pc:picChg>
        <pc:picChg chg="add mod">
          <ac:chgData name="Cesar Augusto Lopez Gallego" userId="S::cesar.lopezg@upb.edu.co::0dfa9112-9251-4882-b472-cf2dfcee09d1" providerId="AD" clId="Web-{CB81AC48-B2FA-7CAA-6685-4376B77A5835}" dt="2025-02-07T10:42:37.628" v="4" actId="1076"/>
          <ac:picMkLst>
            <pc:docMk/>
            <pc:sldMk cId="1475278409" sldId="291"/>
            <ac:picMk id="6" creationId="{582B6685-BEC4-C5C5-B27F-E2D8F46E6058}"/>
          </ac:picMkLst>
        </pc:picChg>
      </pc:sldChg>
      <pc:sldChg chg="addSp delSp modSp add replId">
        <pc:chgData name="Cesar Augusto Lopez Gallego" userId="S::cesar.lopezg@upb.edu.co::0dfa9112-9251-4882-b472-cf2dfcee09d1" providerId="AD" clId="Web-{CB81AC48-B2FA-7CAA-6685-4376B77A5835}" dt="2025-02-07T10:45:09.507" v="34" actId="1076"/>
        <pc:sldMkLst>
          <pc:docMk/>
          <pc:sldMk cId="1327411697" sldId="292"/>
        </pc:sldMkLst>
        <pc:spChg chg="add mod">
          <ac:chgData name="Cesar Augusto Lopez Gallego" userId="S::cesar.lopezg@upb.edu.co::0dfa9112-9251-4882-b472-cf2dfcee09d1" providerId="AD" clId="Web-{CB81AC48-B2FA-7CAA-6685-4376B77A5835}" dt="2025-02-07T10:44:57.194" v="30" actId="14100"/>
          <ac:spMkLst>
            <pc:docMk/>
            <pc:sldMk cId="1327411697" sldId="292"/>
            <ac:spMk id="7" creationId="{7988CBAD-87D1-C7AB-A2E7-063A65F6B449}"/>
          </ac:spMkLst>
        </pc:spChg>
        <pc:spChg chg="add mod">
          <ac:chgData name="Cesar Augusto Lopez Gallego" userId="S::cesar.lopezg@upb.edu.co::0dfa9112-9251-4882-b472-cf2dfcee09d1" providerId="AD" clId="Web-{CB81AC48-B2FA-7CAA-6685-4376B77A5835}" dt="2025-02-07T10:45:09.507" v="34" actId="1076"/>
          <ac:spMkLst>
            <pc:docMk/>
            <pc:sldMk cId="1327411697" sldId="292"/>
            <ac:spMk id="8" creationId="{A54AD0DF-2FFC-1E3D-C6F2-6B80124CA7AD}"/>
          </ac:spMkLst>
        </pc:spChg>
      </pc:sldChg>
    </pc:docChg>
  </pc:docChgLst>
  <pc:docChgLst>
    <pc:chgData name="Cesar Augusto Lopez Gallego" userId="S::cesar.lopezg@upb.edu.co::0dfa9112-9251-4882-b472-cf2dfcee09d1" providerId="AD" clId="Web-{438999C7-BABF-D3ED-390D-1C610FF7E953}"/>
    <pc:docChg chg="addSld modSld">
      <pc:chgData name="Cesar Augusto Lopez Gallego" userId="S::cesar.lopezg@upb.edu.co::0dfa9112-9251-4882-b472-cf2dfcee09d1" providerId="AD" clId="Web-{438999C7-BABF-D3ED-390D-1C610FF7E953}" dt="2025-02-10T18:50:07.233" v="120" actId="20577"/>
      <pc:docMkLst>
        <pc:docMk/>
      </pc:docMkLst>
      <pc:sldChg chg="addSp modSp">
        <pc:chgData name="Cesar Augusto Lopez Gallego" userId="S::cesar.lopezg@upb.edu.co::0dfa9112-9251-4882-b472-cf2dfcee09d1" providerId="AD" clId="Web-{438999C7-BABF-D3ED-390D-1C610FF7E953}" dt="2025-02-10T16:28:20.740" v="44" actId="1076"/>
        <pc:sldMkLst>
          <pc:docMk/>
          <pc:sldMk cId="2076937284" sldId="297"/>
        </pc:sldMkLst>
        <pc:spChg chg="add mod">
          <ac:chgData name="Cesar Augusto Lopez Gallego" userId="S::cesar.lopezg@upb.edu.co::0dfa9112-9251-4882-b472-cf2dfcee09d1" providerId="AD" clId="Web-{438999C7-BABF-D3ED-390D-1C610FF7E953}" dt="2025-02-10T16:28:20.740" v="44" actId="1076"/>
          <ac:spMkLst>
            <pc:docMk/>
            <pc:sldMk cId="2076937284" sldId="297"/>
            <ac:spMk id="3" creationId="{FBA6D5CE-1F3F-B9B5-DA5C-DD568064A700}"/>
          </ac:spMkLst>
        </pc:spChg>
        <pc:picChg chg="mod">
          <ac:chgData name="Cesar Augusto Lopez Gallego" userId="S::cesar.lopezg@upb.edu.co::0dfa9112-9251-4882-b472-cf2dfcee09d1" providerId="AD" clId="Web-{438999C7-BABF-D3ED-390D-1C610FF7E953}" dt="2025-02-10T16:28:08.146" v="41" actId="1076"/>
          <ac:picMkLst>
            <pc:docMk/>
            <pc:sldMk cId="2076937284" sldId="297"/>
            <ac:picMk id="17" creationId="{2C8EA22B-9BFA-9780-96F0-EEBF488688D1}"/>
          </ac:picMkLst>
        </pc:picChg>
        <pc:cxnChg chg="mod">
          <ac:chgData name="Cesar Augusto Lopez Gallego" userId="S::cesar.lopezg@upb.edu.co::0dfa9112-9251-4882-b472-cf2dfcee09d1" providerId="AD" clId="Web-{438999C7-BABF-D3ED-390D-1C610FF7E953}" dt="2025-02-10T16:28:12.521" v="42" actId="14100"/>
          <ac:cxnSpMkLst>
            <pc:docMk/>
            <pc:sldMk cId="2076937284" sldId="297"/>
            <ac:cxnSpMk id="19" creationId="{04E68FD8-7955-A9A4-8FC0-7B646B9E5688}"/>
          </ac:cxnSpMkLst>
        </pc:cxnChg>
      </pc:sldChg>
      <pc:sldChg chg="addSp delSp modSp add replId">
        <pc:chgData name="Cesar Augusto Lopez Gallego" userId="S::cesar.lopezg@upb.edu.co::0dfa9112-9251-4882-b472-cf2dfcee09d1" providerId="AD" clId="Web-{438999C7-BABF-D3ED-390D-1C610FF7E953}" dt="2025-02-10T16:29:41.323" v="64" actId="20577"/>
        <pc:sldMkLst>
          <pc:docMk/>
          <pc:sldMk cId="2348904713" sldId="300"/>
        </pc:sldMkLst>
        <pc:spChg chg="add del mod">
          <ac:chgData name="Cesar Augusto Lopez Gallego" userId="S::cesar.lopezg@upb.edu.co::0dfa9112-9251-4882-b472-cf2dfcee09d1" providerId="AD" clId="Web-{438999C7-BABF-D3ED-390D-1C610FF7E953}" dt="2025-02-10T16:27:46.676" v="35"/>
          <ac:spMkLst>
            <pc:docMk/>
            <pc:sldMk cId="2348904713" sldId="300"/>
            <ac:spMk id="3" creationId="{FBA6D5CE-1F3F-B9B5-DA5C-DD568064A700}"/>
          </ac:spMkLst>
        </pc:spChg>
        <pc:spChg chg="add mod">
          <ac:chgData name="Cesar Augusto Lopez Gallego" userId="S::cesar.lopezg@upb.edu.co::0dfa9112-9251-4882-b472-cf2dfcee09d1" providerId="AD" clId="Web-{438999C7-BABF-D3ED-390D-1C610FF7E953}" dt="2025-02-10T16:29:41.323" v="64" actId="20577"/>
          <ac:spMkLst>
            <pc:docMk/>
            <pc:sldMk cId="2348904713" sldId="300"/>
            <ac:spMk id="7" creationId="{FCE84E1F-D4D5-AF27-E773-DFCB4D74D610}"/>
          </ac:spMkLst>
        </pc:spChg>
        <pc:spChg chg="del">
          <ac:chgData name="Cesar Augusto Lopez Gallego" userId="S::cesar.lopezg@upb.edu.co::0dfa9112-9251-4882-b472-cf2dfcee09d1" providerId="AD" clId="Web-{438999C7-BABF-D3ED-390D-1C610FF7E953}" dt="2025-02-10T16:26:20.530" v="3"/>
          <ac:spMkLst>
            <pc:docMk/>
            <pc:sldMk cId="2348904713" sldId="300"/>
            <ac:spMk id="18" creationId="{2F4D9E61-7F94-BD46-CCB5-26C75D4DC066}"/>
          </ac:spMkLst>
        </pc:spChg>
        <pc:spChg chg="del">
          <ac:chgData name="Cesar Augusto Lopez Gallego" userId="S::cesar.lopezg@upb.edu.co::0dfa9112-9251-4882-b472-cf2dfcee09d1" providerId="AD" clId="Web-{438999C7-BABF-D3ED-390D-1C610FF7E953}" dt="2025-02-10T16:26:20.530" v="1"/>
          <ac:spMkLst>
            <pc:docMk/>
            <pc:sldMk cId="2348904713" sldId="300"/>
            <ac:spMk id="23" creationId="{7CD19ACF-62AF-A6E1-EF02-405B1DB48556}"/>
          </ac:spMkLst>
        </pc:spChg>
        <pc:grpChg chg="del">
          <ac:chgData name="Cesar Augusto Lopez Gallego" userId="S::cesar.lopezg@upb.edu.co::0dfa9112-9251-4882-b472-cf2dfcee09d1" providerId="AD" clId="Web-{438999C7-BABF-D3ED-390D-1C610FF7E953}" dt="2025-02-10T16:26:20.530" v="7"/>
          <ac:grpSpMkLst>
            <pc:docMk/>
            <pc:sldMk cId="2348904713" sldId="300"/>
            <ac:grpSpMk id="11" creationId="{87DC9816-AC39-E2F1-703B-482B13A53B8D}"/>
          </ac:grpSpMkLst>
        </pc:grpChg>
        <pc:picChg chg="del">
          <ac:chgData name="Cesar Augusto Lopez Gallego" userId="S::cesar.lopezg@upb.edu.co::0dfa9112-9251-4882-b472-cf2dfcee09d1" providerId="AD" clId="Web-{438999C7-BABF-D3ED-390D-1C610FF7E953}" dt="2025-02-10T16:26:20.530" v="6"/>
          <ac:picMkLst>
            <pc:docMk/>
            <pc:sldMk cId="2348904713" sldId="300"/>
            <ac:picMk id="15" creationId="{84D8AFF8-516F-501F-7789-636F0A153A16}"/>
          </ac:picMkLst>
        </pc:picChg>
        <pc:picChg chg="del">
          <ac:chgData name="Cesar Augusto Lopez Gallego" userId="S::cesar.lopezg@upb.edu.co::0dfa9112-9251-4882-b472-cf2dfcee09d1" providerId="AD" clId="Web-{438999C7-BABF-D3ED-390D-1C610FF7E953}" dt="2025-02-10T16:26:20.530" v="5"/>
          <ac:picMkLst>
            <pc:docMk/>
            <pc:sldMk cId="2348904713" sldId="300"/>
            <ac:picMk id="16" creationId="{A1309A61-AC59-1959-1C58-4930EFEFD94A}"/>
          </ac:picMkLst>
        </pc:picChg>
        <pc:picChg chg="del">
          <ac:chgData name="Cesar Augusto Lopez Gallego" userId="S::cesar.lopezg@upb.edu.co::0dfa9112-9251-4882-b472-cf2dfcee09d1" providerId="AD" clId="Web-{438999C7-BABF-D3ED-390D-1C610FF7E953}" dt="2025-02-10T16:26:20.530" v="4"/>
          <ac:picMkLst>
            <pc:docMk/>
            <pc:sldMk cId="2348904713" sldId="300"/>
            <ac:picMk id="17" creationId="{B9BFED8B-7258-A0DC-7FBB-9F09EBB1DF3A}"/>
          </ac:picMkLst>
        </pc:picChg>
        <pc:cxnChg chg="del">
          <ac:chgData name="Cesar Augusto Lopez Gallego" userId="S::cesar.lopezg@upb.edu.co::0dfa9112-9251-4882-b472-cf2dfcee09d1" providerId="AD" clId="Web-{438999C7-BABF-D3ED-390D-1C610FF7E953}" dt="2025-02-10T16:26:20.530" v="2"/>
          <ac:cxnSpMkLst>
            <pc:docMk/>
            <pc:sldMk cId="2348904713" sldId="300"/>
            <ac:cxnSpMk id="19" creationId="{3437FDF2-BF8E-78C7-3E39-A5D3A1EF0C86}"/>
          </ac:cxnSpMkLst>
        </pc:cxnChg>
      </pc:sldChg>
      <pc:sldChg chg="addSp delSp modSp new">
        <pc:chgData name="Cesar Augusto Lopez Gallego" userId="S::cesar.lopezg@upb.edu.co::0dfa9112-9251-4882-b472-cf2dfcee09d1" providerId="AD" clId="Web-{438999C7-BABF-D3ED-390D-1C610FF7E953}" dt="2025-02-10T18:50:07.233" v="120" actId="20577"/>
        <pc:sldMkLst>
          <pc:docMk/>
          <pc:sldMk cId="2073287479" sldId="301"/>
        </pc:sldMkLst>
        <pc:spChg chg="del">
          <ac:chgData name="Cesar Augusto Lopez Gallego" userId="S::cesar.lopezg@upb.edu.co::0dfa9112-9251-4882-b472-cf2dfcee09d1" providerId="AD" clId="Web-{438999C7-BABF-D3ED-390D-1C610FF7E953}" dt="2025-02-10T18:47:54.147" v="67"/>
          <ac:spMkLst>
            <pc:docMk/>
            <pc:sldMk cId="2073287479" sldId="301"/>
            <ac:spMk id="2" creationId="{C4EEBD4E-8E5F-148E-DD5D-CD45DEF30445}"/>
          </ac:spMkLst>
        </pc:spChg>
        <pc:spChg chg="add mod">
          <ac:chgData name="Cesar Augusto Lopez Gallego" userId="S::cesar.lopezg@upb.edu.co::0dfa9112-9251-4882-b472-cf2dfcee09d1" providerId="AD" clId="Web-{438999C7-BABF-D3ED-390D-1C610FF7E953}" dt="2025-02-10T18:49:32.278" v="98" actId="20577"/>
          <ac:spMkLst>
            <pc:docMk/>
            <pc:sldMk cId="2073287479" sldId="301"/>
            <ac:spMk id="4" creationId="{9ED67BDB-4CDF-2239-C1E0-816392A24374}"/>
          </ac:spMkLst>
        </pc:spChg>
        <pc:spChg chg="add mod">
          <ac:chgData name="Cesar Augusto Lopez Gallego" userId="S::cesar.lopezg@upb.edu.co::0dfa9112-9251-4882-b472-cf2dfcee09d1" providerId="AD" clId="Web-{438999C7-BABF-D3ED-390D-1C610FF7E953}" dt="2025-02-10T18:50:07.233" v="120" actId="20577"/>
          <ac:spMkLst>
            <pc:docMk/>
            <pc:sldMk cId="2073287479" sldId="301"/>
            <ac:spMk id="5" creationId="{1810B238-D569-5C29-05F8-A4782C6775A2}"/>
          </ac:spMkLst>
        </pc:spChg>
      </pc:sldChg>
    </pc:docChg>
  </pc:docChgLst>
  <pc:docChgLst>
    <pc:chgData name="Cesar Augusto Lopez Gallego" userId="S::cesar.lopezg@upb.edu.co::0dfa9112-9251-4882-b472-cf2dfcee09d1" providerId="AD" clId="Web-{9DC41FD1-8E77-7A0A-1B06-0B37EE45EC3E}"/>
    <pc:docChg chg="addSld delSld modSld">
      <pc:chgData name="Cesar Augusto Lopez Gallego" userId="S::cesar.lopezg@upb.edu.co::0dfa9112-9251-4882-b472-cf2dfcee09d1" providerId="AD" clId="Web-{9DC41FD1-8E77-7A0A-1B06-0B37EE45EC3E}" dt="2025-02-08T16:29:46.512" v="785"/>
      <pc:docMkLst>
        <pc:docMk/>
      </pc:docMkLst>
      <pc:sldChg chg="modSp">
        <pc:chgData name="Cesar Augusto Lopez Gallego" userId="S::cesar.lopezg@upb.edu.co::0dfa9112-9251-4882-b472-cf2dfcee09d1" providerId="AD" clId="Web-{9DC41FD1-8E77-7A0A-1B06-0B37EE45EC3E}" dt="2025-02-08T16:20:35.766" v="652" actId="14100"/>
        <pc:sldMkLst>
          <pc:docMk/>
          <pc:sldMk cId="1475278409" sldId="291"/>
        </pc:sldMkLst>
        <pc:spChg chg="mod">
          <ac:chgData name="Cesar Augusto Lopez Gallego" userId="S::cesar.lopezg@upb.edu.co::0dfa9112-9251-4882-b472-cf2dfcee09d1" providerId="AD" clId="Web-{9DC41FD1-8E77-7A0A-1B06-0B37EE45EC3E}" dt="2025-02-08T16:20:35.766" v="652" actId="14100"/>
          <ac:spMkLst>
            <pc:docMk/>
            <pc:sldMk cId="1475278409" sldId="291"/>
            <ac:spMk id="2" creationId="{72C30A88-5E99-0254-C0B3-E086F611289F}"/>
          </ac:spMkLst>
        </pc:spChg>
        <pc:picChg chg="mod">
          <ac:chgData name="Cesar Augusto Lopez Gallego" userId="S::cesar.lopezg@upb.edu.co::0dfa9112-9251-4882-b472-cf2dfcee09d1" providerId="AD" clId="Web-{9DC41FD1-8E77-7A0A-1B06-0B37EE45EC3E}" dt="2025-02-08T16:20:23.719" v="647" actId="14100"/>
          <ac:picMkLst>
            <pc:docMk/>
            <pc:sldMk cId="1475278409" sldId="291"/>
            <ac:picMk id="5" creationId="{7B425E77-B0B6-1055-988F-A278B692F485}"/>
          </ac:picMkLst>
        </pc:picChg>
        <pc:picChg chg="mod">
          <ac:chgData name="Cesar Augusto Lopez Gallego" userId="S::cesar.lopezg@upb.edu.co::0dfa9112-9251-4882-b472-cf2dfcee09d1" providerId="AD" clId="Web-{9DC41FD1-8E77-7A0A-1B06-0B37EE45EC3E}" dt="2025-02-08T16:20:27.407" v="649" actId="1076"/>
          <ac:picMkLst>
            <pc:docMk/>
            <pc:sldMk cId="1475278409" sldId="291"/>
            <ac:picMk id="6" creationId="{582B6685-BEC4-C5C5-B27F-E2D8F46E6058}"/>
          </ac:picMkLst>
        </pc:picChg>
      </pc:sldChg>
      <pc:sldChg chg="modSp">
        <pc:chgData name="Cesar Augusto Lopez Gallego" userId="S::cesar.lopezg@upb.edu.co::0dfa9112-9251-4882-b472-cf2dfcee09d1" providerId="AD" clId="Web-{9DC41FD1-8E77-7A0A-1B06-0B37EE45EC3E}" dt="2025-02-08T15:45:45.466" v="259" actId="20577"/>
        <pc:sldMkLst>
          <pc:docMk/>
          <pc:sldMk cId="416775828" sldId="293"/>
        </pc:sldMkLst>
        <pc:spChg chg="mod">
          <ac:chgData name="Cesar Augusto Lopez Gallego" userId="S::cesar.lopezg@upb.edu.co::0dfa9112-9251-4882-b472-cf2dfcee09d1" providerId="AD" clId="Web-{9DC41FD1-8E77-7A0A-1B06-0B37EE45EC3E}" dt="2025-02-08T15:45:45.466" v="259" actId="20577"/>
          <ac:spMkLst>
            <pc:docMk/>
            <pc:sldMk cId="416775828" sldId="293"/>
            <ac:spMk id="9" creationId="{FF402F1A-5192-447B-A324-4DE33B8DB23F}"/>
          </ac:spMkLst>
        </pc:spChg>
      </pc:sldChg>
      <pc:sldChg chg="modSp add replId">
        <pc:chgData name="Cesar Augusto Lopez Gallego" userId="S::cesar.lopezg@upb.edu.co::0dfa9112-9251-4882-b472-cf2dfcee09d1" providerId="AD" clId="Web-{9DC41FD1-8E77-7A0A-1B06-0B37EE45EC3E}" dt="2025-02-08T15:58:27.908" v="395" actId="20577"/>
        <pc:sldMkLst>
          <pc:docMk/>
          <pc:sldMk cId="1171318196" sldId="294"/>
        </pc:sldMkLst>
        <pc:spChg chg="mod">
          <ac:chgData name="Cesar Augusto Lopez Gallego" userId="S::cesar.lopezg@upb.edu.co::0dfa9112-9251-4882-b472-cf2dfcee09d1" providerId="AD" clId="Web-{9DC41FD1-8E77-7A0A-1B06-0B37EE45EC3E}" dt="2025-02-08T15:57:23.703" v="366" actId="1076"/>
          <ac:spMkLst>
            <pc:docMk/>
            <pc:sldMk cId="1171318196" sldId="294"/>
            <ac:spMk id="4" creationId="{8D020B79-3A5B-E77D-49DB-C38FF2DED235}"/>
          </ac:spMkLst>
        </pc:spChg>
        <pc:spChg chg="mod">
          <ac:chgData name="Cesar Augusto Lopez Gallego" userId="S::cesar.lopezg@upb.edu.co::0dfa9112-9251-4882-b472-cf2dfcee09d1" providerId="AD" clId="Web-{9DC41FD1-8E77-7A0A-1B06-0B37EE45EC3E}" dt="2025-02-08T15:58:27.908" v="395" actId="20577"/>
          <ac:spMkLst>
            <pc:docMk/>
            <pc:sldMk cId="1171318196" sldId="294"/>
            <ac:spMk id="9" creationId="{1AA330CC-2D15-1229-779D-E0B49211CF47}"/>
          </ac:spMkLst>
        </pc:spChg>
      </pc:sldChg>
      <pc:sldChg chg="new del">
        <pc:chgData name="Cesar Augusto Lopez Gallego" userId="S::cesar.lopezg@upb.edu.co::0dfa9112-9251-4882-b472-cf2dfcee09d1" providerId="AD" clId="Web-{9DC41FD1-8E77-7A0A-1B06-0B37EE45EC3E}" dt="2025-02-08T16:00:17.301" v="397"/>
        <pc:sldMkLst>
          <pc:docMk/>
          <pc:sldMk cId="1431796902" sldId="295"/>
        </pc:sldMkLst>
      </pc:sldChg>
      <pc:sldChg chg="addSp delSp modSp add replId">
        <pc:chgData name="Cesar Augusto Lopez Gallego" userId="S::cesar.lopezg@upb.edu.co::0dfa9112-9251-4882-b472-cf2dfcee09d1" providerId="AD" clId="Web-{9DC41FD1-8E77-7A0A-1B06-0B37EE45EC3E}" dt="2025-02-08T16:19:40.468" v="646" actId="1076"/>
        <pc:sldMkLst>
          <pc:docMk/>
          <pc:sldMk cId="3725558208" sldId="295"/>
        </pc:sldMkLst>
        <pc:spChg chg="add mod">
          <ac:chgData name="Cesar Augusto Lopez Gallego" userId="S::cesar.lopezg@upb.edu.co::0dfa9112-9251-4882-b472-cf2dfcee09d1" providerId="AD" clId="Web-{9DC41FD1-8E77-7A0A-1B06-0B37EE45EC3E}" dt="2025-02-08T16:10:37.801" v="496" actId="1076"/>
          <ac:spMkLst>
            <pc:docMk/>
            <pc:sldMk cId="3725558208" sldId="295"/>
            <ac:spMk id="5" creationId="{C248D4E4-D5FD-BF56-39BB-5A7D4F25C925}"/>
          </ac:spMkLst>
        </pc:spChg>
        <pc:spChg chg="add mod">
          <ac:chgData name="Cesar Augusto Lopez Gallego" userId="S::cesar.lopezg@upb.edu.co::0dfa9112-9251-4882-b472-cf2dfcee09d1" providerId="AD" clId="Web-{9DC41FD1-8E77-7A0A-1B06-0B37EE45EC3E}" dt="2025-02-08T16:12:12.537" v="514"/>
          <ac:spMkLst>
            <pc:docMk/>
            <pc:sldMk cId="3725558208" sldId="295"/>
            <ac:spMk id="10" creationId="{CA4C57B9-09C1-F52A-88E6-2E462122F044}"/>
          </ac:spMkLst>
        </pc:spChg>
        <pc:spChg chg="add mod">
          <ac:chgData name="Cesar Augusto Lopez Gallego" userId="S::cesar.lopezg@upb.edu.co::0dfa9112-9251-4882-b472-cf2dfcee09d1" providerId="AD" clId="Web-{9DC41FD1-8E77-7A0A-1B06-0B37EE45EC3E}" dt="2025-02-08T16:17:48.779" v="600" actId="20577"/>
          <ac:spMkLst>
            <pc:docMk/>
            <pc:sldMk cId="3725558208" sldId="295"/>
            <ac:spMk id="11" creationId="{92358B9D-C549-CE93-B192-D75E5DB2DD38}"/>
          </ac:spMkLst>
        </pc:spChg>
        <pc:spChg chg="add mod">
          <ac:chgData name="Cesar Augusto Lopez Gallego" userId="S::cesar.lopezg@upb.edu.co::0dfa9112-9251-4882-b472-cf2dfcee09d1" providerId="AD" clId="Web-{9DC41FD1-8E77-7A0A-1B06-0B37EE45EC3E}" dt="2025-02-08T16:19:40.468" v="646" actId="1076"/>
          <ac:spMkLst>
            <pc:docMk/>
            <pc:sldMk cId="3725558208" sldId="295"/>
            <ac:spMk id="14" creationId="{C1B92CCA-7D58-6949-DFC2-F96D21F9F7C4}"/>
          </ac:spMkLst>
        </pc:spChg>
        <pc:picChg chg="add mod">
          <ac:chgData name="Cesar Augusto Lopez Gallego" userId="S::cesar.lopezg@upb.edu.co::0dfa9112-9251-4882-b472-cf2dfcee09d1" providerId="AD" clId="Web-{9DC41FD1-8E77-7A0A-1B06-0B37EE45EC3E}" dt="2025-02-08T16:10:33.739" v="495" actId="1076"/>
          <ac:picMkLst>
            <pc:docMk/>
            <pc:sldMk cId="3725558208" sldId="295"/>
            <ac:picMk id="2" creationId="{82A3E973-14FB-7504-2EE4-BB8FF16E0198}"/>
          </ac:picMkLst>
        </pc:picChg>
        <pc:picChg chg="add mod">
          <ac:chgData name="Cesar Augusto Lopez Gallego" userId="S::cesar.lopezg@upb.edu.co::0dfa9112-9251-4882-b472-cf2dfcee09d1" providerId="AD" clId="Web-{9DC41FD1-8E77-7A0A-1B06-0B37EE45EC3E}" dt="2025-02-08T16:12:01.678" v="509" actId="1076"/>
          <ac:picMkLst>
            <pc:docMk/>
            <pc:sldMk cId="3725558208" sldId="295"/>
            <ac:picMk id="6" creationId="{005E1D08-CF62-D12C-6871-8D8875881F0E}"/>
          </ac:picMkLst>
        </pc:picChg>
        <pc:picChg chg="add mod">
          <ac:chgData name="Cesar Augusto Lopez Gallego" userId="S::cesar.lopezg@upb.edu.co::0dfa9112-9251-4882-b472-cf2dfcee09d1" providerId="AD" clId="Web-{9DC41FD1-8E77-7A0A-1B06-0B37EE45EC3E}" dt="2025-02-08T16:12:01.678" v="510" actId="1076"/>
          <ac:picMkLst>
            <pc:docMk/>
            <pc:sldMk cId="3725558208" sldId="295"/>
            <ac:picMk id="7" creationId="{61D2D213-89A8-DB31-5E84-01A175517450}"/>
          </ac:picMkLst>
        </pc:picChg>
        <pc:picChg chg="add mod">
          <ac:chgData name="Cesar Augusto Lopez Gallego" userId="S::cesar.lopezg@upb.edu.co::0dfa9112-9251-4882-b472-cf2dfcee09d1" providerId="AD" clId="Web-{9DC41FD1-8E77-7A0A-1B06-0B37EE45EC3E}" dt="2025-02-08T16:12:01.694" v="511" actId="1076"/>
          <ac:picMkLst>
            <pc:docMk/>
            <pc:sldMk cId="3725558208" sldId="295"/>
            <ac:picMk id="8" creationId="{5375F971-6D7A-9592-394A-BA3344540BF1}"/>
          </ac:picMkLst>
        </pc:picChg>
      </pc:sldChg>
      <pc:sldChg chg="addSp delSp modSp new">
        <pc:chgData name="Cesar Augusto Lopez Gallego" userId="S::cesar.lopezg@upb.edu.co::0dfa9112-9251-4882-b472-cf2dfcee09d1" providerId="AD" clId="Web-{9DC41FD1-8E77-7A0A-1B06-0B37EE45EC3E}" dt="2025-02-08T16:29:31.105" v="778" actId="1076"/>
        <pc:sldMkLst>
          <pc:docMk/>
          <pc:sldMk cId="4054179508" sldId="296"/>
        </pc:sldMkLst>
        <pc:spChg chg="add mod">
          <ac:chgData name="Cesar Augusto Lopez Gallego" userId="S::cesar.lopezg@upb.edu.co::0dfa9112-9251-4882-b472-cf2dfcee09d1" providerId="AD" clId="Web-{9DC41FD1-8E77-7A0A-1B06-0B37EE45EC3E}" dt="2025-02-08T16:21:15.658" v="655"/>
          <ac:spMkLst>
            <pc:docMk/>
            <pc:sldMk cId="4054179508" sldId="296"/>
            <ac:spMk id="4" creationId="{57C3485C-D667-CFE2-B05C-C14AE3E96E02}"/>
          </ac:spMkLst>
        </pc:spChg>
        <pc:spChg chg="add">
          <ac:chgData name="Cesar Augusto Lopez Gallego" userId="S::cesar.lopezg@upb.edu.co::0dfa9112-9251-4882-b472-cf2dfcee09d1" providerId="AD" clId="Web-{9DC41FD1-8E77-7A0A-1B06-0B37EE45EC3E}" dt="2025-02-08T16:21:15.674" v="656"/>
          <ac:spMkLst>
            <pc:docMk/>
            <pc:sldMk cId="4054179508" sldId="296"/>
            <ac:spMk id="6" creationId="{744F4BDE-807D-41B4-9897-CF818062504A}"/>
          </ac:spMkLst>
        </pc:spChg>
        <pc:spChg chg="add mod">
          <ac:chgData name="Cesar Augusto Lopez Gallego" userId="S::cesar.lopezg@upb.edu.co::0dfa9112-9251-4882-b472-cf2dfcee09d1" providerId="AD" clId="Web-{9DC41FD1-8E77-7A0A-1B06-0B37EE45EC3E}" dt="2025-02-08T16:25:13.022" v="712" actId="1076"/>
          <ac:spMkLst>
            <pc:docMk/>
            <pc:sldMk cId="4054179508" sldId="296"/>
            <ac:spMk id="10" creationId="{BE49015A-229D-8A20-3270-E2498D0FB361}"/>
          </ac:spMkLst>
        </pc:spChg>
        <pc:spChg chg="add mod">
          <ac:chgData name="Cesar Augusto Lopez Gallego" userId="S::cesar.lopezg@upb.edu.co::0dfa9112-9251-4882-b472-cf2dfcee09d1" providerId="AD" clId="Web-{9DC41FD1-8E77-7A0A-1B06-0B37EE45EC3E}" dt="2025-02-08T16:27:05.618" v="737" actId="1076"/>
          <ac:spMkLst>
            <pc:docMk/>
            <pc:sldMk cId="4054179508" sldId="296"/>
            <ac:spMk id="11" creationId="{CFDD68A7-198F-DEB3-D03B-46B18FCE5D6E}"/>
          </ac:spMkLst>
        </pc:spChg>
        <pc:spChg chg="add mod">
          <ac:chgData name="Cesar Augusto Lopez Gallego" userId="S::cesar.lopezg@upb.edu.co::0dfa9112-9251-4882-b472-cf2dfcee09d1" providerId="AD" clId="Web-{9DC41FD1-8E77-7A0A-1B06-0B37EE45EC3E}" dt="2025-02-08T16:27:16.337" v="740" actId="1076"/>
          <ac:spMkLst>
            <pc:docMk/>
            <pc:sldMk cId="4054179508" sldId="296"/>
            <ac:spMk id="12" creationId="{B5E76766-2ACF-A20B-6770-3C8A715AE40E}"/>
          </ac:spMkLst>
        </pc:spChg>
        <pc:spChg chg="add mod">
          <ac:chgData name="Cesar Augusto Lopez Gallego" userId="S::cesar.lopezg@upb.edu.co::0dfa9112-9251-4882-b472-cf2dfcee09d1" providerId="AD" clId="Web-{9DC41FD1-8E77-7A0A-1B06-0B37EE45EC3E}" dt="2025-02-08T16:29:31.105" v="778" actId="1076"/>
          <ac:spMkLst>
            <pc:docMk/>
            <pc:sldMk cId="4054179508" sldId="296"/>
            <ac:spMk id="13" creationId="{CFA6B029-2564-F9D4-3168-12C5BCED2A1F}"/>
          </ac:spMkLst>
        </pc:spChg>
        <pc:picChg chg="add mod">
          <ac:chgData name="Cesar Augusto Lopez Gallego" userId="S::cesar.lopezg@upb.edu.co::0dfa9112-9251-4882-b472-cf2dfcee09d1" providerId="AD" clId="Web-{9DC41FD1-8E77-7A0A-1B06-0B37EE45EC3E}" dt="2025-02-08T16:27:05.603" v="736" actId="1076"/>
          <ac:picMkLst>
            <pc:docMk/>
            <pc:sldMk cId="4054179508" sldId="296"/>
            <ac:picMk id="8" creationId="{0B12A1AD-683A-CDF5-1AC7-1E2BE91DC64B}"/>
          </ac:picMkLst>
        </pc:picChg>
        <pc:picChg chg="add mod">
          <ac:chgData name="Cesar Augusto Lopez Gallego" userId="S::cesar.lopezg@upb.edu.co::0dfa9112-9251-4882-b472-cf2dfcee09d1" providerId="AD" clId="Web-{9DC41FD1-8E77-7A0A-1B06-0B37EE45EC3E}" dt="2025-02-08T16:29:27.309" v="777" actId="1076"/>
          <ac:picMkLst>
            <pc:docMk/>
            <pc:sldMk cId="4054179508" sldId="296"/>
            <ac:picMk id="9" creationId="{DEB32EB3-A336-D88A-F268-7D2F74EC29D1}"/>
          </ac:picMkLst>
        </pc:picChg>
      </pc:sldChg>
      <pc:sldChg chg="delSp add replId">
        <pc:chgData name="Cesar Augusto Lopez Gallego" userId="S::cesar.lopezg@upb.edu.co::0dfa9112-9251-4882-b472-cf2dfcee09d1" providerId="AD" clId="Web-{9DC41FD1-8E77-7A0A-1B06-0B37EE45EC3E}" dt="2025-02-08T16:29:46.512" v="785"/>
        <pc:sldMkLst>
          <pc:docMk/>
          <pc:sldMk cId="2076937284" sldId="297"/>
        </pc:sldMkLst>
      </pc:sldChg>
    </pc:docChg>
  </pc:docChgLst>
  <pc:docChgLst>
    <pc:chgData name="Cesar Augusto Lopez Gallego" userId="S::cesar.lopezg@upb.edu.co::0dfa9112-9251-4882-b472-cf2dfcee09d1" providerId="AD" clId="Web-{497B7414-63D1-7853-6439-ABD77E113AF5}"/>
    <pc:docChg chg="addSld delSld modSld">
      <pc:chgData name="Cesar Augusto Lopez Gallego" userId="S::cesar.lopezg@upb.edu.co::0dfa9112-9251-4882-b472-cf2dfcee09d1" providerId="AD" clId="Web-{497B7414-63D1-7853-6439-ABD77E113AF5}" dt="2025-02-07T10:37:34.642" v="136" actId="1076"/>
      <pc:docMkLst>
        <pc:docMk/>
      </pc:docMkLst>
      <pc:sldChg chg="new del">
        <pc:chgData name="Cesar Augusto Lopez Gallego" userId="S::cesar.lopezg@upb.edu.co::0dfa9112-9251-4882-b472-cf2dfcee09d1" providerId="AD" clId="Web-{497B7414-63D1-7853-6439-ABD77E113AF5}" dt="2025-02-07T10:21:43.524" v="1"/>
        <pc:sldMkLst>
          <pc:docMk/>
          <pc:sldMk cId="3699944280" sldId="290"/>
        </pc:sldMkLst>
      </pc:sldChg>
      <pc:sldChg chg="addSp delSp modSp add replId">
        <pc:chgData name="Cesar Augusto Lopez Gallego" userId="S::cesar.lopezg@upb.edu.co::0dfa9112-9251-4882-b472-cf2dfcee09d1" providerId="AD" clId="Web-{497B7414-63D1-7853-6439-ABD77E113AF5}" dt="2025-02-07T10:29:16.153" v="108" actId="1076"/>
        <pc:sldMkLst>
          <pc:docMk/>
          <pc:sldMk cId="3988484437" sldId="290"/>
        </pc:sldMkLst>
        <pc:spChg chg="add mod">
          <ac:chgData name="Cesar Augusto Lopez Gallego" userId="S::cesar.lopezg@upb.edu.co::0dfa9112-9251-4882-b472-cf2dfcee09d1" providerId="AD" clId="Web-{497B7414-63D1-7853-6439-ABD77E113AF5}" dt="2025-02-07T10:29:16.153" v="108" actId="1076"/>
          <ac:spMkLst>
            <pc:docMk/>
            <pc:sldMk cId="3988484437" sldId="290"/>
            <ac:spMk id="6" creationId="{78DE83CE-AEAD-11D6-943C-5369B5E30685}"/>
          </ac:spMkLst>
        </pc:spChg>
        <pc:picChg chg="add mod">
          <ac:chgData name="Cesar Augusto Lopez Gallego" userId="S::cesar.lopezg@upb.edu.co::0dfa9112-9251-4882-b472-cf2dfcee09d1" providerId="AD" clId="Web-{497B7414-63D1-7853-6439-ABD77E113AF5}" dt="2025-02-07T10:23:02.136" v="7" actId="1076"/>
          <ac:picMkLst>
            <pc:docMk/>
            <pc:sldMk cId="3988484437" sldId="290"/>
            <ac:picMk id="2" creationId="{D0104364-07E7-8C91-102A-209165F08130}"/>
          </ac:picMkLst>
        </pc:picChg>
        <pc:picChg chg="add mod">
          <ac:chgData name="Cesar Augusto Lopez Gallego" userId="S::cesar.lopezg@upb.edu.co::0dfa9112-9251-4882-b472-cf2dfcee09d1" providerId="AD" clId="Web-{497B7414-63D1-7853-6439-ABD77E113AF5}" dt="2025-02-07T10:27:00.130" v="10" actId="14100"/>
          <ac:picMkLst>
            <pc:docMk/>
            <pc:sldMk cId="3988484437" sldId="290"/>
            <ac:picMk id="5" creationId="{4E6B476E-E3DD-8E7D-7603-871ADD29B19F}"/>
          </ac:picMkLst>
        </pc:picChg>
      </pc:sldChg>
      <pc:sldChg chg="addSp delSp modSp add replId">
        <pc:chgData name="Cesar Augusto Lopez Gallego" userId="S::cesar.lopezg@upb.edu.co::0dfa9112-9251-4882-b472-cf2dfcee09d1" providerId="AD" clId="Web-{497B7414-63D1-7853-6439-ABD77E113AF5}" dt="2025-02-07T10:37:34.642" v="136" actId="1076"/>
        <pc:sldMkLst>
          <pc:docMk/>
          <pc:sldMk cId="1475278409" sldId="291"/>
        </pc:sldMkLst>
        <pc:spChg chg="add mod">
          <ac:chgData name="Cesar Augusto Lopez Gallego" userId="S::cesar.lopezg@upb.edu.co::0dfa9112-9251-4882-b472-cf2dfcee09d1" providerId="AD" clId="Web-{497B7414-63D1-7853-6439-ABD77E113AF5}" dt="2025-02-07T10:35:34.027" v="133" actId="20577"/>
          <ac:spMkLst>
            <pc:docMk/>
            <pc:sldMk cId="1475278409" sldId="291"/>
            <ac:spMk id="2" creationId="{72C30A88-5E99-0254-C0B3-E086F611289F}"/>
          </ac:spMkLst>
        </pc:spChg>
        <pc:spChg chg="mod">
          <ac:chgData name="Cesar Augusto Lopez Gallego" userId="S::cesar.lopezg@upb.edu.co::0dfa9112-9251-4882-b472-cf2dfcee09d1" providerId="AD" clId="Web-{497B7414-63D1-7853-6439-ABD77E113AF5}" dt="2025-02-07T10:34:23.400" v="123" actId="20577"/>
          <ac:spMkLst>
            <pc:docMk/>
            <pc:sldMk cId="1475278409" sldId="291"/>
            <ac:spMk id="3" creationId="{EC8E09F4-B889-79A0-C792-52EBE1AD9A88}"/>
          </ac:spMkLst>
        </pc:spChg>
        <pc:spChg chg="mod">
          <ac:chgData name="Cesar Augusto Lopez Gallego" userId="S::cesar.lopezg@upb.edu.co::0dfa9112-9251-4882-b472-cf2dfcee09d1" providerId="AD" clId="Web-{497B7414-63D1-7853-6439-ABD77E113AF5}" dt="2025-02-07T10:29:31.966" v="110" actId="20577"/>
          <ac:spMkLst>
            <pc:docMk/>
            <pc:sldMk cId="1475278409" sldId="291"/>
            <ac:spMk id="4" creationId="{79631267-50EC-3BBF-8264-EE98C00AD7B5}"/>
          </ac:spMkLst>
        </pc:spChg>
        <pc:picChg chg="add mod">
          <ac:chgData name="Cesar Augusto Lopez Gallego" userId="S::cesar.lopezg@upb.edu.co::0dfa9112-9251-4882-b472-cf2dfcee09d1" providerId="AD" clId="Web-{497B7414-63D1-7853-6439-ABD77E113AF5}" dt="2025-02-07T10:37:34.642" v="136" actId="1076"/>
          <ac:picMkLst>
            <pc:docMk/>
            <pc:sldMk cId="1475278409" sldId="291"/>
            <ac:picMk id="5" creationId="{7B425E77-B0B6-1055-988F-A278B692F485}"/>
          </ac:picMkLst>
        </pc:picChg>
      </pc:sldChg>
    </pc:docChg>
  </pc:docChgLst>
  <pc:docChgLst>
    <pc:chgData name="Cesar Augusto Lopez Gallego" userId="S::cesar.lopezg@upb.edu.co::0dfa9112-9251-4882-b472-cf2dfcee09d1" providerId="AD" clId="Web-{20D9E1F0-7CD5-84A5-85C1-204861251AAF}"/>
    <pc:docChg chg="modSld">
      <pc:chgData name="Cesar Augusto Lopez Gallego" userId="S::cesar.lopezg@upb.edu.co::0dfa9112-9251-4882-b472-cf2dfcee09d1" providerId="AD" clId="Web-{20D9E1F0-7CD5-84A5-85C1-204861251AAF}" dt="2025-02-08T15:28:15.796" v="11" actId="20577"/>
      <pc:docMkLst>
        <pc:docMk/>
      </pc:docMkLst>
      <pc:sldChg chg="modSp">
        <pc:chgData name="Cesar Augusto Lopez Gallego" userId="S::cesar.lopezg@upb.edu.co::0dfa9112-9251-4882-b472-cf2dfcee09d1" providerId="AD" clId="Web-{20D9E1F0-7CD5-84A5-85C1-204861251AAF}" dt="2025-02-08T15:28:15.796" v="11" actId="20577"/>
        <pc:sldMkLst>
          <pc:docMk/>
          <pc:sldMk cId="416775828" sldId="293"/>
        </pc:sldMkLst>
        <pc:spChg chg="mod">
          <ac:chgData name="Cesar Augusto Lopez Gallego" userId="S::cesar.lopezg@upb.edu.co::0dfa9112-9251-4882-b472-cf2dfcee09d1" providerId="AD" clId="Web-{20D9E1F0-7CD5-84A5-85C1-204861251AAF}" dt="2025-02-08T15:28:15.796" v="11" actId="20577"/>
          <ac:spMkLst>
            <pc:docMk/>
            <pc:sldMk cId="416775828" sldId="293"/>
            <ac:spMk id="9" creationId="{FF402F1A-5192-447B-A324-4DE33B8DB23F}"/>
          </ac:spMkLst>
        </pc:spChg>
      </pc:sldChg>
    </pc:docChg>
  </pc:docChgLst>
  <pc:docChgLst>
    <pc:chgData name="Cesar Augusto Lopez Gallego" userId="S::cesar.lopezg@upb.edu.co::0dfa9112-9251-4882-b472-cf2dfcee09d1" providerId="AD" clId="Web-{F24593D6-F920-DEAD-F2FB-C82E9F1CF1CB}"/>
    <pc:docChg chg="addSld delSld modSld sldOrd">
      <pc:chgData name="Cesar Augusto Lopez Gallego" userId="S::cesar.lopezg@upb.edu.co::0dfa9112-9251-4882-b472-cf2dfcee09d1" providerId="AD" clId="Web-{F24593D6-F920-DEAD-F2FB-C82E9F1CF1CB}" dt="2025-02-10T15:56:02.909" v="475" actId="14100"/>
      <pc:docMkLst>
        <pc:docMk/>
      </pc:docMkLst>
      <pc:sldChg chg="modSp">
        <pc:chgData name="Cesar Augusto Lopez Gallego" userId="S::cesar.lopezg@upb.edu.co::0dfa9112-9251-4882-b472-cf2dfcee09d1" providerId="AD" clId="Web-{F24593D6-F920-DEAD-F2FB-C82E9F1CF1CB}" dt="2025-02-10T15:55:46.424" v="473" actId="20577"/>
        <pc:sldMkLst>
          <pc:docMk/>
          <pc:sldMk cId="1693528861" sldId="287"/>
        </pc:sldMkLst>
        <pc:spChg chg="mod">
          <ac:chgData name="Cesar Augusto Lopez Gallego" userId="S::cesar.lopezg@upb.edu.co::0dfa9112-9251-4882-b472-cf2dfcee09d1" providerId="AD" clId="Web-{F24593D6-F920-DEAD-F2FB-C82E9F1CF1CB}" dt="2025-02-10T15:55:46.424" v="473" actId="20577"/>
          <ac:spMkLst>
            <pc:docMk/>
            <pc:sldMk cId="1693528861" sldId="287"/>
            <ac:spMk id="9" creationId="{5318DBEB-AFB2-4B68-9846-B2468B8F6494}"/>
          </ac:spMkLst>
        </pc:spChg>
      </pc:sldChg>
      <pc:sldChg chg="modSp">
        <pc:chgData name="Cesar Augusto Lopez Gallego" userId="S::cesar.lopezg@upb.edu.co::0dfa9112-9251-4882-b472-cf2dfcee09d1" providerId="AD" clId="Web-{F24593D6-F920-DEAD-F2FB-C82E9F1CF1CB}" dt="2025-02-10T15:56:02.909" v="475" actId="14100"/>
        <pc:sldMkLst>
          <pc:docMk/>
          <pc:sldMk cId="608417852" sldId="289"/>
        </pc:sldMkLst>
        <pc:spChg chg="mod">
          <ac:chgData name="Cesar Augusto Lopez Gallego" userId="S::cesar.lopezg@upb.edu.co::0dfa9112-9251-4882-b472-cf2dfcee09d1" providerId="AD" clId="Web-{F24593D6-F920-DEAD-F2FB-C82E9F1CF1CB}" dt="2025-02-10T15:56:02.909" v="475" actId="14100"/>
          <ac:spMkLst>
            <pc:docMk/>
            <pc:sldMk cId="608417852" sldId="289"/>
            <ac:spMk id="8" creationId="{0F283BC7-5621-425E-AF93-0A1E41375D16}"/>
          </ac:spMkLst>
        </pc:spChg>
      </pc:sldChg>
      <pc:sldChg chg="ord">
        <pc:chgData name="Cesar Augusto Lopez Gallego" userId="S::cesar.lopezg@upb.edu.co::0dfa9112-9251-4882-b472-cf2dfcee09d1" providerId="AD" clId="Web-{F24593D6-F920-DEAD-F2FB-C82E9F1CF1CB}" dt="2025-02-10T14:26:42.934" v="387"/>
        <pc:sldMkLst>
          <pc:docMk/>
          <pc:sldMk cId="416775828" sldId="293"/>
        </pc:sldMkLst>
      </pc:sldChg>
      <pc:sldChg chg="addSp modSp">
        <pc:chgData name="Cesar Augusto Lopez Gallego" userId="S::cesar.lopezg@upb.edu.co::0dfa9112-9251-4882-b472-cf2dfcee09d1" providerId="AD" clId="Web-{F24593D6-F920-DEAD-F2FB-C82E9F1CF1CB}" dt="2025-02-10T12:29:50.023" v="115" actId="1076"/>
        <pc:sldMkLst>
          <pc:docMk/>
          <pc:sldMk cId="4054179508" sldId="296"/>
        </pc:sldMkLst>
        <pc:spChg chg="add mod">
          <ac:chgData name="Cesar Augusto Lopez Gallego" userId="S::cesar.lopezg@upb.edu.co::0dfa9112-9251-4882-b472-cf2dfcee09d1" providerId="AD" clId="Web-{F24593D6-F920-DEAD-F2FB-C82E9F1CF1CB}" dt="2025-02-10T12:21:18.614" v="75"/>
          <ac:spMkLst>
            <pc:docMk/>
            <pc:sldMk cId="4054179508" sldId="296"/>
            <ac:spMk id="3" creationId="{E45C22FD-7126-AFA7-6BC5-26F6BFD2087C}"/>
          </ac:spMkLst>
        </pc:spChg>
        <pc:spChg chg="add mod">
          <ac:chgData name="Cesar Augusto Lopez Gallego" userId="S::cesar.lopezg@upb.edu.co::0dfa9112-9251-4882-b472-cf2dfcee09d1" providerId="AD" clId="Web-{F24593D6-F920-DEAD-F2FB-C82E9F1CF1CB}" dt="2025-02-10T12:29:04.568" v="103" actId="1076"/>
          <ac:spMkLst>
            <pc:docMk/>
            <pc:sldMk cId="4054179508" sldId="296"/>
            <ac:spMk id="5" creationId="{02E9E341-7097-45DB-7A7F-FECA64EB7864}"/>
          </ac:spMkLst>
        </pc:spChg>
        <pc:spChg chg="mod">
          <ac:chgData name="Cesar Augusto Lopez Gallego" userId="S::cesar.lopezg@upb.edu.co::0dfa9112-9251-4882-b472-cf2dfcee09d1" providerId="AD" clId="Web-{F24593D6-F920-DEAD-F2FB-C82E9F1CF1CB}" dt="2025-02-10T12:29:50.023" v="115" actId="1076"/>
          <ac:spMkLst>
            <pc:docMk/>
            <pc:sldMk cId="4054179508" sldId="296"/>
            <ac:spMk id="10" creationId="{BE49015A-229D-8A20-3270-E2498D0FB361}"/>
          </ac:spMkLst>
        </pc:spChg>
        <pc:spChg chg="mod">
          <ac:chgData name="Cesar Augusto Lopez Gallego" userId="S::cesar.lopezg@upb.edu.co::0dfa9112-9251-4882-b472-cf2dfcee09d1" providerId="AD" clId="Web-{F24593D6-F920-DEAD-F2FB-C82E9F1CF1CB}" dt="2025-02-10T12:29:34.351" v="110" actId="1076"/>
          <ac:spMkLst>
            <pc:docMk/>
            <pc:sldMk cId="4054179508" sldId="296"/>
            <ac:spMk id="11" creationId="{CFDD68A7-198F-DEB3-D03B-46B18FCE5D6E}"/>
          </ac:spMkLst>
        </pc:spChg>
        <pc:spChg chg="mod">
          <ac:chgData name="Cesar Augusto Lopez Gallego" userId="S::cesar.lopezg@upb.edu.co::0dfa9112-9251-4882-b472-cf2dfcee09d1" providerId="AD" clId="Web-{F24593D6-F920-DEAD-F2FB-C82E9F1CF1CB}" dt="2025-02-10T12:28:57.037" v="102" actId="1076"/>
          <ac:spMkLst>
            <pc:docMk/>
            <pc:sldMk cId="4054179508" sldId="296"/>
            <ac:spMk id="12" creationId="{B5E76766-2ACF-A20B-6770-3C8A715AE40E}"/>
          </ac:spMkLst>
        </pc:spChg>
        <pc:spChg chg="mod">
          <ac:chgData name="Cesar Augusto Lopez Gallego" userId="S::cesar.lopezg@upb.edu.co::0dfa9112-9251-4882-b472-cf2dfcee09d1" providerId="AD" clId="Web-{F24593D6-F920-DEAD-F2FB-C82E9F1CF1CB}" dt="2025-02-10T12:29:45.413" v="113" actId="14100"/>
          <ac:spMkLst>
            <pc:docMk/>
            <pc:sldMk cId="4054179508" sldId="296"/>
            <ac:spMk id="13" creationId="{CFA6B029-2564-F9D4-3168-12C5BCED2A1F}"/>
          </ac:spMkLst>
        </pc:spChg>
        <pc:grpChg chg="add mod">
          <ac:chgData name="Cesar Augusto Lopez Gallego" userId="S::cesar.lopezg@upb.edu.co::0dfa9112-9251-4882-b472-cf2dfcee09d1" providerId="AD" clId="Web-{F24593D6-F920-DEAD-F2FB-C82E9F1CF1CB}" dt="2025-02-10T12:29:39.382" v="111" actId="1076"/>
          <ac:grpSpMkLst>
            <pc:docMk/>
            <pc:sldMk cId="4054179508" sldId="296"/>
            <ac:grpSpMk id="7" creationId="{7BCF3A72-9F4E-B897-1E81-C5ECFB41FB95}"/>
          </ac:grpSpMkLst>
        </pc:grpChg>
        <pc:picChg chg="add mod">
          <ac:chgData name="Cesar Augusto Lopez Gallego" userId="S::cesar.lopezg@upb.edu.co::0dfa9112-9251-4882-b472-cf2dfcee09d1" providerId="AD" clId="Web-{F24593D6-F920-DEAD-F2FB-C82E9F1CF1CB}" dt="2025-02-10T12:27:15.924" v="81" actId="14100"/>
          <ac:picMkLst>
            <pc:docMk/>
            <pc:sldMk cId="4054179508" sldId="296"/>
            <ac:picMk id="2" creationId="{BE074A6F-B51A-4BF5-11AD-E38A3E3CC528}"/>
          </ac:picMkLst>
        </pc:picChg>
        <pc:picChg chg="mod">
          <ac:chgData name="Cesar Augusto Lopez Gallego" userId="S::cesar.lopezg@upb.edu.co::0dfa9112-9251-4882-b472-cf2dfcee09d1" providerId="AD" clId="Web-{F24593D6-F920-DEAD-F2FB-C82E9F1CF1CB}" dt="2025-02-10T12:29:31.038" v="109" actId="1076"/>
          <ac:picMkLst>
            <pc:docMk/>
            <pc:sldMk cId="4054179508" sldId="296"/>
            <ac:picMk id="8" creationId="{0B12A1AD-683A-CDF5-1AC7-1E2BE91DC64B}"/>
          </ac:picMkLst>
        </pc:picChg>
        <pc:picChg chg="mod">
          <ac:chgData name="Cesar Augusto Lopez Gallego" userId="S::cesar.lopezg@upb.edu.co::0dfa9112-9251-4882-b472-cf2dfcee09d1" providerId="AD" clId="Web-{F24593D6-F920-DEAD-F2FB-C82E9F1CF1CB}" dt="2025-02-10T12:29:24.835" v="107" actId="1076"/>
          <ac:picMkLst>
            <pc:docMk/>
            <pc:sldMk cId="4054179508" sldId="296"/>
            <ac:picMk id="9" creationId="{DEB32EB3-A336-D88A-F268-7D2F74EC29D1}"/>
          </ac:picMkLst>
        </pc:picChg>
      </pc:sldChg>
      <pc:sldChg chg="addSp delSp modSp">
        <pc:chgData name="Cesar Augusto Lopez Gallego" userId="S::cesar.lopezg@upb.edu.co::0dfa9112-9251-4882-b472-cf2dfcee09d1" providerId="AD" clId="Web-{F24593D6-F920-DEAD-F2FB-C82E9F1CF1CB}" dt="2025-02-10T14:05:51.123" v="345" actId="1076"/>
        <pc:sldMkLst>
          <pc:docMk/>
          <pc:sldMk cId="2076937284" sldId="297"/>
        </pc:sldMkLst>
        <pc:spChg chg="add mod">
          <ac:chgData name="Cesar Augusto Lopez Gallego" userId="S::cesar.lopezg@upb.edu.co::0dfa9112-9251-4882-b472-cf2dfcee09d1" providerId="AD" clId="Web-{F24593D6-F920-DEAD-F2FB-C82E9F1CF1CB}" dt="2025-02-10T12:30:50.183" v="120" actId="1076"/>
          <ac:spMkLst>
            <pc:docMk/>
            <pc:sldMk cId="2076937284" sldId="297"/>
            <ac:spMk id="5" creationId="{053F3A67-9ACE-2B7D-2F78-5FE342A23921}"/>
          </ac:spMkLst>
        </pc:spChg>
        <pc:spChg chg="add mod">
          <ac:chgData name="Cesar Augusto Lopez Gallego" userId="S::cesar.lopezg@upb.edu.co::0dfa9112-9251-4882-b472-cf2dfcee09d1" providerId="AD" clId="Web-{F24593D6-F920-DEAD-F2FB-C82E9F1CF1CB}" dt="2025-02-10T12:37:38.665" v="185" actId="1076"/>
          <ac:spMkLst>
            <pc:docMk/>
            <pc:sldMk cId="2076937284" sldId="297"/>
            <ac:spMk id="8" creationId="{5855764E-31DE-53CA-2283-70F960EE2DBC}"/>
          </ac:spMkLst>
        </pc:spChg>
        <pc:spChg chg="add mod">
          <ac:chgData name="Cesar Augusto Lopez Gallego" userId="S::cesar.lopezg@upb.edu.co::0dfa9112-9251-4882-b472-cf2dfcee09d1" providerId="AD" clId="Web-{F24593D6-F920-DEAD-F2FB-C82E9F1CF1CB}" dt="2025-02-10T12:31:24.214" v="134" actId="20577"/>
          <ac:spMkLst>
            <pc:docMk/>
            <pc:sldMk cId="2076937284" sldId="297"/>
            <ac:spMk id="10" creationId="{4F501D4B-97F3-5964-4276-EE38296590DE}"/>
          </ac:spMkLst>
        </pc:spChg>
        <pc:spChg chg="add mod">
          <ac:chgData name="Cesar Augusto Lopez Gallego" userId="S::cesar.lopezg@upb.edu.co::0dfa9112-9251-4882-b472-cf2dfcee09d1" providerId="AD" clId="Web-{F24593D6-F920-DEAD-F2FB-C82E9F1CF1CB}" dt="2025-02-10T13:05:23.960" v="223" actId="1076"/>
          <ac:spMkLst>
            <pc:docMk/>
            <pc:sldMk cId="2076937284" sldId="297"/>
            <ac:spMk id="18" creationId="{8B117F2F-B9C4-0E39-99A6-4DF484CE93C0}"/>
          </ac:spMkLst>
        </pc:spChg>
        <pc:spChg chg="add mod">
          <ac:chgData name="Cesar Augusto Lopez Gallego" userId="S::cesar.lopezg@upb.edu.co::0dfa9112-9251-4882-b472-cf2dfcee09d1" providerId="AD" clId="Web-{F24593D6-F920-DEAD-F2FB-C82E9F1CF1CB}" dt="2025-02-10T14:05:51.123" v="345" actId="1076"/>
          <ac:spMkLst>
            <pc:docMk/>
            <pc:sldMk cId="2076937284" sldId="297"/>
            <ac:spMk id="23" creationId="{DD6698F9-4057-B3B4-FF5C-EA076C5D09B8}"/>
          </ac:spMkLst>
        </pc:spChg>
        <pc:grpChg chg="add mod">
          <ac:chgData name="Cesar Augusto Lopez Gallego" userId="S::cesar.lopezg@upb.edu.co::0dfa9112-9251-4882-b472-cf2dfcee09d1" providerId="AD" clId="Web-{F24593D6-F920-DEAD-F2FB-C82E9F1CF1CB}" dt="2025-02-10T12:40:33.890" v="195" actId="1076"/>
          <ac:grpSpMkLst>
            <pc:docMk/>
            <pc:sldMk cId="2076937284" sldId="297"/>
            <ac:grpSpMk id="11" creationId="{50DD4F3B-0ADC-81A0-88A7-8D634766B687}"/>
          </ac:grpSpMkLst>
        </pc:grpChg>
        <pc:picChg chg="add mod">
          <ac:chgData name="Cesar Augusto Lopez Gallego" userId="S::cesar.lopezg@upb.edu.co::0dfa9112-9251-4882-b472-cf2dfcee09d1" providerId="AD" clId="Web-{F24593D6-F920-DEAD-F2FB-C82E9F1CF1CB}" dt="2025-02-10T12:30:36.150" v="118" actId="1076"/>
          <ac:picMkLst>
            <pc:docMk/>
            <pc:sldMk cId="2076937284" sldId="297"/>
            <ac:picMk id="2" creationId="{07F7CEB7-6977-C45E-3162-E17F23CC9F40}"/>
          </ac:picMkLst>
        </pc:picChg>
        <pc:picChg chg="add del mod">
          <ac:chgData name="Cesar Augusto Lopez Gallego" userId="S::cesar.lopezg@upb.edu.co::0dfa9112-9251-4882-b472-cf2dfcee09d1" providerId="AD" clId="Web-{F24593D6-F920-DEAD-F2FB-C82E9F1CF1CB}" dt="2025-02-10T12:34:41.893" v="154"/>
          <ac:picMkLst>
            <pc:docMk/>
            <pc:sldMk cId="2076937284" sldId="297"/>
            <ac:picMk id="12" creationId="{3E48BD66-EFF5-4A07-81C9-D8897BED0500}"/>
          </ac:picMkLst>
        </pc:picChg>
        <pc:picChg chg="add del mod">
          <ac:chgData name="Cesar Augusto Lopez Gallego" userId="S::cesar.lopezg@upb.edu.co::0dfa9112-9251-4882-b472-cf2dfcee09d1" providerId="AD" clId="Web-{F24593D6-F920-DEAD-F2FB-C82E9F1CF1CB}" dt="2025-02-10T12:34:41.893" v="153"/>
          <ac:picMkLst>
            <pc:docMk/>
            <pc:sldMk cId="2076937284" sldId="297"/>
            <ac:picMk id="13" creationId="{46E039DF-3CCE-CFF2-6B7F-7D4CA6AD1146}"/>
          </ac:picMkLst>
        </pc:picChg>
        <pc:picChg chg="add del mod">
          <ac:chgData name="Cesar Augusto Lopez Gallego" userId="S::cesar.lopezg@upb.edu.co::0dfa9112-9251-4882-b472-cf2dfcee09d1" providerId="AD" clId="Web-{F24593D6-F920-DEAD-F2FB-C82E9F1CF1CB}" dt="2025-02-10T12:35:11.628" v="160"/>
          <ac:picMkLst>
            <pc:docMk/>
            <pc:sldMk cId="2076937284" sldId="297"/>
            <ac:picMk id="14" creationId="{52AE9237-D119-E6CA-88EA-0A2581C9DBBE}"/>
          </ac:picMkLst>
        </pc:picChg>
        <pc:picChg chg="add mod">
          <ac:chgData name="Cesar Augusto Lopez Gallego" userId="S::cesar.lopezg@upb.edu.co::0dfa9112-9251-4882-b472-cf2dfcee09d1" providerId="AD" clId="Web-{F24593D6-F920-DEAD-F2FB-C82E9F1CF1CB}" dt="2025-02-10T12:40:43.656" v="196" actId="1076"/>
          <ac:picMkLst>
            <pc:docMk/>
            <pc:sldMk cId="2076937284" sldId="297"/>
            <ac:picMk id="15" creationId="{9072B617-7C19-F2B6-67E5-D292993025CE}"/>
          </ac:picMkLst>
        </pc:picChg>
        <pc:picChg chg="add mod">
          <ac:chgData name="Cesar Augusto Lopez Gallego" userId="S::cesar.lopezg@upb.edu.co::0dfa9112-9251-4882-b472-cf2dfcee09d1" providerId="AD" clId="Web-{F24593D6-F920-DEAD-F2FB-C82E9F1CF1CB}" dt="2025-02-10T12:40:32.218" v="194" actId="1076"/>
          <ac:picMkLst>
            <pc:docMk/>
            <pc:sldMk cId="2076937284" sldId="297"/>
            <ac:picMk id="16" creationId="{09990F6F-88E9-8EE1-7D10-5DC8830B62DB}"/>
          </ac:picMkLst>
        </pc:picChg>
        <pc:picChg chg="add mod">
          <ac:chgData name="Cesar Augusto Lopez Gallego" userId="S::cesar.lopezg@upb.edu.co::0dfa9112-9251-4882-b472-cf2dfcee09d1" providerId="AD" clId="Web-{F24593D6-F920-DEAD-F2FB-C82E9F1CF1CB}" dt="2025-02-10T13:04:26.098" v="216" actId="1076"/>
          <ac:picMkLst>
            <pc:docMk/>
            <pc:sldMk cId="2076937284" sldId="297"/>
            <ac:picMk id="17" creationId="{2C8EA22B-9BFA-9780-96F0-EEBF488688D1}"/>
          </ac:picMkLst>
        </pc:picChg>
        <pc:cxnChg chg="add mod">
          <ac:chgData name="Cesar Augusto Lopez Gallego" userId="S::cesar.lopezg@upb.edu.co::0dfa9112-9251-4882-b472-cf2dfcee09d1" providerId="AD" clId="Web-{F24593D6-F920-DEAD-F2FB-C82E9F1CF1CB}" dt="2025-02-10T13:05:29.694" v="224" actId="14100"/>
          <ac:cxnSpMkLst>
            <pc:docMk/>
            <pc:sldMk cId="2076937284" sldId="297"/>
            <ac:cxnSpMk id="19" creationId="{04E68FD8-7955-A9A4-8FC0-7B646B9E5688}"/>
          </ac:cxnSpMkLst>
        </pc:cxnChg>
        <pc:cxnChg chg="add del">
          <ac:chgData name="Cesar Augusto Lopez Gallego" userId="S::cesar.lopezg@upb.edu.co::0dfa9112-9251-4882-b472-cf2dfcee09d1" providerId="AD" clId="Web-{F24593D6-F920-DEAD-F2FB-C82E9F1CF1CB}" dt="2025-02-10T14:05:30.465" v="341"/>
          <ac:cxnSpMkLst>
            <pc:docMk/>
            <pc:sldMk cId="2076937284" sldId="297"/>
            <ac:cxnSpMk id="21" creationId="{747A9A08-C047-5242-D503-8CFFC2DAEF41}"/>
          </ac:cxnSpMkLst>
        </pc:cxnChg>
      </pc:sldChg>
      <pc:sldChg chg="addSp delSp modSp add del replId">
        <pc:chgData name="Cesar Augusto Lopez Gallego" userId="S::cesar.lopezg@upb.edu.co::0dfa9112-9251-4882-b472-cf2dfcee09d1" providerId="AD" clId="Web-{F24593D6-F920-DEAD-F2FB-C82E9F1CF1CB}" dt="2025-02-10T14:12:34.418" v="386"/>
        <pc:sldMkLst>
          <pc:docMk/>
          <pc:sldMk cId="2684265172" sldId="298"/>
        </pc:sldMkLst>
        <pc:spChg chg="add del mod">
          <ac:chgData name="Cesar Augusto Lopez Gallego" userId="S::cesar.lopezg@upb.edu.co::0dfa9112-9251-4882-b472-cf2dfcee09d1" providerId="AD" clId="Web-{F24593D6-F920-DEAD-F2FB-C82E9F1CF1CB}" dt="2025-02-10T14:10:18.179" v="366"/>
          <ac:spMkLst>
            <pc:docMk/>
            <pc:sldMk cId="2684265172" sldId="298"/>
            <ac:spMk id="2" creationId="{1545EB5E-F37B-086B-F355-82905C7F0E4F}"/>
          </ac:spMkLst>
        </pc:spChg>
        <pc:spChg chg="add mod">
          <ac:chgData name="Cesar Augusto Lopez Gallego" userId="S::cesar.lopezg@upb.edu.co::0dfa9112-9251-4882-b472-cf2dfcee09d1" providerId="AD" clId="Web-{F24593D6-F920-DEAD-F2FB-C82E9F1CF1CB}" dt="2025-02-10T14:10:51.087" v="379" actId="1076"/>
          <ac:spMkLst>
            <pc:docMk/>
            <pc:sldMk cId="2684265172" sldId="298"/>
            <ac:spMk id="3" creationId="{0C2079CF-459E-7D9B-28F8-B0FB2E526A77}"/>
          </ac:spMkLst>
        </pc:spChg>
        <pc:spChg chg="mod">
          <ac:chgData name="Cesar Augusto Lopez Gallego" userId="S::cesar.lopezg@upb.edu.co::0dfa9112-9251-4882-b472-cf2dfcee09d1" providerId="AD" clId="Web-{F24593D6-F920-DEAD-F2FB-C82E9F1CF1CB}" dt="2025-02-10T14:10:32.945" v="369" actId="20577"/>
          <ac:spMkLst>
            <pc:docMk/>
            <pc:sldMk cId="2684265172" sldId="298"/>
            <ac:spMk id="4" creationId="{C9104BE7-E2B8-1D2B-AEB6-0BDF8ADBACF3}"/>
          </ac:spMkLst>
        </pc:spChg>
        <pc:spChg chg="del">
          <ac:chgData name="Cesar Augusto Lopez Gallego" userId="S::cesar.lopezg@upb.edu.co::0dfa9112-9251-4882-b472-cf2dfcee09d1" providerId="AD" clId="Web-{F24593D6-F920-DEAD-F2FB-C82E9F1CF1CB}" dt="2025-02-10T14:10:02.850" v="362"/>
          <ac:spMkLst>
            <pc:docMk/>
            <pc:sldMk cId="2684265172" sldId="298"/>
            <ac:spMk id="6" creationId="{3D011CC9-697E-81AC-5128-9C29B87F87EE}"/>
          </ac:spMkLst>
        </pc:spChg>
        <pc:spChg chg="add mod">
          <ac:chgData name="Cesar Augusto Lopez Gallego" userId="S::cesar.lopezg@upb.edu.co::0dfa9112-9251-4882-b472-cf2dfcee09d1" providerId="AD" clId="Web-{F24593D6-F920-DEAD-F2FB-C82E9F1CF1CB}" dt="2025-02-10T14:06:33.093" v="347" actId="20577"/>
          <ac:spMkLst>
            <pc:docMk/>
            <pc:sldMk cId="2684265172" sldId="298"/>
            <ac:spMk id="14" creationId="{313DCC2A-46EB-F18C-C6C1-88B3958C1C52}"/>
          </ac:spMkLst>
        </pc:spChg>
        <pc:spChg chg="add del mod">
          <ac:chgData name="Cesar Augusto Lopez Gallego" userId="S::cesar.lopezg@upb.edu.co::0dfa9112-9251-4882-b472-cf2dfcee09d1" providerId="AD" clId="Web-{F24593D6-F920-DEAD-F2FB-C82E9F1CF1CB}" dt="2025-02-10T14:01:24.878" v="311"/>
          <ac:spMkLst>
            <pc:docMk/>
            <pc:sldMk cId="2684265172" sldId="298"/>
            <ac:spMk id="16" creationId="{B18182C7-339E-08C4-884E-614C59F14D1B}"/>
          </ac:spMkLst>
        </pc:spChg>
        <pc:spChg chg="add mod">
          <ac:chgData name="Cesar Augusto Lopez Gallego" userId="S::cesar.lopezg@upb.edu.co::0dfa9112-9251-4882-b472-cf2dfcee09d1" providerId="AD" clId="Web-{F24593D6-F920-DEAD-F2FB-C82E9F1CF1CB}" dt="2025-02-10T14:03:51.524" v="332" actId="20577"/>
          <ac:spMkLst>
            <pc:docMk/>
            <pc:sldMk cId="2684265172" sldId="298"/>
            <ac:spMk id="19" creationId="{D7AC96B8-7EB9-4FD1-D1F4-61083F1A2951}"/>
          </ac:spMkLst>
        </pc:spChg>
        <pc:grpChg chg="add mod">
          <ac:chgData name="Cesar Augusto Lopez Gallego" userId="S::cesar.lopezg@upb.edu.co::0dfa9112-9251-4882-b472-cf2dfcee09d1" providerId="AD" clId="Web-{F24593D6-F920-DEAD-F2FB-C82E9F1CF1CB}" dt="2025-02-10T14:00:02.688" v="303" actId="1076"/>
          <ac:grpSpMkLst>
            <pc:docMk/>
            <pc:sldMk cId="2684265172" sldId="298"/>
            <ac:grpSpMk id="11" creationId="{6B277663-C024-36B5-FC87-4ADA01843211}"/>
          </ac:grpSpMkLst>
        </pc:grpChg>
        <pc:picChg chg="add mod">
          <ac:chgData name="Cesar Augusto Lopez Gallego" userId="S::cesar.lopezg@upb.edu.co::0dfa9112-9251-4882-b472-cf2dfcee09d1" providerId="AD" clId="Web-{F24593D6-F920-DEAD-F2FB-C82E9F1CF1CB}" dt="2025-02-10T14:00:50.549" v="307" actId="14100"/>
          <ac:picMkLst>
            <pc:docMk/>
            <pc:sldMk cId="2684265172" sldId="298"/>
            <ac:picMk id="12" creationId="{88C07D73-CDD7-590B-3F8B-B78C6574481A}"/>
          </ac:picMkLst>
        </pc:picChg>
        <pc:cxnChg chg="add mod">
          <ac:chgData name="Cesar Augusto Lopez Gallego" userId="S::cesar.lopezg@upb.edu.co::0dfa9112-9251-4882-b472-cf2dfcee09d1" providerId="AD" clId="Web-{F24593D6-F920-DEAD-F2FB-C82E9F1CF1CB}" dt="2025-02-10T14:12:34.418" v="386"/>
          <ac:cxnSpMkLst>
            <pc:docMk/>
            <pc:sldMk cId="2684265172" sldId="298"/>
            <ac:cxnSpMk id="5" creationId="{DE3DF8BC-0D37-F4AD-F67F-A1C6FEDC2F6D}"/>
          </ac:cxnSpMkLst>
        </pc:cxnChg>
        <pc:cxnChg chg="add mod">
          <ac:chgData name="Cesar Augusto Lopez Gallego" userId="S::cesar.lopezg@upb.edu.co::0dfa9112-9251-4882-b472-cf2dfcee09d1" providerId="AD" clId="Web-{F24593D6-F920-DEAD-F2FB-C82E9F1CF1CB}" dt="2025-02-10T14:11:04.665" v="380" actId="1076"/>
          <ac:cxnSpMkLst>
            <pc:docMk/>
            <pc:sldMk cId="2684265172" sldId="298"/>
            <ac:cxnSpMk id="17" creationId="{B2DC5CA1-11F5-B55D-6994-456D9D04E3EC}"/>
          </ac:cxnSpMkLst>
        </pc:cxnChg>
        <pc:cxnChg chg="add mod">
          <ac:chgData name="Cesar Augusto Lopez Gallego" userId="S::cesar.lopezg@upb.edu.co::0dfa9112-9251-4882-b472-cf2dfcee09d1" providerId="AD" clId="Web-{F24593D6-F920-DEAD-F2FB-C82E9F1CF1CB}" dt="2025-02-10T14:06:38.296" v="348" actId="14100"/>
          <ac:cxnSpMkLst>
            <pc:docMk/>
            <pc:sldMk cId="2684265172" sldId="298"/>
            <ac:cxnSpMk id="20" creationId="{A95342A2-2B38-94D3-8C3A-FCBCE0DF3195}"/>
          </ac:cxnSpMkLst>
        </pc:cxnChg>
      </pc:sldChg>
      <pc:sldChg chg="addSp delSp modSp new">
        <pc:chgData name="Cesar Augusto Lopez Gallego" userId="S::cesar.lopezg@upb.edu.co::0dfa9112-9251-4882-b472-cf2dfcee09d1" providerId="AD" clId="Web-{F24593D6-F920-DEAD-F2FB-C82E9F1CF1CB}" dt="2025-02-10T14:53:38.617" v="469" actId="14100"/>
        <pc:sldMkLst>
          <pc:docMk/>
          <pc:sldMk cId="1291327878" sldId="299"/>
        </pc:sldMkLst>
        <pc:spChg chg="del">
          <ac:chgData name="Cesar Augusto Lopez Gallego" userId="S::cesar.lopezg@upb.edu.co::0dfa9112-9251-4882-b472-cf2dfcee09d1" providerId="AD" clId="Web-{F24593D6-F920-DEAD-F2FB-C82E9F1CF1CB}" dt="2025-02-10T14:38:05.474" v="389"/>
          <ac:spMkLst>
            <pc:docMk/>
            <pc:sldMk cId="1291327878" sldId="299"/>
            <ac:spMk id="2" creationId="{D935C0D6-5888-3804-B68D-7C8E839E5091}"/>
          </ac:spMkLst>
        </pc:spChg>
        <pc:spChg chg="add mod">
          <ac:chgData name="Cesar Augusto Lopez Gallego" userId="S::cesar.lopezg@upb.edu.co::0dfa9112-9251-4882-b472-cf2dfcee09d1" providerId="AD" clId="Web-{F24593D6-F920-DEAD-F2FB-C82E9F1CF1CB}" dt="2025-02-10T14:38:11.505" v="390"/>
          <ac:spMkLst>
            <pc:docMk/>
            <pc:sldMk cId="1291327878" sldId="299"/>
            <ac:spMk id="4" creationId="{A44B4CC5-FD9E-DBA9-266A-0AC60B2B51DB}"/>
          </ac:spMkLst>
        </pc:spChg>
        <pc:spChg chg="add mod">
          <ac:chgData name="Cesar Augusto Lopez Gallego" userId="S::cesar.lopezg@upb.edu.co::0dfa9112-9251-4882-b472-cf2dfcee09d1" providerId="AD" clId="Web-{F24593D6-F920-DEAD-F2FB-C82E9F1CF1CB}" dt="2025-02-10T14:48:15.700" v="449" actId="20577"/>
          <ac:spMkLst>
            <pc:docMk/>
            <pc:sldMk cId="1291327878" sldId="299"/>
            <ac:spMk id="10" creationId="{5A8756EE-251A-2394-7A0D-AE0CC1B7459C}"/>
          </ac:spMkLst>
        </pc:spChg>
        <pc:spChg chg="add del mod">
          <ac:chgData name="Cesar Augusto Lopez Gallego" userId="S::cesar.lopezg@upb.edu.co::0dfa9112-9251-4882-b472-cf2dfcee09d1" providerId="AD" clId="Web-{F24593D6-F920-DEAD-F2FB-C82E9F1CF1CB}" dt="2025-02-10T14:50:20.141" v="459"/>
          <ac:spMkLst>
            <pc:docMk/>
            <pc:sldMk cId="1291327878" sldId="299"/>
            <ac:spMk id="11" creationId="{8C4CA2CC-6C28-17AB-CD80-CFC069F6DE1E}"/>
          </ac:spMkLst>
        </pc:spChg>
        <pc:spChg chg="add del mod">
          <ac:chgData name="Cesar Augusto Lopez Gallego" userId="S::cesar.lopezg@upb.edu.co::0dfa9112-9251-4882-b472-cf2dfcee09d1" providerId="AD" clId="Web-{F24593D6-F920-DEAD-F2FB-C82E9F1CF1CB}" dt="2025-02-10T14:52:21.318" v="462"/>
          <ac:spMkLst>
            <pc:docMk/>
            <pc:sldMk cId="1291327878" sldId="299"/>
            <ac:spMk id="12" creationId="{41A8756B-B087-504C-E861-5BAE5CCCCE73}"/>
          </ac:spMkLst>
        </pc:spChg>
        <pc:picChg chg="add mod">
          <ac:chgData name="Cesar Augusto Lopez Gallego" userId="S::cesar.lopezg@upb.edu.co::0dfa9112-9251-4882-b472-cf2dfcee09d1" providerId="AD" clId="Web-{F24593D6-F920-DEAD-F2FB-C82E9F1CF1CB}" dt="2025-02-10T14:46:51.102" v="432" actId="1076"/>
          <ac:picMkLst>
            <pc:docMk/>
            <pc:sldMk cId="1291327878" sldId="299"/>
            <ac:picMk id="5" creationId="{8D565635-B512-EAC2-05FF-70BA8CFC7D25}"/>
          </ac:picMkLst>
        </pc:picChg>
        <pc:picChg chg="add mod">
          <ac:chgData name="Cesar Augusto Lopez Gallego" userId="S::cesar.lopezg@upb.edu.co::0dfa9112-9251-4882-b472-cf2dfcee09d1" providerId="AD" clId="Web-{F24593D6-F920-DEAD-F2FB-C82E9F1CF1CB}" dt="2025-02-10T14:46:53.134" v="433" actId="1076"/>
          <ac:picMkLst>
            <pc:docMk/>
            <pc:sldMk cId="1291327878" sldId="299"/>
            <ac:picMk id="6" creationId="{8FDB3BC4-097E-B66C-6A71-8985EBDCED35}"/>
          </ac:picMkLst>
        </pc:picChg>
        <pc:picChg chg="add mod">
          <ac:chgData name="Cesar Augusto Lopez Gallego" userId="S::cesar.lopezg@upb.edu.co::0dfa9112-9251-4882-b472-cf2dfcee09d1" providerId="AD" clId="Web-{F24593D6-F920-DEAD-F2FB-C82E9F1CF1CB}" dt="2025-02-10T14:46:59.243" v="435" actId="1076"/>
          <ac:picMkLst>
            <pc:docMk/>
            <pc:sldMk cId="1291327878" sldId="299"/>
            <ac:picMk id="7" creationId="{E505BA86-E126-A5E0-6FCB-7E4BB49CD538}"/>
          </ac:picMkLst>
        </pc:picChg>
        <pc:picChg chg="add del mod">
          <ac:chgData name="Cesar Augusto Lopez Gallego" userId="S::cesar.lopezg@upb.edu.co::0dfa9112-9251-4882-b472-cf2dfcee09d1" providerId="AD" clId="Web-{F24593D6-F920-DEAD-F2FB-C82E9F1CF1CB}" dt="2025-02-10T14:45:21.162" v="422"/>
          <ac:picMkLst>
            <pc:docMk/>
            <pc:sldMk cId="1291327878" sldId="299"/>
            <ac:picMk id="8" creationId="{A32D5184-8F08-E736-E801-E9F2A23140BF}"/>
          </ac:picMkLst>
        </pc:picChg>
        <pc:picChg chg="add mod">
          <ac:chgData name="Cesar Augusto Lopez Gallego" userId="S::cesar.lopezg@upb.edu.co::0dfa9112-9251-4882-b472-cf2dfcee09d1" providerId="AD" clId="Web-{F24593D6-F920-DEAD-F2FB-C82E9F1CF1CB}" dt="2025-02-10T14:46:14.914" v="426" actId="1076"/>
          <ac:picMkLst>
            <pc:docMk/>
            <pc:sldMk cId="1291327878" sldId="299"/>
            <ac:picMk id="9" creationId="{B144FBC1-7639-52BB-B0B8-F6C635A29E61}"/>
          </ac:picMkLst>
        </pc:picChg>
        <pc:picChg chg="add mod">
          <ac:chgData name="Cesar Augusto Lopez Gallego" userId="S::cesar.lopezg@upb.edu.co::0dfa9112-9251-4882-b472-cf2dfcee09d1" providerId="AD" clId="Web-{F24593D6-F920-DEAD-F2FB-C82E9F1CF1CB}" dt="2025-02-10T14:53:38.617" v="469" actId="14100"/>
          <ac:picMkLst>
            <pc:docMk/>
            <pc:sldMk cId="1291327878" sldId="299"/>
            <ac:picMk id="13" creationId="{FE365F45-573F-16FD-FA44-C1B004904933}"/>
          </ac:picMkLst>
        </pc:picChg>
      </pc:sldChg>
    </pc:docChg>
  </pc:docChgLst>
  <pc:docChgLst>
    <pc:chgData name="Cesar Augusto Lopez Gallego" userId="0dfa9112-9251-4882-b472-cf2dfcee09d1" providerId="ADAL" clId="{3DCD5389-CEAF-4D12-BA12-34DB4383BE2E}"/>
    <pc:docChg chg="undo custSel addSld delSld modSld">
      <pc:chgData name="Cesar Augusto Lopez Gallego" userId="0dfa9112-9251-4882-b472-cf2dfcee09d1" providerId="ADAL" clId="{3DCD5389-CEAF-4D12-BA12-34DB4383BE2E}" dt="2026-02-03T15:24:30.045" v="806" actId="20577"/>
      <pc:docMkLst>
        <pc:docMk/>
      </pc:docMkLst>
      <pc:sldChg chg="modSp mod">
        <pc:chgData name="Cesar Augusto Lopez Gallego" userId="0dfa9112-9251-4882-b472-cf2dfcee09d1" providerId="ADAL" clId="{3DCD5389-CEAF-4D12-BA12-34DB4383BE2E}" dt="2026-02-02T15:44:55.736" v="411" actId="20577"/>
        <pc:sldMkLst>
          <pc:docMk/>
          <pc:sldMk cId="287716830" sldId="268"/>
        </pc:sldMkLst>
        <pc:spChg chg="mod">
          <ac:chgData name="Cesar Augusto Lopez Gallego" userId="0dfa9112-9251-4882-b472-cf2dfcee09d1" providerId="ADAL" clId="{3DCD5389-CEAF-4D12-BA12-34DB4383BE2E}" dt="2026-02-02T15:44:55.736" v="411" actId="20577"/>
          <ac:spMkLst>
            <pc:docMk/>
            <pc:sldMk cId="287716830" sldId="268"/>
            <ac:spMk id="2" creationId="{F929CEEA-2ED9-4141-8DAF-DEC72F13F5EA}"/>
          </ac:spMkLst>
        </pc:spChg>
      </pc:sldChg>
      <pc:sldChg chg="modSp mod">
        <pc:chgData name="Cesar Augusto Lopez Gallego" userId="0dfa9112-9251-4882-b472-cf2dfcee09d1" providerId="ADAL" clId="{3DCD5389-CEAF-4D12-BA12-34DB4383BE2E}" dt="2026-02-02T15:45:04.861" v="421" actId="20577"/>
        <pc:sldMkLst>
          <pc:docMk/>
          <pc:sldMk cId="235143144" sldId="269"/>
        </pc:sldMkLst>
        <pc:spChg chg="mod">
          <ac:chgData name="Cesar Augusto Lopez Gallego" userId="0dfa9112-9251-4882-b472-cf2dfcee09d1" providerId="ADAL" clId="{3DCD5389-CEAF-4D12-BA12-34DB4383BE2E}" dt="2026-02-02T15:45:04.861" v="421" actId="20577"/>
          <ac:spMkLst>
            <pc:docMk/>
            <pc:sldMk cId="235143144" sldId="269"/>
            <ac:spMk id="3" creationId="{FF759416-789C-41AF-B3C1-D21A97CD2D26}"/>
          </ac:spMkLst>
        </pc:spChg>
      </pc:sldChg>
      <pc:sldChg chg="modSp mod">
        <pc:chgData name="Cesar Augusto Lopez Gallego" userId="0dfa9112-9251-4882-b472-cf2dfcee09d1" providerId="ADAL" clId="{3DCD5389-CEAF-4D12-BA12-34DB4383BE2E}" dt="2026-02-02T15:45:08.587" v="425" actId="20577"/>
        <pc:sldMkLst>
          <pc:docMk/>
          <pc:sldMk cId="2968762198" sldId="270"/>
        </pc:sldMkLst>
        <pc:spChg chg="mod">
          <ac:chgData name="Cesar Augusto Lopez Gallego" userId="0dfa9112-9251-4882-b472-cf2dfcee09d1" providerId="ADAL" clId="{3DCD5389-CEAF-4D12-BA12-34DB4383BE2E}" dt="2026-02-02T15:45:08.587" v="425" actId="20577"/>
          <ac:spMkLst>
            <pc:docMk/>
            <pc:sldMk cId="2968762198" sldId="270"/>
            <ac:spMk id="3" creationId="{06473300-D4F8-4D09-A8C6-314D7A0BBBF7}"/>
          </ac:spMkLst>
        </pc:spChg>
      </pc:sldChg>
      <pc:sldChg chg="modSp mod">
        <pc:chgData name="Cesar Augusto Lopez Gallego" userId="0dfa9112-9251-4882-b472-cf2dfcee09d1" providerId="ADAL" clId="{3DCD5389-CEAF-4D12-BA12-34DB4383BE2E}" dt="2026-02-02T15:45:14.149" v="429" actId="20577"/>
        <pc:sldMkLst>
          <pc:docMk/>
          <pc:sldMk cId="2599313221" sldId="272"/>
        </pc:sldMkLst>
        <pc:spChg chg="mod">
          <ac:chgData name="Cesar Augusto Lopez Gallego" userId="0dfa9112-9251-4882-b472-cf2dfcee09d1" providerId="ADAL" clId="{3DCD5389-CEAF-4D12-BA12-34DB4383BE2E}" dt="2026-02-02T15:45:14.149" v="429" actId="20577"/>
          <ac:spMkLst>
            <pc:docMk/>
            <pc:sldMk cId="2599313221" sldId="272"/>
            <ac:spMk id="3" creationId="{3FE85BA0-E030-94C4-DD01-9F85E25DCD02}"/>
          </ac:spMkLst>
        </pc:spChg>
      </pc:sldChg>
      <pc:sldChg chg="modSp mod">
        <pc:chgData name="Cesar Augusto Lopez Gallego" userId="0dfa9112-9251-4882-b472-cf2dfcee09d1" providerId="ADAL" clId="{3DCD5389-CEAF-4D12-BA12-34DB4383BE2E}" dt="2026-02-02T15:45:19.106" v="433" actId="20577"/>
        <pc:sldMkLst>
          <pc:docMk/>
          <pc:sldMk cId="730193567" sldId="273"/>
        </pc:sldMkLst>
        <pc:spChg chg="mod">
          <ac:chgData name="Cesar Augusto Lopez Gallego" userId="0dfa9112-9251-4882-b472-cf2dfcee09d1" providerId="ADAL" clId="{3DCD5389-CEAF-4D12-BA12-34DB4383BE2E}" dt="2026-02-02T15:45:19.106" v="433" actId="20577"/>
          <ac:spMkLst>
            <pc:docMk/>
            <pc:sldMk cId="730193567" sldId="273"/>
            <ac:spMk id="3" creationId="{0163D866-C169-644F-D1DB-FBBEFC91FB30}"/>
          </ac:spMkLst>
        </pc:spChg>
      </pc:sldChg>
      <pc:sldChg chg="modSp mod">
        <pc:chgData name="Cesar Augusto Lopez Gallego" userId="0dfa9112-9251-4882-b472-cf2dfcee09d1" providerId="ADAL" clId="{3DCD5389-CEAF-4D12-BA12-34DB4383BE2E}" dt="2026-02-02T15:45:23.109" v="437" actId="20577"/>
        <pc:sldMkLst>
          <pc:docMk/>
          <pc:sldMk cId="3616282833" sldId="274"/>
        </pc:sldMkLst>
        <pc:spChg chg="mod">
          <ac:chgData name="Cesar Augusto Lopez Gallego" userId="0dfa9112-9251-4882-b472-cf2dfcee09d1" providerId="ADAL" clId="{3DCD5389-CEAF-4D12-BA12-34DB4383BE2E}" dt="2026-02-02T15:45:23.109" v="437" actId="20577"/>
          <ac:spMkLst>
            <pc:docMk/>
            <pc:sldMk cId="3616282833" sldId="274"/>
            <ac:spMk id="3" creationId="{6A3CFFD0-D029-7026-25AF-A104BB4CCF8A}"/>
          </ac:spMkLst>
        </pc:spChg>
      </pc:sldChg>
      <pc:sldChg chg="modSp mod">
        <pc:chgData name="Cesar Augusto Lopez Gallego" userId="0dfa9112-9251-4882-b472-cf2dfcee09d1" providerId="ADAL" clId="{3DCD5389-CEAF-4D12-BA12-34DB4383BE2E}" dt="2026-02-02T15:46:31.028" v="441" actId="20577"/>
        <pc:sldMkLst>
          <pc:docMk/>
          <pc:sldMk cId="1209827113" sldId="275"/>
        </pc:sldMkLst>
        <pc:spChg chg="mod">
          <ac:chgData name="Cesar Augusto Lopez Gallego" userId="0dfa9112-9251-4882-b472-cf2dfcee09d1" providerId="ADAL" clId="{3DCD5389-CEAF-4D12-BA12-34DB4383BE2E}" dt="2026-02-02T15:46:31.028" v="441" actId="20577"/>
          <ac:spMkLst>
            <pc:docMk/>
            <pc:sldMk cId="1209827113" sldId="275"/>
            <ac:spMk id="3" creationId="{BC80CE86-1949-4C24-8C00-6BF6C3BDCA75}"/>
          </ac:spMkLst>
        </pc:spChg>
      </pc:sldChg>
      <pc:sldChg chg="modSp mod">
        <pc:chgData name="Cesar Augusto Lopez Gallego" userId="0dfa9112-9251-4882-b472-cf2dfcee09d1" providerId="ADAL" clId="{3DCD5389-CEAF-4D12-BA12-34DB4383BE2E}" dt="2026-02-02T15:46:59.085" v="453"/>
        <pc:sldMkLst>
          <pc:docMk/>
          <pc:sldMk cId="1327748017" sldId="276"/>
        </pc:sldMkLst>
        <pc:spChg chg="mod">
          <ac:chgData name="Cesar Augusto Lopez Gallego" userId="0dfa9112-9251-4882-b472-cf2dfcee09d1" providerId="ADAL" clId="{3DCD5389-CEAF-4D12-BA12-34DB4383BE2E}" dt="2026-02-02T15:46:59.085" v="453"/>
          <ac:spMkLst>
            <pc:docMk/>
            <pc:sldMk cId="1327748017" sldId="276"/>
            <ac:spMk id="3" creationId="{BC80CE86-1949-4C24-8C00-6BF6C3BDCA75}"/>
          </ac:spMkLst>
        </pc:spChg>
      </pc:sldChg>
      <pc:sldChg chg="modSp mod">
        <pc:chgData name="Cesar Augusto Lopez Gallego" userId="0dfa9112-9251-4882-b472-cf2dfcee09d1" providerId="ADAL" clId="{3DCD5389-CEAF-4D12-BA12-34DB4383BE2E}" dt="2026-02-02T15:47:04.768" v="455"/>
        <pc:sldMkLst>
          <pc:docMk/>
          <pc:sldMk cId="1151961620" sldId="277"/>
        </pc:sldMkLst>
        <pc:spChg chg="mod">
          <ac:chgData name="Cesar Augusto Lopez Gallego" userId="0dfa9112-9251-4882-b472-cf2dfcee09d1" providerId="ADAL" clId="{3DCD5389-CEAF-4D12-BA12-34DB4383BE2E}" dt="2026-02-02T15:47:04.768" v="455"/>
          <ac:spMkLst>
            <pc:docMk/>
            <pc:sldMk cId="1151961620" sldId="277"/>
            <ac:spMk id="3" creationId="{BC80CE86-1949-4C24-8C00-6BF6C3BDCA75}"/>
          </ac:spMkLst>
        </pc:spChg>
      </pc:sldChg>
      <pc:sldChg chg="modSp mod">
        <pc:chgData name="Cesar Augusto Lopez Gallego" userId="0dfa9112-9251-4882-b472-cf2dfcee09d1" providerId="ADAL" clId="{3DCD5389-CEAF-4D12-BA12-34DB4383BE2E}" dt="2026-02-02T15:47:09.411" v="457"/>
        <pc:sldMkLst>
          <pc:docMk/>
          <pc:sldMk cId="2325600078" sldId="278"/>
        </pc:sldMkLst>
        <pc:spChg chg="mod">
          <ac:chgData name="Cesar Augusto Lopez Gallego" userId="0dfa9112-9251-4882-b472-cf2dfcee09d1" providerId="ADAL" clId="{3DCD5389-CEAF-4D12-BA12-34DB4383BE2E}" dt="2026-02-02T15:47:09.411" v="457"/>
          <ac:spMkLst>
            <pc:docMk/>
            <pc:sldMk cId="2325600078" sldId="278"/>
            <ac:spMk id="3" creationId="{BC80CE86-1949-4C24-8C00-6BF6C3BDCA75}"/>
          </ac:spMkLst>
        </pc:spChg>
      </pc:sldChg>
      <pc:sldChg chg="modSp mod">
        <pc:chgData name="Cesar Augusto Lopez Gallego" userId="0dfa9112-9251-4882-b472-cf2dfcee09d1" providerId="ADAL" clId="{3DCD5389-CEAF-4D12-BA12-34DB4383BE2E}" dt="2026-02-02T15:47:13.208" v="459"/>
        <pc:sldMkLst>
          <pc:docMk/>
          <pc:sldMk cId="3313741148" sldId="279"/>
        </pc:sldMkLst>
        <pc:spChg chg="mod">
          <ac:chgData name="Cesar Augusto Lopez Gallego" userId="0dfa9112-9251-4882-b472-cf2dfcee09d1" providerId="ADAL" clId="{3DCD5389-CEAF-4D12-BA12-34DB4383BE2E}" dt="2026-02-02T15:47:13.208" v="459"/>
          <ac:spMkLst>
            <pc:docMk/>
            <pc:sldMk cId="3313741148" sldId="279"/>
            <ac:spMk id="3" creationId="{BC80CE86-1949-4C24-8C00-6BF6C3BDCA75}"/>
          </ac:spMkLst>
        </pc:spChg>
      </pc:sldChg>
      <pc:sldChg chg="modSp mod">
        <pc:chgData name="Cesar Augusto Lopez Gallego" userId="0dfa9112-9251-4882-b472-cf2dfcee09d1" providerId="ADAL" clId="{3DCD5389-CEAF-4D12-BA12-34DB4383BE2E}" dt="2026-02-02T15:47:21.158" v="461"/>
        <pc:sldMkLst>
          <pc:docMk/>
          <pc:sldMk cId="2512085115" sldId="280"/>
        </pc:sldMkLst>
        <pc:spChg chg="mod">
          <ac:chgData name="Cesar Augusto Lopez Gallego" userId="0dfa9112-9251-4882-b472-cf2dfcee09d1" providerId="ADAL" clId="{3DCD5389-CEAF-4D12-BA12-34DB4383BE2E}" dt="2026-02-02T15:47:21.158" v="461"/>
          <ac:spMkLst>
            <pc:docMk/>
            <pc:sldMk cId="2512085115" sldId="280"/>
            <ac:spMk id="3" creationId="{BC80CE86-1949-4C24-8C00-6BF6C3BDCA75}"/>
          </ac:spMkLst>
        </pc:spChg>
      </pc:sldChg>
      <pc:sldChg chg="modSp mod">
        <pc:chgData name="Cesar Augusto Lopez Gallego" userId="0dfa9112-9251-4882-b472-cf2dfcee09d1" providerId="ADAL" clId="{3DCD5389-CEAF-4D12-BA12-34DB4383BE2E}" dt="2026-02-02T15:47:24.845" v="463"/>
        <pc:sldMkLst>
          <pc:docMk/>
          <pc:sldMk cId="2397544232" sldId="281"/>
        </pc:sldMkLst>
        <pc:spChg chg="mod">
          <ac:chgData name="Cesar Augusto Lopez Gallego" userId="0dfa9112-9251-4882-b472-cf2dfcee09d1" providerId="ADAL" clId="{3DCD5389-CEAF-4D12-BA12-34DB4383BE2E}" dt="2026-02-02T15:47:24.845" v="463"/>
          <ac:spMkLst>
            <pc:docMk/>
            <pc:sldMk cId="2397544232" sldId="281"/>
            <ac:spMk id="3" creationId="{BC80CE86-1949-4C24-8C00-6BF6C3BDCA75}"/>
          </ac:spMkLst>
        </pc:spChg>
      </pc:sldChg>
      <pc:sldChg chg="modSp mod">
        <pc:chgData name="Cesar Augusto Lopez Gallego" userId="0dfa9112-9251-4882-b472-cf2dfcee09d1" providerId="ADAL" clId="{3DCD5389-CEAF-4D12-BA12-34DB4383BE2E}" dt="2026-02-02T15:47:28.348" v="465"/>
        <pc:sldMkLst>
          <pc:docMk/>
          <pc:sldMk cId="2079633999" sldId="282"/>
        </pc:sldMkLst>
        <pc:spChg chg="mod">
          <ac:chgData name="Cesar Augusto Lopez Gallego" userId="0dfa9112-9251-4882-b472-cf2dfcee09d1" providerId="ADAL" clId="{3DCD5389-CEAF-4D12-BA12-34DB4383BE2E}" dt="2026-02-02T15:47:28.348" v="465"/>
          <ac:spMkLst>
            <pc:docMk/>
            <pc:sldMk cId="2079633999" sldId="282"/>
            <ac:spMk id="3" creationId="{BC80CE86-1949-4C24-8C00-6BF6C3BDCA75}"/>
          </ac:spMkLst>
        </pc:spChg>
      </pc:sldChg>
      <pc:sldChg chg="modSp mod">
        <pc:chgData name="Cesar Augusto Lopez Gallego" userId="0dfa9112-9251-4882-b472-cf2dfcee09d1" providerId="ADAL" clId="{3DCD5389-CEAF-4D12-BA12-34DB4383BE2E}" dt="2026-02-02T15:47:32.974" v="467"/>
        <pc:sldMkLst>
          <pc:docMk/>
          <pc:sldMk cId="2206205156" sldId="283"/>
        </pc:sldMkLst>
        <pc:spChg chg="mod">
          <ac:chgData name="Cesar Augusto Lopez Gallego" userId="0dfa9112-9251-4882-b472-cf2dfcee09d1" providerId="ADAL" clId="{3DCD5389-CEAF-4D12-BA12-34DB4383BE2E}" dt="2026-02-02T15:47:32.974" v="467"/>
          <ac:spMkLst>
            <pc:docMk/>
            <pc:sldMk cId="2206205156" sldId="283"/>
            <ac:spMk id="3" creationId="{BC80CE86-1949-4C24-8C00-6BF6C3BDCA75}"/>
          </ac:spMkLst>
        </pc:spChg>
      </pc:sldChg>
      <pc:sldChg chg="modSp mod">
        <pc:chgData name="Cesar Augusto Lopez Gallego" userId="0dfa9112-9251-4882-b472-cf2dfcee09d1" providerId="ADAL" clId="{3DCD5389-CEAF-4D12-BA12-34DB4383BE2E}" dt="2026-02-02T15:46:37.403" v="443"/>
        <pc:sldMkLst>
          <pc:docMk/>
          <pc:sldMk cId="2257470999" sldId="285"/>
        </pc:sldMkLst>
        <pc:spChg chg="mod">
          <ac:chgData name="Cesar Augusto Lopez Gallego" userId="0dfa9112-9251-4882-b472-cf2dfcee09d1" providerId="ADAL" clId="{3DCD5389-CEAF-4D12-BA12-34DB4383BE2E}" dt="2026-02-02T15:46:37.403" v="443"/>
          <ac:spMkLst>
            <pc:docMk/>
            <pc:sldMk cId="2257470999" sldId="285"/>
            <ac:spMk id="3" creationId="{BC80CE86-1949-4C24-8C00-6BF6C3BDCA75}"/>
          </ac:spMkLst>
        </pc:spChg>
      </pc:sldChg>
      <pc:sldChg chg="modSp mod">
        <pc:chgData name="Cesar Augusto Lopez Gallego" userId="0dfa9112-9251-4882-b472-cf2dfcee09d1" providerId="ADAL" clId="{3DCD5389-CEAF-4D12-BA12-34DB4383BE2E}" dt="2026-02-02T15:46:47.058" v="447"/>
        <pc:sldMkLst>
          <pc:docMk/>
          <pc:sldMk cId="1693528861" sldId="287"/>
        </pc:sldMkLst>
        <pc:spChg chg="mod">
          <ac:chgData name="Cesar Augusto Lopez Gallego" userId="0dfa9112-9251-4882-b472-cf2dfcee09d1" providerId="ADAL" clId="{3DCD5389-CEAF-4D12-BA12-34DB4383BE2E}" dt="2026-02-02T15:46:47.058" v="447"/>
          <ac:spMkLst>
            <pc:docMk/>
            <pc:sldMk cId="1693528861" sldId="287"/>
            <ac:spMk id="3" creationId="{BC80CE86-1949-4C24-8C00-6BF6C3BDCA75}"/>
          </ac:spMkLst>
        </pc:spChg>
      </pc:sldChg>
      <pc:sldChg chg="modSp mod">
        <pc:chgData name="Cesar Augusto Lopez Gallego" userId="0dfa9112-9251-4882-b472-cf2dfcee09d1" providerId="ADAL" clId="{3DCD5389-CEAF-4D12-BA12-34DB4383BE2E}" dt="2026-02-02T15:46:50.794" v="449"/>
        <pc:sldMkLst>
          <pc:docMk/>
          <pc:sldMk cId="2498902691" sldId="288"/>
        </pc:sldMkLst>
        <pc:spChg chg="mod">
          <ac:chgData name="Cesar Augusto Lopez Gallego" userId="0dfa9112-9251-4882-b472-cf2dfcee09d1" providerId="ADAL" clId="{3DCD5389-CEAF-4D12-BA12-34DB4383BE2E}" dt="2026-02-02T15:46:50.794" v="449"/>
          <ac:spMkLst>
            <pc:docMk/>
            <pc:sldMk cId="2498902691" sldId="288"/>
            <ac:spMk id="3" creationId="{BC80CE86-1949-4C24-8C00-6BF6C3BDCA75}"/>
          </ac:spMkLst>
        </pc:spChg>
      </pc:sldChg>
      <pc:sldChg chg="modSp mod">
        <pc:chgData name="Cesar Augusto Lopez Gallego" userId="0dfa9112-9251-4882-b472-cf2dfcee09d1" providerId="ADAL" clId="{3DCD5389-CEAF-4D12-BA12-34DB4383BE2E}" dt="2026-02-02T15:46:55.055" v="451"/>
        <pc:sldMkLst>
          <pc:docMk/>
          <pc:sldMk cId="608417852" sldId="289"/>
        </pc:sldMkLst>
        <pc:spChg chg="mod">
          <ac:chgData name="Cesar Augusto Lopez Gallego" userId="0dfa9112-9251-4882-b472-cf2dfcee09d1" providerId="ADAL" clId="{3DCD5389-CEAF-4D12-BA12-34DB4383BE2E}" dt="2026-02-02T15:46:55.055" v="451"/>
          <ac:spMkLst>
            <pc:docMk/>
            <pc:sldMk cId="608417852" sldId="289"/>
            <ac:spMk id="3" creationId="{BC80CE86-1949-4C24-8C00-6BF6C3BDCA75}"/>
          </ac:spMkLst>
        </pc:spChg>
      </pc:sldChg>
      <pc:sldChg chg="modSp mod">
        <pc:chgData name="Cesar Augusto Lopez Gallego" userId="0dfa9112-9251-4882-b472-cf2dfcee09d1" providerId="ADAL" clId="{3DCD5389-CEAF-4D12-BA12-34DB4383BE2E}" dt="2026-02-02T15:46:41.191" v="445"/>
        <pc:sldMkLst>
          <pc:docMk/>
          <pc:sldMk cId="3988484437" sldId="290"/>
        </pc:sldMkLst>
        <pc:spChg chg="mod">
          <ac:chgData name="Cesar Augusto Lopez Gallego" userId="0dfa9112-9251-4882-b472-cf2dfcee09d1" providerId="ADAL" clId="{3DCD5389-CEAF-4D12-BA12-34DB4383BE2E}" dt="2026-02-02T15:46:41.191" v="445"/>
          <ac:spMkLst>
            <pc:docMk/>
            <pc:sldMk cId="3988484437" sldId="290"/>
            <ac:spMk id="3" creationId="{B431BC04-86D8-889B-FB42-EFF74028A9AA}"/>
          </ac:spMkLst>
        </pc:spChg>
      </pc:sldChg>
      <pc:sldChg chg="modSp mod">
        <pc:chgData name="Cesar Augusto Lopez Gallego" userId="0dfa9112-9251-4882-b472-cf2dfcee09d1" providerId="ADAL" clId="{3DCD5389-CEAF-4D12-BA12-34DB4383BE2E}" dt="2026-02-02T14:04:05.128" v="1" actId="1076"/>
        <pc:sldMkLst>
          <pc:docMk/>
          <pc:sldMk cId="1197823999" sldId="302"/>
        </pc:sldMkLst>
        <pc:spChg chg="mod">
          <ac:chgData name="Cesar Augusto Lopez Gallego" userId="0dfa9112-9251-4882-b472-cf2dfcee09d1" providerId="ADAL" clId="{3DCD5389-CEAF-4D12-BA12-34DB4383BE2E}" dt="2026-02-02T14:04:05.128" v="1" actId="1076"/>
          <ac:spMkLst>
            <pc:docMk/>
            <pc:sldMk cId="1197823999" sldId="302"/>
            <ac:spMk id="4" creationId="{B9B290D4-6976-EA75-D09F-E03CC66EB1BA}"/>
          </ac:spMkLst>
        </pc:spChg>
      </pc:sldChg>
      <pc:sldChg chg="addSp delSp modSp new del mod">
        <pc:chgData name="Cesar Augusto Lopez Gallego" userId="0dfa9112-9251-4882-b472-cf2dfcee09d1" providerId="ADAL" clId="{3DCD5389-CEAF-4D12-BA12-34DB4383BE2E}" dt="2026-02-02T21:53:58.811" v="740" actId="47"/>
        <pc:sldMkLst>
          <pc:docMk/>
          <pc:sldMk cId="4214510298" sldId="307"/>
        </pc:sldMkLst>
        <pc:spChg chg="del">
          <ac:chgData name="Cesar Augusto Lopez Gallego" userId="0dfa9112-9251-4882-b472-cf2dfcee09d1" providerId="ADAL" clId="{3DCD5389-CEAF-4D12-BA12-34DB4383BE2E}" dt="2026-02-02T14:04:10.080" v="3" actId="478"/>
          <ac:spMkLst>
            <pc:docMk/>
            <pc:sldMk cId="4214510298" sldId="307"/>
            <ac:spMk id="2" creationId="{4B01F177-E764-49BF-8786-3BE1CEE425CD}"/>
          </ac:spMkLst>
        </pc:spChg>
        <pc:spChg chg="add del mod">
          <ac:chgData name="Cesar Augusto Lopez Gallego" userId="0dfa9112-9251-4882-b472-cf2dfcee09d1" providerId="ADAL" clId="{3DCD5389-CEAF-4D12-BA12-34DB4383BE2E}" dt="2026-02-02T21:16:03.741" v="656" actId="478"/>
          <ac:spMkLst>
            <pc:docMk/>
            <pc:sldMk cId="4214510298" sldId="307"/>
            <ac:spMk id="3" creationId="{42DDE59C-9689-4F8A-A72C-327D8717BA77}"/>
          </ac:spMkLst>
        </pc:spChg>
        <pc:spChg chg="add del mod">
          <ac:chgData name="Cesar Augusto Lopez Gallego" userId="0dfa9112-9251-4882-b472-cf2dfcee09d1" providerId="ADAL" clId="{3DCD5389-CEAF-4D12-BA12-34DB4383BE2E}" dt="2026-02-02T21:15:46.130" v="646" actId="478"/>
          <ac:spMkLst>
            <pc:docMk/>
            <pc:sldMk cId="4214510298" sldId="307"/>
            <ac:spMk id="4" creationId="{B712C0B6-AAE7-409F-BA79-ED56D23307E8}"/>
          </ac:spMkLst>
        </pc:spChg>
        <pc:spChg chg="add mod">
          <ac:chgData name="Cesar Augusto Lopez Gallego" userId="0dfa9112-9251-4882-b472-cf2dfcee09d1" providerId="ADAL" clId="{3DCD5389-CEAF-4D12-BA12-34DB4383BE2E}" dt="2026-02-02T21:41:47.275" v="674" actId="1076"/>
          <ac:spMkLst>
            <pc:docMk/>
            <pc:sldMk cId="4214510298" sldId="307"/>
            <ac:spMk id="5" creationId="{CDC3348B-4ED0-47DE-8C2E-6220F089A6A5}"/>
          </ac:spMkLst>
        </pc:spChg>
        <pc:picChg chg="add del">
          <ac:chgData name="Cesar Augusto Lopez Gallego" userId="0dfa9112-9251-4882-b472-cf2dfcee09d1" providerId="ADAL" clId="{3DCD5389-CEAF-4D12-BA12-34DB4383BE2E}" dt="2026-02-02T21:16:57.665" v="658" actId="22"/>
          <ac:picMkLst>
            <pc:docMk/>
            <pc:sldMk cId="4214510298" sldId="307"/>
            <ac:picMk id="7" creationId="{E5EEC136-A1AF-4B73-9264-8D8EAD82E0B5}"/>
          </ac:picMkLst>
        </pc:picChg>
        <pc:picChg chg="add mod">
          <ac:chgData name="Cesar Augusto Lopez Gallego" userId="0dfa9112-9251-4882-b472-cf2dfcee09d1" providerId="ADAL" clId="{3DCD5389-CEAF-4D12-BA12-34DB4383BE2E}" dt="2026-02-02T21:45:41.739" v="702" actId="1076"/>
          <ac:picMkLst>
            <pc:docMk/>
            <pc:sldMk cId="4214510298" sldId="307"/>
            <ac:picMk id="9" creationId="{ADC0C5AE-E732-416B-A25E-AF86023CA43A}"/>
          </ac:picMkLst>
        </pc:picChg>
      </pc:sldChg>
      <pc:sldChg chg="addSp delSp modSp add mod">
        <pc:chgData name="Cesar Augusto Lopez Gallego" userId="0dfa9112-9251-4882-b472-cf2dfcee09d1" providerId="ADAL" clId="{3DCD5389-CEAF-4D12-BA12-34DB4383BE2E}" dt="2026-02-02T22:22:01.024" v="754" actId="13926"/>
        <pc:sldMkLst>
          <pc:docMk/>
          <pc:sldMk cId="1061348399" sldId="308"/>
        </pc:sldMkLst>
        <pc:spChg chg="mod">
          <ac:chgData name="Cesar Augusto Lopez Gallego" userId="0dfa9112-9251-4882-b472-cf2dfcee09d1" providerId="ADAL" clId="{3DCD5389-CEAF-4D12-BA12-34DB4383BE2E}" dt="2026-02-02T14:54:39.955" v="345" actId="20577"/>
          <ac:spMkLst>
            <pc:docMk/>
            <pc:sldMk cId="1061348399" sldId="308"/>
            <ac:spMk id="3" creationId="{42DDE59C-9689-4F8A-A72C-327D8717BA77}"/>
          </ac:spMkLst>
        </pc:spChg>
        <pc:spChg chg="del">
          <ac:chgData name="Cesar Augusto Lopez Gallego" userId="0dfa9112-9251-4882-b472-cf2dfcee09d1" providerId="ADAL" clId="{3DCD5389-CEAF-4D12-BA12-34DB4383BE2E}" dt="2026-02-02T14:06:34.242" v="170" actId="478"/>
          <ac:spMkLst>
            <pc:docMk/>
            <pc:sldMk cId="1061348399" sldId="308"/>
            <ac:spMk id="4" creationId="{B712C0B6-AAE7-409F-BA79-ED56D23307E8}"/>
          </ac:spMkLst>
        </pc:spChg>
        <pc:spChg chg="add mod">
          <ac:chgData name="Cesar Augusto Lopez Gallego" userId="0dfa9112-9251-4882-b472-cf2dfcee09d1" providerId="ADAL" clId="{3DCD5389-CEAF-4D12-BA12-34DB4383BE2E}" dt="2026-02-02T14:21:56.192" v="296" actId="20577"/>
          <ac:spMkLst>
            <pc:docMk/>
            <pc:sldMk cId="1061348399" sldId="308"/>
            <ac:spMk id="5" creationId="{D98904D7-742F-4CD1-A0D1-B9B64A3E4FCF}"/>
          </ac:spMkLst>
        </pc:spChg>
        <pc:spChg chg="add mod">
          <ac:chgData name="Cesar Augusto Lopez Gallego" userId="0dfa9112-9251-4882-b472-cf2dfcee09d1" providerId="ADAL" clId="{3DCD5389-CEAF-4D12-BA12-34DB4383BE2E}" dt="2026-02-02T22:22:01.024" v="754" actId="13926"/>
          <ac:spMkLst>
            <pc:docMk/>
            <pc:sldMk cId="1061348399" sldId="308"/>
            <ac:spMk id="7" creationId="{ABFF5AB5-C588-4832-B4CC-5C99237A81DB}"/>
          </ac:spMkLst>
        </pc:spChg>
        <pc:spChg chg="add mod">
          <ac:chgData name="Cesar Augusto Lopez Gallego" userId="0dfa9112-9251-4882-b472-cf2dfcee09d1" providerId="ADAL" clId="{3DCD5389-CEAF-4D12-BA12-34DB4383BE2E}" dt="2026-02-02T14:20:49.160" v="284" actId="1076"/>
          <ac:spMkLst>
            <pc:docMk/>
            <pc:sldMk cId="1061348399" sldId="308"/>
            <ac:spMk id="9" creationId="{AFDF04E5-80FA-4F60-B651-BFFF13558BF0}"/>
          </ac:spMkLst>
        </pc:spChg>
        <pc:spChg chg="add mod">
          <ac:chgData name="Cesar Augusto Lopez Gallego" userId="0dfa9112-9251-4882-b472-cf2dfcee09d1" providerId="ADAL" clId="{3DCD5389-CEAF-4D12-BA12-34DB4383BE2E}" dt="2026-02-02T14:21:13.786" v="289" actId="1076"/>
          <ac:spMkLst>
            <pc:docMk/>
            <pc:sldMk cId="1061348399" sldId="308"/>
            <ac:spMk id="11" creationId="{AE6753C2-4679-492D-9C58-6ED15C9CB043}"/>
          </ac:spMkLst>
        </pc:spChg>
        <pc:spChg chg="add mod">
          <ac:chgData name="Cesar Augusto Lopez Gallego" userId="0dfa9112-9251-4882-b472-cf2dfcee09d1" providerId="ADAL" clId="{3DCD5389-CEAF-4D12-BA12-34DB4383BE2E}" dt="2026-02-02T14:21:51.488" v="294" actId="1076"/>
          <ac:spMkLst>
            <pc:docMk/>
            <pc:sldMk cId="1061348399" sldId="308"/>
            <ac:spMk id="13" creationId="{9CC9D85C-CAD5-4968-B073-E86798EBADA3}"/>
          </ac:spMkLst>
        </pc:spChg>
        <pc:spChg chg="add del">
          <ac:chgData name="Cesar Augusto Lopez Gallego" userId="0dfa9112-9251-4882-b472-cf2dfcee09d1" providerId="ADAL" clId="{3DCD5389-CEAF-4D12-BA12-34DB4383BE2E}" dt="2026-02-02T14:24:33.569" v="300" actId="22"/>
          <ac:spMkLst>
            <pc:docMk/>
            <pc:sldMk cId="1061348399" sldId="308"/>
            <ac:spMk id="15" creationId="{A25381D3-1EBF-405C-B6F4-368F24F48533}"/>
          </ac:spMkLst>
        </pc:spChg>
      </pc:sldChg>
      <pc:sldChg chg="modSp add del mod">
        <pc:chgData name="Cesar Augusto Lopez Gallego" userId="0dfa9112-9251-4882-b472-cf2dfcee09d1" providerId="ADAL" clId="{3DCD5389-CEAF-4D12-BA12-34DB4383BE2E}" dt="2026-02-02T21:51:01.836" v="719" actId="2696"/>
        <pc:sldMkLst>
          <pc:docMk/>
          <pc:sldMk cId="1661964470" sldId="309"/>
        </pc:sldMkLst>
        <pc:spChg chg="mod">
          <ac:chgData name="Cesar Augusto Lopez Gallego" userId="0dfa9112-9251-4882-b472-cf2dfcee09d1" providerId="ADAL" clId="{3DCD5389-CEAF-4D12-BA12-34DB4383BE2E}" dt="2026-02-02T14:53:01.837" v="344" actId="20577"/>
          <ac:spMkLst>
            <pc:docMk/>
            <pc:sldMk cId="1661964470" sldId="309"/>
            <ac:spMk id="3" creationId="{42DDE59C-9689-4F8A-A72C-327D8717BA77}"/>
          </ac:spMkLst>
        </pc:spChg>
        <pc:spChg chg="mod">
          <ac:chgData name="Cesar Augusto Lopez Gallego" userId="0dfa9112-9251-4882-b472-cf2dfcee09d1" providerId="ADAL" clId="{3DCD5389-CEAF-4D12-BA12-34DB4383BE2E}" dt="2026-02-02T14:49:54.925" v="339" actId="1076"/>
          <ac:spMkLst>
            <pc:docMk/>
            <pc:sldMk cId="1661964470" sldId="309"/>
            <ac:spMk id="5" creationId="{D98904D7-742F-4CD1-A0D1-B9B64A3E4FCF}"/>
          </ac:spMkLst>
        </pc:spChg>
        <pc:spChg chg="mod">
          <ac:chgData name="Cesar Augusto Lopez Gallego" userId="0dfa9112-9251-4882-b472-cf2dfcee09d1" providerId="ADAL" clId="{3DCD5389-CEAF-4D12-BA12-34DB4383BE2E}" dt="2026-02-02T14:56:57.544" v="347"/>
          <ac:spMkLst>
            <pc:docMk/>
            <pc:sldMk cId="1661964470" sldId="309"/>
            <ac:spMk id="7" creationId="{ABFF5AB5-C588-4832-B4CC-5C99237A81DB}"/>
          </ac:spMkLst>
        </pc:spChg>
        <pc:spChg chg="mod">
          <ac:chgData name="Cesar Augusto Lopez Gallego" userId="0dfa9112-9251-4882-b472-cf2dfcee09d1" providerId="ADAL" clId="{3DCD5389-CEAF-4D12-BA12-34DB4383BE2E}" dt="2026-02-02T14:50:09.624" v="341" actId="1076"/>
          <ac:spMkLst>
            <pc:docMk/>
            <pc:sldMk cId="1661964470" sldId="309"/>
            <ac:spMk id="9" creationId="{AFDF04E5-80FA-4F60-B651-BFFF13558BF0}"/>
          </ac:spMkLst>
        </pc:spChg>
        <pc:spChg chg="mod">
          <ac:chgData name="Cesar Augusto Lopez Gallego" userId="0dfa9112-9251-4882-b472-cf2dfcee09d1" providerId="ADAL" clId="{3DCD5389-CEAF-4D12-BA12-34DB4383BE2E}" dt="2026-02-02T14:50:03.748" v="340" actId="1076"/>
          <ac:spMkLst>
            <pc:docMk/>
            <pc:sldMk cId="1661964470" sldId="309"/>
            <ac:spMk id="11" creationId="{AE6753C2-4679-492D-9C58-6ED15C9CB043}"/>
          </ac:spMkLst>
        </pc:spChg>
        <pc:spChg chg="mod">
          <ac:chgData name="Cesar Augusto Lopez Gallego" userId="0dfa9112-9251-4882-b472-cf2dfcee09d1" providerId="ADAL" clId="{3DCD5389-CEAF-4D12-BA12-34DB4383BE2E}" dt="2026-02-02T14:52:44.871" v="343" actId="1076"/>
          <ac:spMkLst>
            <pc:docMk/>
            <pc:sldMk cId="1661964470" sldId="309"/>
            <ac:spMk id="13" creationId="{9CC9D85C-CAD5-4968-B073-E86798EBADA3}"/>
          </ac:spMkLst>
        </pc:spChg>
      </pc:sldChg>
      <pc:sldChg chg="add">
        <pc:chgData name="Cesar Augusto Lopez Gallego" userId="0dfa9112-9251-4882-b472-cf2dfcee09d1" providerId="ADAL" clId="{3DCD5389-CEAF-4D12-BA12-34DB4383BE2E}" dt="2026-02-02T21:51:05.182" v="720"/>
        <pc:sldMkLst>
          <pc:docMk/>
          <pc:sldMk cId="2291393653" sldId="309"/>
        </pc:sldMkLst>
      </pc:sldChg>
      <pc:sldChg chg="addSp delSp modSp add del mod">
        <pc:chgData name="Cesar Augusto Lopez Gallego" userId="0dfa9112-9251-4882-b472-cf2dfcee09d1" providerId="ADAL" clId="{3DCD5389-CEAF-4D12-BA12-34DB4383BE2E}" dt="2026-02-02T21:51:32.848" v="723" actId="2696"/>
        <pc:sldMkLst>
          <pc:docMk/>
          <pc:sldMk cId="1977391961" sldId="310"/>
        </pc:sldMkLst>
        <pc:spChg chg="mod">
          <ac:chgData name="Cesar Augusto Lopez Gallego" userId="0dfa9112-9251-4882-b472-cf2dfcee09d1" providerId="ADAL" clId="{3DCD5389-CEAF-4D12-BA12-34DB4383BE2E}" dt="2026-02-02T15:40:20.343" v="364" actId="20577"/>
          <ac:spMkLst>
            <pc:docMk/>
            <pc:sldMk cId="1977391961" sldId="310"/>
            <ac:spMk id="3" creationId="{42DDE59C-9689-4F8A-A72C-327D8717BA77}"/>
          </ac:spMkLst>
        </pc:spChg>
        <pc:spChg chg="mod">
          <ac:chgData name="Cesar Augusto Lopez Gallego" userId="0dfa9112-9251-4882-b472-cf2dfcee09d1" providerId="ADAL" clId="{3DCD5389-CEAF-4D12-BA12-34DB4383BE2E}" dt="2026-02-02T15:42:17.899" v="400" actId="207"/>
          <ac:spMkLst>
            <pc:docMk/>
            <pc:sldMk cId="1977391961" sldId="310"/>
            <ac:spMk id="5" creationId="{D98904D7-742F-4CD1-A0D1-B9B64A3E4FCF}"/>
          </ac:spMkLst>
        </pc:spChg>
        <pc:spChg chg="mod">
          <ac:chgData name="Cesar Augusto Lopez Gallego" userId="0dfa9112-9251-4882-b472-cf2dfcee09d1" providerId="ADAL" clId="{3DCD5389-CEAF-4D12-BA12-34DB4383BE2E}" dt="2026-02-02T15:41:33.553" v="378"/>
          <ac:spMkLst>
            <pc:docMk/>
            <pc:sldMk cId="1977391961" sldId="310"/>
            <ac:spMk id="7" creationId="{ABFF5AB5-C588-4832-B4CC-5C99237A81DB}"/>
          </ac:spMkLst>
        </pc:spChg>
        <pc:spChg chg="add mod">
          <ac:chgData name="Cesar Augusto Lopez Gallego" userId="0dfa9112-9251-4882-b472-cf2dfcee09d1" providerId="ADAL" clId="{3DCD5389-CEAF-4D12-BA12-34DB4383BE2E}" dt="2026-02-02T15:42:41.403" v="405" actId="1076"/>
          <ac:spMkLst>
            <pc:docMk/>
            <pc:sldMk cId="1977391961" sldId="310"/>
            <ac:spMk id="10" creationId="{907BE941-6ABE-4E6F-8D64-6C024C47BA3C}"/>
          </ac:spMkLst>
        </pc:spChg>
        <pc:spChg chg="del mod">
          <ac:chgData name="Cesar Augusto Lopez Gallego" userId="0dfa9112-9251-4882-b472-cf2dfcee09d1" providerId="ADAL" clId="{3DCD5389-CEAF-4D12-BA12-34DB4383BE2E}" dt="2026-02-02T15:41:15.861" v="376" actId="478"/>
          <ac:spMkLst>
            <pc:docMk/>
            <pc:sldMk cId="1977391961" sldId="310"/>
            <ac:spMk id="11" creationId="{AE6753C2-4679-492D-9C58-6ED15C9CB043}"/>
          </ac:spMkLst>
        </pc:spChg>
      </pc:sldChg>
      <pc:sldChg chg="add del">
        <pc:chgData name="Cesar Augusto Lopez Gallego" userId="0dfa9112-9251-4882-b472-cf2dfcee09d1" providerId="ADAL" clId="{3DCD5389-CEAF-4D12-BA12-34DB4383BE2E}" dt="2026-02-02T14:33:49.009" v="312" actId="47"/>
        <pc:sldMkLst>
          <pc:docMk/>
          <pc:sldMk cId="3281534065" sldId="310"/>
        </pc:sldMkLst>
      </pc:sldChg>
      <pc:sldChg chg="add">
        <pc:chgData name="Cesar Augusto Lopez Gallego" userId="0dfa9112-9251-4882-b472-cf2dfcee09d1" providerId="ADAL" clId="{3DCD5389-CEAF-4D12-BA12-34DB4383BE2E}" dt="2026-02-02T21:51:36.525" v="724"/>
        <pc:sldMkLst>
          <pc:docMk/>
          <pc:sldMk cId="4201554549" sldId="310"/>
        </pc:sldMkLst>
      </pc:sldChg>
      <pc:sldChg chg="add">
        <pc:chgData name="Cesar Augusto Lopez Gallego" userId="0dfa9112-9251-4882-b472-cf2dfcee09d1" providerId="ADAL" clId="{3DCD5389-CEAF-4D12-BA12-34DB4383BE2E}" dt="2026-02-02T21:51:17.292" v="722"/>
        <pc:sldMkLst>
          <pc:docMk/>
          <pc:sldMk cId="152708817" sldId="311"/>
        </pc:sldMkLst>
      </pc:sldChg>
      <pc:sldChg chg="modSp add del mod">
        <pc:chgData name="Cesar Augusto Lopez Gallego" userId="0dfa9112-9251-4882-b472-cf2dfcee09d1" providerId="ADAL" clId="{3DCD5389-CEAF-4D12-BA12-34DB4383BE2E}" dt="2026-02-02T21:51:13.813" v="721" actId="2696"/>
        <pc:sldMkLst>
          <pc:docMk/>
          <pc:sldMk cId="3774691981" sldId="311"/>
        </pc:sldMkLst>
        <pc:spChg chg="mod">
          <ac:chgData name="Cesar Augusto Lopez Gallego" userId="0dfa9112-9251-4882-b472-cf2dfcee09d1" providerId="ADAL" clId="{3DCD5389-CEAF-4D12-BA12-34DB4383BE2E}" dt="2026-02-02T15:55:04.108" v="471"/>
          <ac:spMkLst>
            <pc:docMk/>
            <pc:sldMk cId="3774691981" sldId="311"/>
            <ac:spMk id="3" creationId="{42DDE59C-9689-4F8A-A72C-327D8717BA77}"/>
          </ac:spMkLst>
        </pc:spChg>
        <pc:spChg chg="mod">
          <ac:chgData name="Cesar Augusto Lopez Gallego" userId="0dfa9112-9251-4882-b472-cf2dfcee09d1" providerId="ADAL" clId="{3DCD5389-CEAF-4D12-BA12-34DB4383BE2E}" dt="2026-02-02T15:58:55.494" v="505" actId="6549"/>
          <ac:spMkLst>
            <pc:docMk/>
            <pc:sldMk cId="3774691981" sldId="311"/>
            <ac:spMk id="5" creationId="{D98904D7-742F-4CD1-A0D1-B9B64A3E4FCF}"/>
          </ac:spMkLst>
        </pc:spChg>
        <pc:spChg chg="mod">
          <ac:chgData name="Cesar Augusto Lopez Gallego" userId="0dfa9112-9251-4882-b472-cf2dfcee09d1" providerId="ADAL" clId="{3DCD5389-CEAF-4D12-BA12-34DB4383BE2E}" dt="2026-02-02T16:12:53.892" v="533" actId="20577"/>
          <ac:spMkLst>
            <pc:docMk/>
            <pc:sldMk cId="3774691981" sldId="311"/>
            <ac:spMk id="7" creationId="{ABFF5AB5-C588-4832-B4CC-5C99237A81DB}"/>
          </ac:spMkLst>
        </pc:spChg>
        <pc:spChg chg="mod">
          <ac:chgData name="Cesar Augusto Lopez Gallego" userId="0dfa9112-9251-4882-b472-cf2dfcee09d1" providerId="ADAL" clId="{3DCD5389-CEAF-4D12-BA12-34DB4383BE2E}" dt="2026-02-02T15:59:06.072" v="506" actId="1076"/>
          <ac:spMkLst>
            <pc:docMk/>
            <pc:sldMk cId="3774691981" sldId="311"/>
            <ac:spMk id="11" creationId="{AE6753C2-4679-492D-9C58-6ED15C9CB043}"/>
          </ac:spMkLst>
        </pc:spChg>
      </pc:sldChg>
      <pc:sldChg chg="add del">
        <pc:chgData name="Cesar Augusto Lopez Gallego" userId="0dfa9112-9251-4882-b472-cf2dfcee09d1" providerId="ADAL" clId="{3DCD5389-CEAF-4D12-BA12-34DB4383BE2E}" dt="2026-02-02T14:33:49.009" v="312" actId="47"/>
        <pc:sldMkLst>
          <pc:docMk/>
          <pc:sldMk cId="4276616071" sldId="311"/>
        </pc:sldMkLst>
      </pc:sldChg>
      <pc:sldChg chg="add">
        <pc:chgData name="Cesar Augusto Lopez Gallego" userId="0dfa9112-9251-4882-b472-cf2dfcee09d1" providerId="ADAL" clId="{3DCD5389-CEAF-4D12-BA12-34DB4383BE2E}" dt="2026-02-02T21:51:17.292" v="722"/>
        <pc:sldMkLst>
          <pc:docMk/>
          <pc:sldMk cId="1273757604" sldId="312"/>
        </pc:sldMkLst>
      </pc:sldChg>
      <pc:sldChg chg="modSp add del mod">
        <pc:chgData name="Cesar Augusto Lopez Gallego" userId="0dfa9112-9251-4882-b472-cf2dfcee09d1" providerId="ADAL" clId="{3DCD5389-CEAF-4D12-BA12-34DB4383BE2E}" dt="2026-02-02T21:51:13.813" v="721" actId="2696"/>
        <pc:sldMkLst>
          <pc:docMk/>
          <pc:sldMk cId="1312024039" sldId="312"/>
        </pc:sldMkLst>
        <pc:spChg chg="mod">
          <ac:chgData name="Cesar Augusto Lopez Gallego" userId="0dfa9112-9251-4882-b472-cf2dfcee09d1" providerId="ADAL" clId="{3DCD5389-CEAF-4D12-BA12-34DB4383BE2E}" dt="2026-02-02T16:18:35.044" v="548" actId="20577"/>
          <ac:spMkLst>
            <pc:docMk/>
            <pc:sldMk cId="1312024039" sldId="312"/>
            <ac:spMk id="3" creationId="{42DDE59C-9689-4F8A-A72C-327D8717BA77}"/>
          </ac:spMkLst>
        </pc:spChg>
        <pc:spChg chg="mod">
          <ac:chgData name="Cesar Augusto Lopez Gallego" userId="0dfa9112-9251-4882-b472-cf2dfcee09d1" providerId="ADAL" clId="{3DCD5389-CEAF-4D12-BA12-34DB4383BE2E}" dt="2026-02-02T16:14:21.540" v="540"/>
          <ac:spMkLst>
            <pc:docMk/>
            <pc:sldMk cId="1312024039" sldId="312"/>
            <ac:spMk id="5" creationId="{D98904D7-742F-4CD1-A0D1-B9B64A3E4FCF}"/>
          </ac:spMkLst>
        </pc:spChg>
        <pc:spChg chg="mod">
          <ac:chgData name="Cesar Augusto Lopez Gallego" userId="0dfa9112-9251-4882-b472-cf2dfcee09d1" providerId="ADAL" clId="{3DCD5389-CEAF-4D12-BA12-34DB4383BE2E}" dt="2026-02-02T16:18:23.496" v="542"/>
          <ac:spMkLst>
            <pc:docMk/>
            <pc:sldMk cId="1312024039" sldId="312"/>
            <ac:spMk id="7" creationId="{ABFF5AB5-C588-4832-B4CC-5C99237A81DB}"/>
          </ac:spMkLst>
        </pc:spChg>
        <pc:spChg chg="mod">
          <ac:chgData name="Cesar Augusto Lopez Gallego" userId="0dfa9112-9251-4882-b472-cf2dfcee09d1" providerId="ADAL" clId="{3DCD5389-CEAF-4D12-BA12-34DB4383BE2E}" dt="2026-02-02T16:14:28.224" v="541" actId="1076"/>
          <ac:spMkLst>
            <pc:docMk/>
            <pc:sldMk cId="1312024039" sldId="312"/>
            <ac:spMk id="11" creationId="{AE6753C2-4679-492D-9C58-6ED15C9CB043}"/>
          </ac:spMkLst>
        </pc:spChg>
      </pc:sldChg>
      <pc:sldChg chg="add del">
        <pc:chgData name="Cesar Augusto Lopez Gallego" userId="0dfa9112-9251-4882-b472-cf2dfcee09d1" providerId="ADAL" clId="{3DCD5389-CEAF-4D12-BA12-34DB4383BE2E}" dt="2026-02-02T14:33:49.009" v="312" actId="47"/>
        <pc:sldMkLst>
          <pc:docMk/>
          <pc:sldMk cId="3464687689" sldId="312"/>
        </pc:sldMkLst>
      </pc:sldChg>
      <pc:sldChg chg="addSp delSp modSp add del mod">
        <pc:chgData name="Cesar Augusto Lopez Gallego" userId="0dfa9112-9251-4882-b472-cf2dfcee09d1" providerId="ADAL" clId="{3DCD5389-CEAF-4D12-BA12-34DB4383BE2E}" dt="2026-02-02T21:51:13.813" v="721" actId="2696"/>
        <pc:sldMkLst>
          <pc:docMk/>
          <pc:sldMk cId="1546196471" sldId="313"/>
        </pc:sldMkLst>
        <pc:spChg chg="mod">
          <ac:chgData name="Cesar Augusto Lopez Gallego" userId="0dfa9112-9251-4882-b472-cf2dfcee09d1" providerId="ADAL" clId="{3DCD5389-CEAF-4D12-BA12-34DB4383BE2E}" dt="2026-02-02T16:19:14.219" v="554" actId="20577"/>
          <ac:spMkLst>
            <pc:docMk/>
            <pc:sldMk cId="1546196471" sldId="313"/>
            <ac:spMk id="3" creationId="{42DDE59C-9689-4F8A-A72C-327D8717BA77}"/>
          </ac:spMkLst>
        </pc:spChg>
        <pc:spChg chg="mod">
          <ac:chgData name="Cesar Augusto Lopez Gallego" userId="0dfa9112-9251-4882-b472-cf2dfcee09d1" providerId="ADAL" clId="{3DCD5389-CEAF-4D12-BA12-34DB4383BE2E}" dt="2026-02-02T16:21:02.523" v="579"/>
          <ac:spMkLst>
            <pc:docMk/>
            <pc:sldMk cId="1546196471" sldId="313"/>
            <ac:spMk id="5" creationId="{D98904D7-742F-4CD1-A0D1-B9B64A3E4FCF}"/>
          </ac:spMkLst>
        </pc:spChg>
        <pc:spChg chg="mod">
          <ac:chgData name="Cesar Augusto Lopez Gallego" userId="0dfa9112-9251-4882-b472-cf2dfcee09d1" providerId="ADAL" clId="{3DCD5389-CEAF-4D12-BA12-34DB4383BE2E}" dt="2026-02-02T16:21:58.375" v="587" actId="6549"/>
          <ac:spMkLst>
            <pc:docMk/>
            <pc:sldMk cId="1546196471" sldId="313"/>
            <ac:spMk id="7" creationId="{ABFF5AB5-C588-4832-B4CC-5C99237A81DB}"/>
          </ac:spMkLst>
        </pc:spChg>
        <pc:spChg chg="add del mod">
          <ac:chgData name="Cesar Augusto Lopez Gallego" userId="0dfa9112-9251-4882-b472-cf2dfcee09d1" providerId="ADAL" clId="{3DCD5389-CEAF-4D12-BA12-34DB4383BE2E}" dt="2026-02-02T16:21:25.248" v="582" actId="1076"/>
          <ac:spMkLst>
            <pc:docMk/>
            <pc:sldMk cId="1546196471" sldId="313"/>
            <ac:spMk id="9" creationId="{AFDF04E5-80FA-4F60-B651-BFFF13558BF0}"/>
          </ac:spMkLst>
        </pc:spChg>
        <pc:spChg chg="mod">
          <ac:chgData name="Cesar Augusto Lopez Gallego" userId="0dfa9112-9251-4882-b472-cf2dfcee09d1" providerId="ADAL" clId="{3DCD5389-CEAF-4D12-BA12-34DB4383BE2E}" dt="2026-02-02T16:20:42.136" v="577" actId="1076"/>
          <ac:spMkLst>
            <pc:docMk/>
            <pc:sldMk cId="1546196471" sldId="313"/>
            <ac:spMk id="11" creationId="{AE6753C2-4679-492D-9C58-6ED15C9CB043}"/>
          </ac:spMkLst>
        </pc:spChg>
      </pc:sldChg>
      <pc:sldChg chg="add del">
        <pc:chgData name="Cesar Augusto Lopez Gallego" userId="0dfa9112-9251-4882-b472-cf2dfcee09d1" providerId="ADAL" clId="{3DCD5389-CEAF-4D12-BA12-34DB4383BE2E}" dt="2026-02-02T14:33:49.009" v="312" actId="47"/>
        <pc:sldMkLst>
          <pc:docMk/>
          <pc:sldMk cId="3072836804" sldId="313"/>
        </pc:sldMkLst>
      </pc:sldChg>
      <pc:sldChg chg="add">
        <pc:chgData name="Cesar Augusto Lopez Gallego" userId="0dfa9112-9251-4882-b472-cf2dfcee09d1" providerId="ADAL" clId="{3DCD5389-CEAF-4D12-BA12-34DB4383BE2E}" dt="2026-02-02T21:51:17.292" v="722"/>
        <pc:sldMkLst>
          <pc:docMk/>
          <pc:sldMk cId="3744361329" sldId="313"/>
        </pc:sldMkLst>
      </pc:sldChg>
      <pc:sldChg chg="modSp add mod">
        <pc:chgData name="Cesar Augusto Lopez Gallego" userId="0dfa9112-9251-4882-b472-cf2dfcee09d1" providerId="ADAL" clId="{3DCD5389-CEAF-4D12-BA12-34DB4383BE2E}" dt="2026-02-03T15:24:30.045" v="806" actId="20577"/>
        <pc:sldMkLst>
          <pc:docMk/>
          <pc:sldMk cId="3032683784" sldId="314"/>
        </pc:sldMkLst>
        <pc:spChg chg="mod">
          <ac:chgData name="Cesar Augusto Lopez Gallego" userId="0dfa9112-9251-4882-b472-cf2dfcee09d1" providerId="ADAL" clId="{3DCD5389-CEAF-4D12-BA12-34DB4383BE2E}" dt="2026-02-02T16:22:18.235" v="597" actId="20577"/>
          <ac:spMkLst>
            <pc:docMk/>
            <pc:sldMk cId="3032683784" sldId="314"/>
            <ac:spMk id="3" creationId="{42DDE59C-9689-4F8A-A72C-327D8717BA77}"/>
          </ac:spMkLst>
        </pc:spChg>
        <pc:spChg chg="mod">
          <ac:chgData name="Cesar Augusto Lopez Gallego" userId="0dfa9112-9251-4882-b472-cf2dfcee09d1" providerId="ADAL" clId="{3DCD5389-CEAF-4D12-BA12-34DB4383BE2E}" dt="2026-02-02T16:27:24.111" v="607" actId="20577"/>
          <ac:spMkLst>
            <pc:docMk/>
            <pc:sldMk cId="3032683784" sldId="314"/>
            <ac:spMk id="5" creationId="{D98904D7-742F-4CD1-A0D1-B9B64A3E4FCF}"/>
          </ac:spMkLst>
        </pc:spChg>
        <pc:spChg chg="mod">
          <ac:chgData name="Cesar Augusto Lopez Gallego" userId="0dfa9112-9251-4882-b472-cf2dfcee09d1" providerId="ADAL" clId="{3DCD5389-CEAF-4D12-BA12-34DB4383BE2E}" dt="2026-02-03T15:24:30.045" v="806" actId="20577"/>
          <ac:spMkLst>
            <pc:docMk/>
            <pc:sldMk cId="3032683784" sldId="314"/>
            <ac:spMk id="7" creationId="{ABFF5AB5-C588-4832-B4CC-5C99237A81DB}"/>
          </ac:spMkLst>
        </pc:spChg>
        <pc:spChg chg="mod">
          <ac:chgData name="Cesar Augusto Lopez Gallego" userId="0dfa9112-9251-4882-b472-cf2dfcee09d1" providerId="ADAL" clId="{3DCD5389-CEAF-4D12-BA12-34DB4383BE2E}" dt="2026-02-02T16:27:29.551" v="608" actId="1076"/>
          <ac:spMkLst>
            <pc:docMk/>
            <pc:sldMk cId="3032683784" sldId="314"/>
            <ac:spMk id="11" creationId="{AE6753C2-4679-492D-9C58-6ED15C9CB043}"/>
          </ac:spMkLst>
        </pc:spChg>
      </pc:sldChg>
      <pc:sldChg chg="add del">
        <pc:chgData name="Cesar Augusto Lopez Gallego" userId="0dfa9112-9251-4882-b472-cf2dfcee09d1" providerId="ADAL" clId="{3DCD5389-CEAF-4D12-BA12-34DB4383BE2E}" dt="2026-02-02T14:33:49.009" v="312" actId="47"/>
        <pc:sldMkLst>
          <pc:docMk/>
          <pc:sldMk cId="3444086074" sldId="314"/>
        </pc:sldMkLst>
      </pc:sldChg>
      <pc:sldChg chg="addSp delSp modSp new del mod">
        <pc:chgData name="Cesar Augusto Lopez Gallego" userId="0dfa9112-9251-4882-b472-cf2dfcee09d1" providerId="ADAL" clId="{3DCD5389-CEAF-4D12-BA12-34DB4383BE2E}" dt="2026-02-02T21:51:13.813" v="721" actId="2696"/>
        <pc:sldMkLst>
          <pc:docMk/>
          <pc:sldMk cId="662569768" sldId="315"/>
        </pc:sldMkLst>
        <pc:spChg chg="del">
          <ac:chgData name="Cesar Augusto Lopez Gallego" userId="0dfa9112-9251-4882-b472-cf2dfcee09d1" providerId="ADAL" clId="{3DCD5389-CEAF-4D12-BA12-34DB4383BE2E}" dt="2026-02-02T21:13:50.517" v="610" actId="478"/>
          <ac:spMkLst>
            <pc:docMk/>
            <pc:sldMk cId="662569768" sldId="315"/>
            <ac:spMk id="2" creationId="{C61725A4-FF14-46BE-8AD2-94A44A8125F5}"/>
          </ac:spMkLst>
        </pc:spChg>
        <pc:spChg chg="add mod">
          <ac:chgData name="Cesar Augusto Lopez Gallego" userId="0dfa9112-9251-4882-b472-cf2dfcee09d1" providerId="ADAL" clId="{3DCD5389-CEAF-4D12-BA12-34DB4383BE2E}" dt="2026-02-02T21:42:41.724" v="698" actId="1076"/>
          <ac:spMkLst>
            <pc:docMk/>
            <pc:sldMk cId="662569768" sldId="315"/>
            <ac:spMk id="3" creationId="{B2CD311E-F41C-417A-8DE7-18680DF8DAAB}"/>
          </ac:spMkLst>
        </pc:spChg>
        <pc:spChg chg="add del mod">
          <ac:chgData name="Cesar Augusto Lopez Gallego" userId="0dfa9112-9251-4882-b472-cf2dfcee09d1" providerId="ADAL" clId="{3DCD5389-CEAF-4D12-BA12-34DB4383BE2E}" dt="2026-02-02T21:14:04.556" v="627" actId="21"/>
          <ac:spMkLst>
            <pc:docMk/>
            <pc:sldMk cId="662569768" sldId="315"/>
            <ac:spMk id="4" creationId="{ECA09B31-9D45-40B9-82D3-79EA491023D3}"/>
          </ac:spMkLst>
        </pc:spChg>
        <pc:picChg chg="add del mod">
          <ac:chgData name="Cesar Augusto Lopez Gallego" userId="0dfa9112-9251-4882-b472-cf2dfcee09d1" providerId="ADAL" clId="{3DCD5389-CEAF-4D12-BA12-34DB4383BE2E}" dt="2026-02-02T21:15:06.058" v="641" actId="478"/>
          <ac:picMkLst>
            <pc:docMk/>
            <pc:sldMk cId="662569768" sldId="315"/>
            <ac:picMk id="6" creationId="{0EBE74E3-2878-4D66-8219-299F0390214D}"/>
          </ac:picMkLst>
        </pc:picChg>
        <pc:picChg chg="add mod">
          <ac:chgData name="Cesar Augusto Lopez Gallego" userId="0dfa9112-9251-4882-b472-cf2dfcee09d1" providerId="ADAL" clId="{3DCD5389-CEAF-4D12-BA12-34DB4383BE2E}" dt="2026-02-02T21:15:12.778" v="645" actId="1076"/>
          <ac:picMkLst>
            <pc:docMk/>
            <pc:sldMk cId="662569768" sldId="315"/>
            <ac:picMk id="8" creationId="{7ED0CF76-1423-443C-A752-E5D22F3C96CD}"/>
          </ac:picMkLst>
        </pc:picChg>
      </pc:sldChg>
      <pc:sldChg chg="add">
        <pc:chgData name="Cesar Augusto Lopez Gallego" userId="0dfa9112-9251-4882-b472-cf2dfcee09d1" providerId="ADAL" clId="{3DCD5389-CEAF-4D12-BA12-34DB4383BE2E}" dt="2026-02-02T21:51:17.292" v="722"/>
        <pc:sldMkLst>
          <pc:docMk/>
          <pc:sldMk cId="4175688465" sldId="315"/>
        </pc:sldMkLst>
      </pc:sldChg>
      <pc:sldChg chg="addSp delSp modSp new mod">
        <pc:chgData name="Cesar Augusto Lopez Gallego" userId="0dfa9112-9251-4882-b472-cf2dfcee09d1" providerId="ADAL" clId="{3DCD5389-CEAF-4D12-BA12-34DB4383BE2E}" dt="2026-02-02T21:45:34.770" v="700" actId="1076"/>
        <pc:sldMkLst>
          <pc:docMk/>
          <pc:sldMk cId="3730532119" sldId="316"/>
        </pc:sldMkLst>
        <pc:spChg chg="del">
          <ac:chgData name="Cesar Augusto Lopez Gallego" userId="0dfa9112-9251-4882-b472-cf2dfcee09d1" providerId="ADAL" clId="{3DCD5389-CEAF-4D12-BA12-34DB4383BE2E}" dt="2026-02-02T21:41:56.902" v="676" actId="478"/>
          <ac:spMkLst>
            <pc:docMk/>
            <pc:sldMk cId="3730532119" sldId="316"/>
            <ac:spMk id="2" creationId="{A575B242-C661-4121-9366-5DE6B68CAA23}"/>
          </ac:spMkLst>
        </pc:spChg>
        <pc:spChg chg="add mod">
          <ac:chgData name="Cesar Augusto Lopez Gallego" userId="0dfa9112-9251-4882-b472-cf2dfcee09d1" providerId="ADAL" clId="{3DCD5389-CEAF-4D12-BA12-34DB4383BE2E}" dt="2026-02-02T21:42:17.235" v="694" actId="27636"/>
          <ac:spMkLst>
            <pc:docMk/>
            <pc:sldMk cId="3730532119" sldId="316"/>
            <ac:spMk id="5" creationId="{6D1074F3-79F4-4BA5-A787-470874FD379E}"/>
          </ac:spMkLst>
        </pc:spChg>
        <pc:picChg chg="add mod">
          <ac:chgData name="Cesar Augusto Lopez Gallego" userId="0dfa9112-9251-4882-b472-cf2dfcee09d1" providerId="ADAL" clId="{3DCD5389-CEAF-4D12-BA12-34DB4383BE2E}" dt="2026-02-02T21:45:34.770" v="700" actId="1076"/>
          <ac:picMkLst>
            <pc:docMk/>
            <pc:sldMk cId="3730532119" sldId="316"/>
            <ac:picMk id="4" creationId="{96779EB8-4515-4CA2-9A9E-DA6308629CC7}"/>
          </ac:picMkLst>
        </pc:picChg>
      </pc:sldChg>
      <pc:sldChg chg="addSp delSp modSp new del mod">
        <pc:chgData name="Cesar Augusto Lopez Gallego" userId="0dfa9112-9251-4882-b472-cf2dfcee09d1" providerId="ADAL" clId="{3DCD5389-CEAF-4D12-BA12-34DB4383BE2E}" dt="2026-02-02T21:51:01.836" v="719" actId="2696"/>
        <pc:sldMkLst>
          <pc:docMk/>
          <pc:sldMk cId="1855941282" sldId="317"/>
        </pc:sldMkLst>
        <pc:spChg chg="del">
          <ac:chgData name="Cesar Augusto Lopez Gallego" userId="0dfa9112-9251-4882-b472-cf2dfcee09d1" providerId="ADAL" clId="{3DCD5389-CEAF-4D12-BA12-34DB4383BE2E}" dt="2026-02-02T21:49:47.741" v="706" actId="478"/>
          <ac:spMkLst>
            <pc:docMk/>
            <pc:sldMk cId="1855941282" sldId="317"/>
            <ac:spMk id="2" creationId="{C62CF853-42C6-4FCC-A25A-0DA1FF249543}"/>
          </ac:spMkLst>
        </pc:spChg>
        <pc:spChg chg="add mod">
          <ac:chgData name="Cesar Augusto Lopez Gallego" userId="0dfa9112-9251-4882-b472-cf2dfcee09d1" providerId="ADAL" clId="{3DCD5389-CEAF-4D12-BA12-34DB4383BE2E}" dt="2026-02-02T21:50:38.943" v="718" actId="20577"/>
          <ac:spMkLst>
            <pc:docMk/>
            <pc:sldMk cId="1855941282" sldId="317"/>
            <ac:spMk id="5" creationId="{5536A62D-CE2D-4CCB-80F9-E360EDD3FB09}"/>
          </ac:spMkLst>
        </pc:spChg>
        <pc:picChg chg="add mod">
          <ac:chgData name="Cesar Augusto Lopez Gallego" userId="0dfa9112-9251-4882-b472-cf2dfcee09d1" providerId="ADAL" clId="{3DCD5389-CEAF-4D12-BA12-34DB4383BE2E}" dt="2026-02-02T21:49:52.977" v="708" actId="1076"/>
          <ac:picMkLst>
            <pc:docMk/>
            <pc:sldMk cId="1855941282" sldId="317"/>
            <ac:picMk id="4" creationId="{363B329F-EC50-4B3B-B3DB-53007A138EE4}"/>
          </ac:picMkLst>
        </pc:picChg>
      </pc:sldChg>
      <pc:sldChg chg="add">
        <pc:chgData name="Cesar Augusto Lopez Gallego" userId="0dfa9112-9251-4882-b472-cf2dfcee09d1" providerId="ADAL" clId="{3DCD5389-CEAF-4D12-BA12-34DB4383BE2E}" dt="2026-02-02T21:51:05.182" v="720"/>
        <pc:sldMkLst>
          <pc:docMk/>
          <pc:sldMk cId="3006560353" sldId="317"/>
        </pc:sldMkLst>
      </pc:sldChg>
      <pc:sldChg chg="addSp delSp modSp add mod">
        <pc:chgData name="Cesar Augusto Lopez Gallego" userId="0dfa9112-9251-4882-b472-cf2dfcee09d1" providerId="ADAL" clId="{3DCD5389-CEAF-4D12-BA12-34DB4383BE2E}" dt="2026-02-02T21:54:11.282" v="741" actId="14100"/>
        <pc:sldMkLst>
          <pc:docMk/>
          <pc:sldMk cId="1603475650" sldId="318"/>
        </pc:sldMkLst>
        <pc:spChg chg="mod">
          <ac:chgData name="Cesar Augusto Lopez Gallego" userId="0dfa9112-9251-4882-b472-cf2dfcee09d1" providerId="ADAL" clId="{3DCD5389-CEAF-4D12-BA12-34DB4383BE2E}" dt="2026-02-02T21:53:10.568" v="735" actId="27636"/>
          <ac:spMkLst>
            <pc:docMk/>
            <pc:sldMk cId="1603475650" sldId="318"/>
            <ac:spMk id="5" creationId="{6D1074F3-79F4-4BA5-A787-470874FD379E}"/>
          </ac:spMkLst>
        </pc:spChg>
        <pc:picChg chg="add mod">
          <ac:chgData name="Cesar Augusto Lopez Gallego" userId="0dfa9112-9251-4882-b472-cf2dfcee09d1" providerId="ADAL" clId="{3DCD5389-CEAF-4D12-BA12-34DB4383BE2E}" dt="2026-02-02T21:54:11.282" v="741" actId="14100"/>
          <ac:picMkLst>
            <pc:docMk/>
            <pc:sldMk cId="1603475650" sldId="318"/>
            <ac:picMk id="3" creationId="{AA52DD58-F322-431C-B86F-80305007A116}"/>
          </ac:picMkLst>
        </pc:picChg>
        <pc:picChg chg="del">
          <ac:chgData name="Cesar Augusto Lopez Gallego" userId="0dfa9112-9251-4882-b472-cf2dfcee09d1" providerId="ADAL" clId="{3DCD5389-CEAF-4D12-BA12-34DB4383BE2E}" dt="2026-02-02T21:53:13.722" v="736" actId="478"/>
          <ac:picMkLst>
            <pc:docMk/>
            <pc:sldMk cId="1603475650" sldId="318"/>
            <ac:picMk id="4" creationId="{96779EB8-4515-4CA2-9A9E-DA6308629CC7}"/>
          </ac:picMkLst>
        </pc:picChg>
      </pc:sldChg>
    </pc:docChg>
  </pc:docChgLst>
  <pc:docChgLst>
    <pc:chgData name="Cesar Augusto Lopez Gallego" userId="S::cesar.lopezg@upb.edu.co::0dfa9112-9251-4882-b472-cf2dfcee09d1" providerId="AD" clId="Web-{02AD4E05-551B-7A6B-C636-021598AC16EF}"/>
    <pc:docChg chg="addSld modSld">
      <pc:chgData name="Cesar Augusto Lopez Gallego" userId="S::cesar.lopezg@upb.edu.co::0dfa9112-9251-4882-b472-cf2dfcee09d1" providerId="AD" clId="Web-{02AD4E05-551B-7A6B-C636-021598AC16EF}" dt="2025-02-10T20:47:43.359" v="254" actId="20577"/>
      <pc:docMkLst>
        <pc:docMk/>
      </pc:docMkLst>
      <pc:sldChg chg="addSp delSp modSp">
        <pc:chgData name="Cesar Augusto Lopez Gallego" userId="S::cesar.lopezg@upb.edu.co::0dfa9112-9251-4882-b472-cf2dfcee09d1" providerId="AD" clId="Web-{02AD4E05-551B-7A6B-C636-021598AC16EF}" dt="2025-02-10T20:45:15.258" v="178" actId="20577"/>
        <pc:sldMkLst>
          <pc:docMk/>
          <pc:sldMk cId="2073287479" sldId="301"/>
        </pc:sldMkLst>
        <pc:spChg chg="add mod">
          <ac:chgData name="Cesar Augusto Lopez Gallego" userId="S::cesar.lopezg@upb.edu.co::0dfa9112-9251-4882-b472-cf2dfcee09d1" providerId="AD" clId="Web-{02AD4E05-551B-7A6B-C636-021598AC16EF}" dt="2025-02-10T20:45:15.258" v="178" actId="20577"/>
          <ac:spMkLst>
            <pc:docMk/>
            <pc:sldMk cId="2073287479" sldId="301"/>
            <ac:spMk id="2" creationId="{11513997-9BC0-D062-EA1C-CBD845D7F327}"/>
          </ac:spMkLst>
        </pc:spChg>
        <pc:spChg chg="del mod">
          <ac:chgData name="Cesar Augusto Lopez Gallego" userId="S::cesar.lopezg@upb.edu.co::0dfa9112-9251-4882-b472-cf2dfcee09d1" providerId="AD" clId="Web-{02AD4E05-551B-7A6B-C636-021598AC16EF}" dt="2025-02-10T20:29:21.834" v="1"/>
          <ac:spMkLst>
            <pc:docMk/>
            <pc:sldMk cId="2073287479" sldId="301"/>
            <ac:spMk id="5" creationId="{1810B238-D569-5C29-05F8-A4782C6775A2}"/>
          </ac:spMkLst>
        </pc:spChg>
      </pc:sldChg>
      <pc:sldChg chg="modSp add replId">
        <pc:chgData name="Cesar Augusto Lopez Gallego" userId="S::cesar.lopezg@upb.edu.co::0dfa9112-9251-4882-b472-cf2dfcee09d1" providerId="AD" clId="Web-{02AD4E05-551B-7A6B-C636-021598AC16EF}" dt="2025-02-10T20:47:43.359" v="254" actId="20577"/>
        <pc:sldMkLst>
          <pc:docMk/>
          <pc:sldMk cId="1197823999" sldId="302"/>
        </pc:sldMkLst>
        <pc:spChg chg="mod">
          <ac:chgData name="Cesar Augusto Lopez Gallego" userId="S::cesar.lopezg@upb.edu.co::0dfa9112-9251-4882-b472-cf2dfcee09d1" providerId="AD" clId="Web-{02AD4E05-551B-7A6B-C636-021598AC16EF}" dt="2025-02-10T20:47:43.359" v="254" actId="20577"/>
          <ac:spMkLst>
            <pc:docMk/>
            <pc:sldMk cId="1197823999" sldId="302"/>
            <ac:spMk id="2" creationId="{DE3F429A-865F-23F4-D4C6-7BDFFAB3E42D}"/>
          </ac:spMkLst>
        </pc:spChg>
      </pc:sldChg>
    </pc:docChg>
  </pc:docChgLst>
  <pc:docChgLst>
    <pc:chgData name="Cesar Augusto Lopez Gallego" userId="0dfa9112-9251-4882-b472-cf2dfcee09d1" providerId="ADAL" clId="{22B148F1-7B97-4648-833D-43CDE393E25F}"/>
    <pc:docChg chg="modSld">
      <pc:chgData name="Cesar Augusto Lopez Gallego" userId="0dfa9112-9251-4882-b472-cf2dfcee09d1" providerId="ADAL" clId="{22B148F1-7B97-4648-833D-43CDE393E25F}" dt="2025-04-22T00:04:19.200" v="21" actId="207"/>
      <pc:docMkLst>
        <pc:docMk/>
      </pc:docMkLst>
      <pc:sldChg chg="addSp delSp modSp mod modAnim">
        <pc:chgData name="Cesar Augusto Lopez Gallego" userId="0dfa9112-9251-4882-b472-cf2dfcee09d1" providerId="ADAL" clId="{22B148F1-7B97-4648-833D-43CDE393E25F}" dt="2025-04-22T00:04:19.200" v="21" actId="207"/>
        <pc:sldMkLst>
          <pc:docMk/>
          <pc:sldMk cId="2684265172" sldId="298"/>
        </pc:sldMkLst>
        <pc:spChg chg="mod topLvl">
          <ac:chgData name="Cesar Augusto Lopez Gallego" userId="0dfa9112-9251-4882-b472-cf2dfcee09d1" providerId="ADAL" clId="{22B148F1-7B97-4648-833D-43CDE393E25F}" dt="2025-04-22T00:04:00.108" v="11" actId="164"/>
          <ac:spMkLst>
            <pc:docMk/>
            <pc:sldMk cId="2684265172" sldId="298"/>
            <ac:spMk id="8" creationId="{B6C2CDBA-E6DC-928E-DD03-39499FB3486E}"/>
          </ac:spMkLst>
        </pc:spChg>
        <pc:spChg chg="mod topLvl">
          <ac:chgData name="Cesar Augusto Lopez Gallego" userId="0dfa9112-9251-4882-b472-cf2dfcee09d1" providerId="ADAL" clId="{22B148F1-7B97-4648-833D-43CDE393E25F}" dt="2025-04-22T00:04:00.108" v="11" actId="164"/>
          <ac:spMkLst>
            <pc:docMk/>
            <pc:sldMk cId="2684265172" sldId="298"/>
            <ac:spMk id="9" creationId="{223CDF68-0130-B877-8683-3E3FCB500743}"/>
          </ac:spMkLst>
        </pc:spChg>
        <pc:spChg chg="mod topLvl">
          <ac:chgData name="Cesar Augusto Lopez Gallego" userId="0dfa9112-9251-4882-b472-cf2dfcee09d1" providerId="ADAL" clId="{22B148F1-7B97-4648-833D-43CDE393E25F}" dt="2025-04-22T00:04:00.108" v="11" actId="164"/>
          <ac:spMkLst>
            <pc:docMk/>
            <pc:sldMk cId="2684265172" sldId="298"/>
            <ac:spMk id="10" creationId="{5ACA217D-CD02-A959-33A6-BC660BDDB86D}"/>
          </ac:spMkLst>
        </pc:spChg>
        <pc:spChg chg="mod topLvl">
          <ac:chgData name="Cesar Augusto Lopez Gallego" userId="0dfa9112-9251-4882-b472-cf2dfcee09d1" providerId="ADAL" clId="{22B148F1-7B97-4648-833D-43CDE393E25F}" dt="2025-04-22T00:04:00.108" v="11" actId="164"/>
          <ac:spMkLst>
            <pc:docMk/>
            <pc:sldMk cId="2684265172" sldId="298"/>
            <ac:spMk id="14" creationId="{313DCC2A-46EB-F18C-C6C1-88B3958C1C52}"/>
          </ac:spMkLst>
        </pc:spChg>
        <pc:spChg chg="add mod">
          <ac:chgData name="Cesar Augusto Lopez Gallego" userId="0dfa9112-9251-4882-b472-cf2dfcee09d1" providerId="ADAL" clId="{22B148F1-7B97-4648-833D-43CDE393E25F}" dt="2025-04-22T00:04:19.200" v="21" actId="207"/>
          <ac:spMkLst>
            <pc:docMk/>
            <pc:sldMk cId="2684265172" sldId="298"/>
            <ac:spMk id="16" creationId="{739F4E1E-800E-4EFB-90EB-C2229EC6D08B}"/>
          </ac:spMkLst>
        </pc:spChg>
        <pc:spChg chg="mod topLvl">
          <ac:chgData name="Cesar Augusto Lopez Gallego" userId="0dfa9112-9251-4882-b472-cf2dfcee09d1" providerId="ADAL" clId="{22B148F1-7B97-4648-833D-43CDE393E25F}" dt="2025-04-22T00:04:00.108" v="11" actId="164"/>
          <ac:spMkLst>
            <pc:docMk/>
            <pc:sldMk cId="2684265172" sldId="298"/>
            <ac:spMk id="19" creationId="{D7AC96B8-7EB9-4FD1-D1F4-61083F1A2951}"/>
          </ac:spMkLst>
        </pc:spChg>
        <pc:grpChg chg="del">
          <ac:chgData name="Cesar Augusto Lopez Gallego" userId="0dfa9112-9251-4882-b472-cf2dfcee09d1" providerId="ADAL" clId="{22B148F1-7B97-4648-833D-43CDE393E25F}" dt="2025-04-22T00:02:05.943" v="0" actId="165"/>
          <ac:grpSpMkLst>
            <pc:docMk/>
            <pc:sldMk cId="2684265172" sldId="298"/>
            <ac:grpSpMk id="2" creationId="{3C8CAAB7-4883-4360-B406-7A7389FADC8D}"/>
          </ac:grpSpMkLst>
        </pc:grpChg>
        <pc:grpChg chg="del mod topLvl">
          <ac:chgData name="Cesar Augusto Lopez Gallego" userId="0dfa9112-9251-4882-b472-cf2dfcee09d1" providerId="ADAL" clId="{22B148F1-7B97-4648-833D-43CDE393E25F}" dt="2025-04-22T00:02:10.993" v="1" actId="165"/>
          <ac:grpSpMkLst>
            <pc:docMk/>
            <pc:sldMk cId="2684265172" sldId="298"/>
            <ac:grpSpMk id="11" creationId="{6B277663-C024-36B5-FC87-4ADA01843211}"/>
          </ac:grpSpMkLst>
        </pc:grpChg>
        <pc:grpChg chg="add mod">
          <ac:chgData name="Cesar Augusto Lopez Gallego" userId="0dfa9112-9251-4882-b472-cf2dfcee09d1" providerId="ADAL" clId="{22B148F1-7B97-4648-833D-43CDE393E25F}" dt="2025-04-22T00:04:00.108" v="11" actId="164"/>
          <ac:grpSpMkLst>
            <pc:docMk/>
            <pc:sldMk cId="2684265172" sldId="298"/>
            <ac:grpSpMk id="15" creationId="{9F329B79-5455-431A-B30A-1404750BD807}"/>
          </ac:grpSpMkLst>
        </pc:grpChg>
        <pc:picChg chg="mod topLvl">
          <ac:chgData name="Cesar Augusto Lopez Gallego" userId="0dfa9112-9251-4882-b472-cf2dfcee09d1" providerId="ADAL" clId="{22B148F1-7B97-4648-833D-43CDE393E25F}" dt="2025-04-22T00:04:00.108" v="11" actId="164"/>
          <ac:picMkLst>
            <pc:docMk/>
            <pc:sldMk cId="2684265172" sldId="298"/>
            <ac:picMk id="7" creationId="{3E3A8480-CAED-D55C-14E4-8B19807A34E9}"/>
          </ac:picMkLst>
        </pc:picChg>
        <pc:picChg chg="mod topLvl">
          <ac:chgData name="Cesar Augusto Lopez Gallego" userId="0dfa9112-9251-4882-b472-cf2dfcee09d1" providerId="ADAL" clId="{22B148F1-7B97-4648-833D-43CDE393E25F}" dt="2025-04-22T00:04:00.108" v="11" actId="164"/>
          <ac:picMkLst>
            <pc:docMk/>
            <pc:sldMk cId="2684265172" sldId="298"/>
            <ac:picMk id="12" creationId="{88C07D73-CDD7-590B-3F8B-B78C6574481A}"/>
          </ac:picMkLst>
        </pc:picChg>
        <pc:cxnChg chg="mod topLvl">
          <ac:chgData name="Cesar Augusto Lopez Gallego" userId="0dfa9112-9251-4882-b472-cf2dfcee09d1" providerId="ADAL" clId="{22B148F1-7B97-4648-833D-43CDE393E25F}" dt="2025-04-22T00:04:00.108" v="11" actId="164"/>
          <ac:cxnSpMkLst>
            <pc:docMk/>
            <pc:sldMk cId="2684265172" sldId="298"/>
            <ac:cxnSpMk id="5" creationId="{DE3DF8BC-0D37-F4AD-F67F-A1C6FEDC2F6D}"/>
          </ac:cxnSpMkLst>
        </pc:cxnChg>
        <pc:cxnChg chg="add mod ord">
          <ac:chgData name="Cesar Augusto Lopez Gallego" userId="0dfa9112-9251-4882-b472-cf2dfcee09d1" providerId="ADAL" clId="{22B148F1-7B97-4648-833D-43CDE393E25F}" dt="2025-04-22T00:04:00.108" v="11" actId="164"/>
          <ac:cxnSpMkLst>
            <pc:docMk/>
            <pc:sldMk cId="2684265172" sldId="298"/>
            <ac:cxnSpMk id="13" creationId="{CE22FCEE-8BC3-4F42-ACAE-EEE8E500BF85}"/>
          </ac:cxnSpMkLst>
        </pc:cxnChg>
        <pc:cxnChg chg="mod topLvl">
          <ac:chgData name="Cesar Augusto Lopez Gallego" userId="0dfa9112-9251-4882-b472-cf2dfcee09d1" providerId="ADAL" clId="{22B148F1-7B97-4648-833D-43CDE393E25F}" dt="2025-04-22T00:04:00.108" v="11" actId="164"/>
          <ac:cxnSpMkLst>
            <pc:docMk/>
            <pc:sldMk cId="2684265172" sldId="298"/>
            <ac:cxnSpMk id="17" creationId="{B2DC5CA1-11F5-B55D-6994-456D9D04E3EC}"/>
          </ac:cxnSpMkLst>
        </pc:cxnChg>
        <pc:cxnChg chg="mod topLvl">
          <ac:chgData name="Cesar Augusto Lopez Gallego" userId="0dfa9112-9251-4882-b472-cf2dfcee09d1" providerId="ADAL" clId="{22B148F1-7B97-4648-833D-43CDE393E25F}" dt="2025-04-22T00:04:00.108" v="11" actId="164"/>
          <ac:cxnSpMkLst>
            <pc:docMk/>
            <pc:sldMk cId="2684265172" sldId="298"/>
            <ac:cxnSpMk id="20" creationId="{A95342A2-2B38-94D3-8C3A-FCBCE0DF3195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apositiva de título Medellí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2596E66B-05E0-5444-8A9C-D3EB1F16D41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328" y="4620899"/>
            <a:ext cx="4913779" cy="1087990"/>
          </a:xfrm>
        </p:spPr>
        <p:txBody>
          <a:bodyPr>
            <a:noAutofit/>
          </a:bodyPr>
          <a:lstStyle>
            <a:lvl1pPr marL="0" indent="0">
              <a:buNone/>
              <a:defRPr sz="3530" b="1" i="0" spc="0">
                <a:solidFill>
                  <a:schemeClr val="bg1"/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</a:lstStyle>
          <a:p>
            <a:pPr lvl="0"/>
            <a:r>
              <a:rPr lang="es-ES" dirty="0"/>
              <a:t>TÍTULO UNIVERSIDAD PONTIFICIA BOLIVARIANA</a:t>
            </a:r>
          </a:p>
        </p:txBody>
      </p:sp>
      <p:sp>
        <p:nvSpPr>
          <p:cNvPr id="7" name="Marcador de texto 6">
            <a:extLst>
              <a:ext uri="{FF2B5EF4-FFF2-40B4-BE49-F238E27FC236}">
                <a16:creationId xmlns:a16="http://schemas.microsoft.com/office/drawing/2014/main" id="{72EAC24B-8E5A-8243-AE31-3EF52762FFE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3328" y="5806304"/>
            <a:ext cx="4913779" cy="623327"/>
          </a:xfrm>
        </p:spPr>
        <p:txBody>
          <a:bodyPr/>
          <a:lstStyle>
            <a:lvl1pPr marL="0" indent="0">
              <a:buNone/>
              <a:defRPr b="0" i="0">
                <a:solidFill>
                  <a:schemeClr val="bg1"/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</a:lstStyle>
          <a:p>
            <a:pPr lvl="0"/>
            <a:r>
              <a:rPr lang="es-ES" dirty="0"/>
              <a:t>Subtítulo Medellín</a:t>
            </a:r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18476698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apositiva de título Bucaramang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64902D8C-5974-7645-9CED-F972FEE3FDA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328" y="4620899"/>
            <a:ext cx="4913779" cy="1087990"/>
          </a:xfrm>
        </p:spPr>
        <p:txBody>
          <a:bodyPr>
            <a:noAutofit/>
          </a:bodyPr>
          <a:lstStyle>
            <a:lvl1pPr marL="0" indent="0">
              <a:buNone/>
              <a:defRPr sz="3530" b="1" i="0" spc="0">
                <a:solidFill>
                  <a:schemeClr val="bg1"/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</a:lstStyle>
          <a:p>
            <a:pPr lvl="0"/>
            <a:r>
              <a:rPr lang="es-ES" dirty="0"/>
              <a:t>TÍTULO UNIVERSIDAD PONTIFICIA BOLIVARIANA</a:t>
            </a:r>
          </a:p>
        </p:txBody>
      </p:sp>
      <p:sp>
        <p:nvSpPr>
          <p:cNvPr id="5" name="Marcador de texto 6">
            <a:extLst>
              <a:ext uri="{FF2B5EF4-FFF2-40B4-BE49-F238E27FC236}">
                <a16:creationId xmlns:a16="http://schemas.microsoft.com/office/drawing/2014/main" id="{8716CF4F-DD12-CE44-9367-00355C6C1C0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3328" y="5806304"/>
            <a:ext cx="4913779" cy="623327"/>
          </a:xfrm>
        </p:spPr>
        <p:txBody>
          <a:bodyPr/>
          <a:lstStyle>
            <a:lvl1pPr marL="0" indent="0">
              <a:buNone/>
              <a:defRPr b="0" i="0">
                <a:solidFill>
                  <a:schemeClr val="bg1"/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</a:lstStyle>
          <a:p>
            <a:pPr lvl="0"/>
            <a:r>
              <a:rPr lang="es-ES" dirty="0"/>
              <a:t>Subtítulo Bucaramanga</a:t>
            </a:r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3007487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apositiva de Título Monterí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texto 3">
            <a:extLst>
              <a:ext uri="{FF2B5EF4-FFF2-40B4-BE49-F238E27FC236}">
                <a16:creationId xmlns:a16="http://schemas.microsoft.com/office/drawing/2014/main" id="{E415E9DB-A2B7-C448-82DB-70C3AF6F1A5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328" y="4620899"/>
            <a:ext cx="4913779" cy="1087990"/>
          </a:xfrm>
        </p:spPr>
        <p:txBody>
          <a:bodyPr>
            <a:noAutofit/>
          </a:bodyPr>
          <a:lstStyle>
            <a:lvl1pPr marL="0" indent="0">
              <a:buNone/>
              <a:defRPr sz="3530" b="1" i="0" spc="0">
                <a:solidFill>
                  <a:schemeClr val="bg1"/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</a:lstStyle>
          <a:p>
            <a:pPr lvl="0"/>
            <a:r>
              <a:rPr lang="es-ES" dirty="0"/>
              <a:t>TÍTULO UNIVERSIDAD PONTIFICIA BOLIVARIANA</a:t>
            </a:r>
          </a:p>
        </p:txBody>
      </p:sp>
      <p:sp>
        <p:nvSpPr>
          <p:cNvPr id="4" name="Marcador de texto 6">
            <a:extLst>
              <a:ext uri="{FF2B5EF4-FFF2-40B4-BE49-F238E27FC236}">
                <a16:creationId xmlns:a16="http://schemas.microsoft.com/office/drawing/2014/main" id="{4673C5EA-B31B-AF44-864D-09A9EB6DC43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3328" y="5806304"/>
            <a:ext cx="4913779" cy="623327"/>
          </a:xfrm>
        </p:spPr>
        <p:txBody>
          <a:bodyPr/>
          <a:lstStyle>
            <a:lvl1pPr marL="0" indent="0">
              <a:buNone/>
              <a:defRPr b="0" i="0">
                <a:solidFill>
                  <a:schemeClr val="bg1"/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</a:lstStyle>
          <a:p>
            <a:pPr lvl="0"/>
            <a:r>
              <a:rPr lang="es-ES" dirty="0"/>
              <a:t>Subtítulo Montería</a:t>
            </a:r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10452367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apositiva de Título Palmi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texto 3">
            <a:extLst>
              <a:ext uri="{FF2B5EF4-FFF2-40B4-BE49-F238E27FC236}">
                <a16:creationId xmlns:a16="http://schemas.microsoft.com/office/drawing/2014/main" id="{ACD3065D-D187-F24F-802B-82D917750B6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328" y="4620899"/>
            <a:ext cx="4913779" cy="1087990"/>
          </a:xfrm>
        </p:spPr>
        <p:txBody>
          <a:bodyPr>
            <a:noAutofit/>
          </a:bodyPr>
          <a:lstStyle>
            <a:lvl1pPr marL="0" indent="0">
              <a:buNone/>
              <a:defRPr sz="3530" b="1" i="0" spc="0">
                <a:solidFill>
                  <a:schemeClr val="bg1"/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</a:lstStyle>
          <a:p>
            <a:pPr lvl="0"/>
            <a:r>
              <a:rPr lang="es-ES" dirty="0"/>
              <a:t>TÍTULO UNIVERSIDAD PONTIFICIA BOLIVARIANA</a:t>
            </a:r>
          </a:p>
        </p:txBody>
      </p:sp>
      <p:sp>
        <p:nvSpPr>
          <p:cNvPr id="4" name="Marcador de texto 6">
            <a:extLst>
              <a:ext uri="{FF2B5EF4-FFF2-40B4-BE49-F238E27FC236}">
                <a16:creationId xmlns:a16="http://schemas.microsoft.com/office/drawing/2014/main" id="{A2D5DE44-AD08-DB48-B4DE-6FC84952E47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3328" y="5806304"/>
            <a:ext cx="4913779" cy="623327"/>
          </a:xfrm>
        </p:spPr>
        <p:txBody>
          <a:bodyPr/>
          <a:lstStyle>
            <a:lvl1pPr marL="0" indent="0">
              <a:buNone/>
              <a:defRPr b="0" i="0">
                <a:solidFill>
                  <a:schemeClr val="bg1"/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</a:lstStyle>
          <a:p>
            <a:pPr lvl="0"/>
            <a:r>
              <a:rPr lang="es-ES" dirty="0"/>
              <a:t>Subtítulo Palmira</a:t>
            </a:r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2473237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1">
            <a:extLst>
              <a:ext uri="{FF2B5EF4-FFF2-40B4-BE49-F238E27FC236}">
                <a16:creationId xmlns:a16="http://schemas.microsoft.com/office/drawing/2014/main" id="{1F73B532-45B4-2C46-A8D5-63C8007849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9005" y="1203891"/>
            <a:ext cx="9559128" cy="1325563"/>
          </a:xfrm>
        </p:spPr>
        <p:txBody>
          <a:bodyPr>
            <a:normAutofit/>
          </a:bodyPr>
          <a:lstStyle>
            <a:lvl1pPr>
              <a:defRPr sz="3530" b="1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CO" dirty="0"/>
          </a:p>
        </p:txBody>
      </p:sp>
      <p:sp>
        <p:nvSpPr>
          <p:cNvPr id="8" name="Marcador de texto 7">
            <a:extLst>
              <a:ext uri="{FF2B5EF4-FFF2-40B4-BE49-F238E27FC236}">
                <a16:creationId xmlns:a16="http://schemas.microsoft.com/office/drawing/2014/main" id="{3CB2CCC8-6A51-0448-B720-4D06071CFDC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99005" y="2896721"/>
            <a:ext cx="9559127" cy="2384051"/>
          </a:xfrm>
        </p:spPr>
        <p:txBody>
          <a:bodyPr>
            <a:normAutofit/>
          </a:bodyPr>
          <a:lstStyle>
            <a:lvl1pPr>
              <a:defRPr sz="2118" b="0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765" b="0" i="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588" b="0" i="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588" b="0" i="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588" b="0" i="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s-ES" dirty="0"/>
              <a:t>Haga clic para modificar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6419405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-texto-imag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373F491-1BDC-0443-9398-BE5406EACA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8855" y="1203891"/>
            <a:ext cx="11262311" cy="1325563"/>
          </a:xfrm>
        </p:spPr>
        <p:txBody>
          <a:bodyPr>
            <a:normAutofit/>
          </a:bodyPr>
          <a:lstStyle>
            <a:lvl1pPr>
              <a:defRPr sz="3530" b="1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CO" dirty="0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07058790-96AD-CA4D-A66F-9786E6AA400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48236" y="2909328"/>
            <a:ext cx="6042772" cy="3203481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7" name="Marcador de posición de imagen 6">
            <a:extLst>
              <a:ext uri="{FF2B5EF4-FFF2-40B4-BE49-F238E27FC236}">
                <a16:creationId xmlns:a16="http://schemas.microsoft.com/office/drawing/2014/main" id="{4DDFD31F-1FED-CC47-939B-20E7A96EEEDD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674504" y="2860302"/>
            <a:ext cx="5035643" cy="3252507"/>
          </a:xfrm>
        </p:spPr>
        <p:txBody>
          <a:bodyPr/>
          <a:lstStyle/>
          <a:p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1056566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y multime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1">
            <a:extLst>
              <a:ext uri="{FF2B5EF4-FFF2-40B4-BE49-F238E27FC236}">
                <a16:creationId xmlns:a16="http://schemas.microsoft.com/office/drawing/2014/main" id="{63E924A9-CAF5-9B4B-98E0-85F673CB30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454" y="531538"/>
            <a:ext cx="9559128" cy="1106559"/>
          </a:xfrm>
        </p:spPr>
        <p:txBody>
          <a:bodyPr>
            <a:normAutofit/>
          </a:bodyPr>
          <a:lstStyle>
            <a:lvl1pPr>
              <a:defRPr sz="3530" b="1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CO" dirty="0"/>
          </a:p>
        </p:txBody>
      </p:sp>
      <p:sp>
        <p:nvSpPr>
          <p:cNvPr id="5" name="Marcador de medios 4">
            <a:extLst>
              <a:ext uri="{FF2B5EF4-FFF2-40B4-BE49-F238E27FC236}">
                <a16:creationId xmlns:a16="http://schemas.microsoft.com/office/drawing/2014/main" id="{BEF3CE8C-793C-1145-84DD-7B818CE544BC}"/>
              </a:ext>
            </a:extLst>
          </p:cNvPr>
          <p:cNvSpPr>
            <a:spLocks noGrp="1"/>
          </p:cNvSpPr>
          <p:nvPr>
            <p:ph type="media" sz="quarter" idx="10"/>
          </p:nvPr>
        </p:nvSpPr>
        <p:spPr>
          <a:xfrm>
            <a:off x="623327" y="1857101"/>
            <a:ext cx="9558618" cy="4096024"/>
          </a:xfrm>
        </p:spPr>
        <p:txBody>
          <a:bodyPr/>
          <a:lstStyle/>
          <a:p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4918925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a-gráfico-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1">
            <a:extLst>
              <a:ext uri="{FF2B5EF4-FFF2-40B4-BE49-F238E27FC236}">
                <a16:creationId xmlns:a16="http://schemas.microsoft.com/office/drawing/2014/main" id="{9F673202-8B18-514D-9685-8D97863D7A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8856" y="1338366"/>
            <a:ext cx="10443263" cy="1325563"/>
          </a:xfrm>
        </p:spPr>
        <p:txBody>
          <a:bodyPr>
            <a:normAutofit/>
          </a:bodyPr>
          <a:lstStyle>
            <a:lvl1pPr>
              <a:defRPr sz="3530" b="1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CO" dirty="0"/>
          </a:p>
        </p:txBody>
      </p:sp>
      <p:sp>
        <p:nvSpPr>
          <p:cNvPr id="5" name="Marcador de tabla 4">
            <a:extLst>
              <a:ext uri="{FF2B5EF4-FFF2-40B4-BE49-F238E27FC236}">
                <a16:creationId xmlns:a16="http://schemas.microsoft.com/office/drawing/2014/main" id="{6450A7A0-43E0-1440-B983-790CAD8F434B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448855" y="2994776"/>
            <a:ext cx="3781365" cy="2970960"/>
          </a:xfrm>
        </p:spPr>
        <p:txBody>
          <a:bodyPr/>
          <a:lstStyle/>
          <a:p>
            <a:endParaRPr lang="es-CO"/>
          </a:p>
        </p:txBody>
      </p:sp>
      <p:sp>
        <p:nvSpPr>
          <p:cNvPr id="7" name="Marcador de gráfico 6">
            <a:extLst>
              <a:ext uri="{FF2B5EF4-FFF2-40B4-BE49-F238E27FC236}">
                <a16:creationId xmlns:a16="http://schemas.microsoft.com/office/drawing/2014/main" id="{BD301C88-2BAD-5147-A445-06CFDF36B11C}"/>
              </a:ext>
            </a:extLst>
          </p:cNvPr>
          <p:cNvSpPr>
            <a:spLocks noGrp="1"/>
          </p:cNvSpPr>
          <p:nvPr>
            <p:ph type="chart" sz="quarter" idx="11"/>
          </p:nvPr>
        </p:nvSpPr>
        <p:spPr>
          <a:xfrm>
            <a:off x="4450137" y="3007001"/>
            <a:ext cx="3263713" cy="2970960"/>
          </a:xfrm>
        </p:spPr>
        <p:txBody>
          <a:bodyPr/>
          <a:lstStyle/>
          <a:p>
            <a:endParaRPr lang="es-CO"/>
          </a:p>
        </p:txBody>
      </p:sp>
      <p:sp>
        <p:nvSpPr>
          <p:cNvPr id="9" name="Marcador de texto 8">
            <a:extLst>
              <a:ext uri="{FF2B5EF4-FFF2-40B4-BE49-F238E27FC236}">
                <a16:creationId xmlns:a16="http://schemas.microsoft.com/office/drawing/2014/main" id="{EE5037AD-8243-C146-BBB8-4B269A3DE6F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909953" y="3007001"/>
            <a:ext cx="2982165" cy="2970960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9983047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legio Marinill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914118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legio Medellí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781124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egio-texto e imag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4C6558C-9957-AE48-B09C-A4407EA0C8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8856" y="1203891"/>
            <a:ext cx="5370054" cy="1325563"/>
          </a:xfrm>
        </p:spPr>
        <p:txBody>
          <a:bodyPr>
            <a:normAutofit/>
          </a:bodyPr>
          <a:lstStyle>
            <a:lvl1pPr>
              <a:defRPr sz="3530" b="1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CO" dirty="0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00D30D66-9919-7345-8589-FCCA1902220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48236" y="2800070"/>
            <a:ext cx="5370419" cy="3227294"/>
          </a:xfrm>
        </p:spPr>
        <p:txBody>
          <a:bodyPr>
            <a:normAutofit/>
          </a:bodyPr>
          <a:lstStyle>
            <a:lvl1pPr>
              <a:defRPr sz="2118" b="0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765" b="0" i="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588" b="0" i="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588" b="0" i="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588" b="0" i="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s-ES" dirty="0"/>
              <a:t>Haga clic para modificar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10525356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ersonas Medellí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3616213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n Medellí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9235360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stgrad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64C6B46-AE0A-2242-9732-D30BEEE455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8856" y="1203891"/>
            <a:ext cx="5370054" cy="1325563"/>
          </a:xfrm>
        </p:spPr>
        <p:txBody>
          <a:bodyPr>
            <a:normAutofit/>
          </a:bodyPr>
          <a:lstStyle>
            <a:lvl1pPr>
              <a:defRPr sz="3530" b="1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CO" dirty="0"/>
          </a:p>
        </p:txBody>
      </p:sp>
      <p:sp>
        <p:nvSpPr>
          <p:cNvPr id="3" name="Marcador de texto 4">
            <a:extLst>
              <a:ext uri="{FF2B5EF4-FFF2-40B4-BE49-F238E27FC236}">
                <a16:creationId xmlns:a16="http://schemas.microsoft.com/office/drawing/2014/main" id="{95848E47-E960-F840-BCAE-22AFDD09C7E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48236" y="2800070"/>
            <a:ext cx="5370419" cy="3227294"/>
          </a:xfrm>
        </p:spPr>
        <p:txBody>
          <a:bodyPr>
            <a:normAutofit/>
          </a:bodyPr>
          <a:lstStyle>
            <a:lvl1pPr>
              <a:defRPr sz="2118" b="0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765" b="0" i="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588" b="0" i="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588" b="0" i="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588" b="0" i="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s-ES" dirty="0"/>
              <a:t>Haga clic para modificar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123561632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Imagen Bucaramang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6960377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ersonas Bucaramang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9900767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ersonas Monterí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717285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n Monterí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1">
            <a:extLst>
              <a:ext uri="{FF2B5EF4-FFF2-40B4-BE49-F238E27FC236}">
                <a16:creationId xmlns:a16="http://schemas.microsoft.com/office/drawing/2014/main" id="{4D7DA507-BAB2-9D4E-9E47-F7A0ED598D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8856" y="1203891"/>
            <a:ext cx="5370054" cy="1325563"/>
          </a:xfrm>
        </p:spPr>
        <p:txBody>
          <a:bodyPr>
            <a:normAutofit/>
          </a:bodyPr>
          <a:lstStyle>
            <a:lvl1pPr>
              <a:defRPr sz="3530" b="1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s-CO" dirty="0"/>
          </a:p>
        </p:txBody>
      </p:sp>
      <p:sp>
        <p:nvSpPr>
          <p:cNvPr id="4" name="Marcador de texto 4">
            <a:extLst>
              <a:ext uri="{FF2B5EF4-FFF2-40B4-BE49-F238E27FC236}">
                <a16:creationId xmlns:a16="http://schemas.microsoft.com/office/drawing/2014/main" id="{F1105376-6298-1040-BAAE-3D749FDA664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48236" y="2800070"/>
            <a:ext cx="5370419" cy="3227294"/>
          </a:xfrm>
        </p:spPr>
        <p:txBody>
          <a:bodyPr>
            <a:normAutofit/>
          </a:bodyPr>
          <a:lstStyle>
            <a:lvl1pPr>
              <a:defRPr sz="2118" b="0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765" b="0" i="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588" b="0" i="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588" b="0" i="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588" b="0" i="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s-ES" dirty="0"/>
              <a:t>Haga clic para modificar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360651538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ersonas Palmi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2365240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parador M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9537514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parador Bu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2973311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parador Mo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9532425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parador P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9571792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</a:p>
        </p:txBody>
      </p:sp>
      <p:sp>
        <p:nvSpPr>
          <p:cNvPr id="3" name="Marcador de fech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86245D-015E-46AE-96CC-32E8A5E9A1DF}" type="datetimeFigureOut">
              <a:rPr lang="es-CO" smtClean="0"/>
              <a:t>3/02/2026</a:t>
            </a:fld>
            <a:endParaRPr lang="es-CO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C52531-C0F7-4A3B-9293-860134404F61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24562044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40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22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43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8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11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3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55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775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86245D-015E-46AE-96CC-32E8A5E9A1DF}" type="datetimeFigureOut">
              <a:rPr lang="es-CO" smtClean="0"/>
              <a:t>3/02/2026</a:t>
            </a:fld>
            <a:endParaRPr lang="es-C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C52531-C0F7-4A3B-9293-860134404F61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31918975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86245D-015E-46AE-96CC-32E8A5E9A1DF}" type="datetimeFigureOut">
              <a:rPr lang="es-CO" smtClean="0"/>
              <a:t>3/02/2026</a:t>
            </a:fld>
            <a:endParaRPr lang="es-C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C52531-C0F7-4A3B-9293-860134404F61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22918364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86245D-015E-46AE-96CC-32E8A5E9A1DF}" type="datetimeFigureOut">
              <a:rPr lang="es-CO" smtClean="0"/>
              <a:t>3/02/2026</a:t>
            </a:fld>
            <a:endParaRPr lang="es-C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C52531-C0F7-4A3B-9293-860134404F61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44805482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11" indent="0" algn="ctr">
              <a:buNone/>
              <a:defRPr sz="2000"/>
            </a:lvl2pPr>
            <a:lvl3pPr marL="914422" indent="0" algn="ctr">
              <a:buNone/>
              <a:defRPr sz="1800"/>
            </a:lvl3pPr>
            <a:lvl4pPr marL="1371633" indent="0" algn="ctr">
              <a:buNone/>
              <a:defRPr sz="1600"/>
            </a:lvl4pPr>
            <a:lvl5pPr marL="1828844" indent="0" algn="ctr">
              <a:buNone/>
              <a:defRPr sz="1600"/>
            </a:lvl5pPr>
            <a:lvl6pPr marL="2286055" indent="0" algn="ctr">
              <a:buNone/>
              <a:defRPr sz="1600"/>
            </a:lvl6pPr>
            <a:lvl7pPr marL="2743266" indent="0" algn="ctr">
              <a:buNone/>
              <a:defRPr sz="1600"/>
            </a:lvl7pPr>
            <a:lvl8pPr marL="3200476" indent="0" algn="ctr">
              <a:buNone/>
              <a:defRPr sz="1600"/>
            </a:lvl8pPr>
            <a:lvl9pPr marL="3657687" indent="0" algn="ctr">
              <a:buNone/>
              <a:defRPr sz="1600"/>
            </a:lvl9pPr>
          </a:lstStyle>
          <a:p>
            <a:r>
              <a:rPr lang="es-ES"/>
              <a:t>Haga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86245D-015E-46AE-96CC-32E8A5E9A1DF}" type="datetimeFigureOut">
              <a:rPr lang="es-CO" smtClean="0"/>
              <a:t>3/02/2026</a:t>
            </a:fld>
            <a:endParaRPr lang="es-C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C52531-C0F7-4A3B-9293-860134404F61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54284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0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13562" y="287047"/>
            <a:ext cx="11294289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3563" y="1747546"/>
            <a:ext cx="11294289" cy="41691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3715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0" r:id="rId11"/>
    <p:sldLayoutId id="2147483661" r:id="rId12"/>
    <p:sldLayoutId id="2147483662" r:id="rId13"/>
    <p:sldLayoutId id="2147483663" r:id="rId14"/>
    <p:sldLayoutId id="2147483664" r:id="rId15"/>
    <p:sldLayoutId id="2147483665" r:id="rId16"/>
    <p:sldLayoutId id="2147483666" r:id="rId17"/>
    <p:sldLayoutId id="2147483667" r:id="rId18"/>
    <p:sldLayoutId id="2147483668" r:id="rId19"/>
    <p:sldLayoutId id="2147483669" r:id="rId20"/>
    <p:sldLayoutId id="2147483670" r:id="rId21"/>
    <p:sldLayoutId id="2147483671" r:id="rId22"/>
    <p:sldLayoutId id="2147483672" r:id="rId23"/>
    <p:sldLayoutId id="2147483673" r:id="rId24"/>
    <p:sldLayoutId id="2147483674" r:id="rId25"/>
    <p:sldLayoutId id="2147483675" r:id="rId26"/>
    <p:sldLayoutId id="2147483676" r:id="rId27"/>
    <p:sldLayoutId id="2147483677" r:id="rId28"/>
  </p:sldLayoutIdLst>
  <p:txStyles>
    <p:titleStyle>
      <a:lvl1pPr algn="l" defTabSz="914422" rtl="0" eaLnBrk="1" latinLnBrk="0" hangingPunct="1">
        <a:lnSpc>
          <a:spcPct val="90000"/>
        </a:lnSpc>
        <a:spcBef>
          <a:spcPct val="0"/>
        </a:spcBef>
        <a:buNone/>
        <a:defRPr sz="4401" kern="1200">
          <a:solidFill>
            <a:schemeClr val="tx1">
              <a:lumMod val="75000"/>
              <a:lumOff val="25000"/>
            </a:schemeClr>
          </a:solidFill>
          <a:latin typeface="Flama Condensed Light" panose="02000000000000000000" pitchFamily="50" charset="0"/>
          <a:ea typeface="+mj-ea"/>
          <a:cs typeface="+mj-cs"/>
        </a:defRPr>
      </a:lvl1pPr>
    </p:titleStyle>
    <p:bodyStyle>
      <a:lvl1pPr marL="228605" indent="-228605" algn="l" defTabSz="914422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>
              <a:lumMod val="75000"/>
              <a:lumOff val="25000"/>
            </a:schemeClr>
          </a:solidFill>
          <a:latin typeface="Flama Condensed Light" panose="02000000000000000000" pitchFamily="50" charset="0"/>
          <a:ea typeface="+mn-ea"/>
          <a:cs typeface="+mn-cs"/>
        </a:defRPr>
      </a:lvl1pPr>
      <a:lvl2pPr marL="685816" indent="-228605" algn="l" defTabSz="91442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>
              <a:lumMod val="75000"/>
              <a:lumOff val="25000"/>
            </a:schemeClr>
          </a:solidFill>
          <a:latin typeface="Flama Condensed Light" panose="02000000000000000000" pitchFamily="50" charset="0"/>
          <a:ea typeface="+mn-ea"/>
          <a:cs typeface="+mn-cs"/>
        </a:defRPr>
      </a:lvl2pPr>
      <a:lvl3pPr marL="1143027" indent="-228605" algn="l" defTabSz="91442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>
              <a:lumMod val="75000"/>
              <a:lumOff val="25000"/>
            </a:schemeClr>
          </a:solidFill>
          <a:latin typeface="Flama Condensed Light" panose="02000000000000000000" pitchFamily="50" charset="0"/>
          <a:ea typeface="+mn-ea"/>
          <a:cs typeface="+mn-cs"/>
        </a:defRPr>
      </a:lvl3pPr>
      <a:lvl4pPr marL="1600239" indent="-228605" algn="l" defTabSz="91442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Flama Condensed Light" panose="02000000000000000000" pitchFamily="50" charset="0"/>
          <a:ea typeface="+mn-ea"/>
          <a:cs typeface="+mn-cs"/>
        </a:defRPr>
      </a:lvl4pPr>
      <a:lvl5pPr marL="2057449" indent="-228605" algn="l" defTabSz="91442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Flama Condensed Light" panose="02000000000000000000" pitchFamily="50" charset="0"/>
          <a:ea typeface="+mn-ea"/>
          <a:cs typeface="+mn-cs"/>
        </a:defRPr>
      </a:lvl5pPr>
      <a:lvl6pPr marL="2514660" indent="-228605" algn="l" defTabSz="91442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71" indent="-228605" algn="l" defTabSz="91442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82" indent="-228605" algn="l" defTabSz="91442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93" indent="-228605" algn="l" defTabSz="91442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2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11" algn="l" defTabSz="91442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22" algn="l" defTabSz="91442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33" algn="l" defTabSz="91442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44" algn="l" defTabSz="91442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55" algn="l" defTabSz="91442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66" algn="l" defTabSz="91442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76" algn="l" defTabSz="91442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87" algn="l" defTabSz="91442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28.xml"/><Relationship Id="rId1" Type="http://schemas.openxmlformats.org/officeDocument/2006/relationships/themeOverride" Target="../theme/themeOverride1.xml"/><Relationship Id="rId5" Type="http://schemas.openxmlformats.org/officeDocument/2006/relationships/image" Target="../media/image2.png"/><Relationship Id="rId4" Type="http://schemas.openxmlformats.org/officeDocument/2006/relationships/hyperlink" Target="mailto:cesar.lopezg@upb.edu.co" TargetMode="Externa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4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4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4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4.xml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48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4.xml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4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4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4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6096000" y="2024137"/>
            <a:ext cx="5393551" cy="1678487"/>
          </a:xfrm>
        </p:spPr>
        <p:txBody>
          <a:bodyPr>
            <a:normAutofit/>
          </a:bodyPr>
          <a:lstStyle/>
          <a:p>
            <a:pPr algn="r"/>
            <a:r>
              <a:rPr lang="es-ES" sz="4765" b="1" i="1" dirty="0">
                <a:solidFill>
                  <a:schemeClr val="bg1">
                    <a:lumMod val="50000"/>
                  </a:schemeClr>
                </a:solidFill>
              </a:rPr>
              <a:t>Principios SOLID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5152347" y="3992966"/>
            <a:ext cx="6337204" cy="2155233"/>
          </a:xfrm>
        </p:spPr>
        <p:txBody>
          <a:bodyPr>
            <a:noAutofit/>
          </a:bodyPr>
          <a:lstStyle/>
          <a:p>
            <a:pPr algn="r"/>
            <a:r>
              <a:rPr lang="es-ES" sz="1765" dirty="0"/>
              <a:t>MSc. César Augusto López Gallego</a:t>
            </a:r>
          </a:p>
          <a:p>
            <a:pPr algn="r"/>
            <a:r>
              <a:rPr lang="es-ES" sz="1765" dirty="0"/>
              <a:t>Profesor Facultad Ingeniería en TIC – UPB</a:t>
            </a:r>
          </a:p>
          <a:p>
            <a:pPr algn="r"/>
            <a:r>
              <a:rPr lang="es-ES" sz="1765" dirty="0"/>
              <a:t>Coordinador Área de Programación, Computación y Desarrollo de Software</a:t>
            </a:r>
          </a:p>
          <a:p>
            <a:pPr algn="r"/>
            <a:r>
              <a:rPr lang="es-ES" sz="1765" dirty="0">
                <a:hlinkClick r:id="rId4"/>
              </a:rPr>
              <a:t>cesar.lopezg@upb.edu.co</a:t>
            </a:r>
            <a:endParaRPr lang="es-ES" sz="1765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B5C3DF26-E424-46F2-9C50-8A26F4EED0B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2449" y="1407762"/>
            <a:ext cx="4528919" cy="2607559"/>
          </a:xfrm>
          <a:prstGeom prst="rect">
            <a:avLst/>
          </a:prstGeom>
        </p:spPr>
      </p:pic>
      <p:sp>
        <p:nvSpPr>
          <p:cNvPr id="8" name="CuadroTexto 7">
            <a:extLst>
              <a:ext uri="{FF2B5EF4-FFF2-40B4-BE49-F238E27FC236}">
                <a16:creationId xmlns:a16="http://schemas.microsoft.com/office/drawing/2014/main" id="{90F5E75C-64ED-419C-A974-E458FBDA145F}"/>
              </a:ext>
            </a:extLst>
          </p:cNvPr>
          <p:cNvSpPr txBox="1"/>
          <p:nvPr/>
        </p:nvSpPr>
        <p:spPr>
          <a:xfrm>
            <a:off x="3842846" y="4015321"/>
            <a:ext cx="139814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1100" dirty="0"/>
              <a:t>Gráfica: Tomic </a:t>
            </a:r>
            <a:r>
              <a:rPr lang="es-ES" sz="1100" dirty="0" err="1"/>
              <a:t>Riedel</a:t>
            </a:r>
            <a:endParaRPr lang="es-ES" sz="1100" dirty="0"/>
          </a:p>
        </p:txBody>
      </p:sp>
    </p:spTree>
    <p:extLst>
      <p:ext uri="{BB962C8B-B14F-4D97-AF65-F5344CB8AC3E}">
        <p14:creationId xmlns:p14="http://schemas.microsoft.com/office/powerpoint/2010/main" val="27044328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>
            <a:extLst>
              <a:ext uri="{FF2B5EF4-FFF2-40B4-BE49-F238E27FC236}">
                <a16:creationId xmlns:a16="http://schemas.microsoft.com/office/drawing/2014/main" id="{081A8320-F94C-4FF7-8B3F-CB4E9E0D68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800" y="1443841"/>
            <a:ext cx="2493356" cy="2796602"/>
          </a:xfrm>
          <a:prstGeom prst="rect">
            <a:avLst/>
          </a:prstGeom>
        </p:spPr>
      </p:pic>
      <p:sp>
        <p:nvSpPr>
          <p:cNvPr id="8" name="CuadroTexto 7">
            <a:extLst>
              <a:ext uri="{FF2B5EF4-FFF2-40B4-BE49-F238E27FC236}">
                <a16:creationId xmlns:a16="http://schemas.microsoft.com/office/drawing/2014/main" id="{41E1C342-6491-423D-9484-903A268077B8}"/>
              </a:ext>
            </a:extLst>
          </p:cNvPr>
          <p:cNvSpPr txBox="1"/>
          <p:nvPr/>
        </p:nvSpPr>
        <p:spPr>
          <a:xfrm>
            <a:off x="1614952" y="4240443"/>
            <a:ext cx="19224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419" sz="1400" dirty="0">
                <a:latin typeface="Flama Condensed Light" panose="02000000000000000000"/>
              </a:rPr>
              <a:t>Robert C. Martin</a:t>
            </a:r>
          </a:p>
          <a:p>
            <a:r>
              <a:rPr lang="es-419" sz="1400" dirty="0">
                <a:latin typeface="Flama Condensed Light" panose="02000000000000000000"/>
              </a:rPr>
              <a:t>"</a:t>
            </a:r>
            <a:r>
              <a:rPr lang="es-419" sz="1400" dirty="0" err="1">
                <a:latin typeface="Flama Condensed Light" panose="02000000000000000000"/>
              </a:rPr>
              <a:t>Uncle</a:t>
            </a:r>
            <a:r>
              <a:rPr lang="es-419" sz="1400" dirty="0">
                <a:latin typeface="Flama Condensed Light" panose="02000000000000000000"/>
              </a:rPr>
              <a:t> Bob"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CD030C2B-D046-4AD9-AD9B-CAC4C6C602BE}"/>
              </a:ext>
            </a:extLst>
          </p:cNvPr>
          <p:cNvSpPr txBox="1"/>
          <p:nvPr/>
        </p:nvSpPr>
        <p:spPr>
          <a:xfrm>
            <a:off x="5320105" y="1443841"/>
            <a:ext cx="5806931" cy="32316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sz="3600" b="1" dirty="0">
                <a:latin typeface="Flama Condensed Light" panose="02000000000000000000"/>
              </a:rPr>
              <a:t>Objetivo SOLID</a:t>
            </a:r>
          </a:p>
          <a:p>
            <a:endParaRPr lang="es-ES" sz="2400" dirty="0">
              <a:latin typeface="Flama Condensed Light" panose="02000000000000000000"/>
            </a:endParaRPr>
          </a:p>
          <a:p>
            <a:r>
              <a:rPr lang="es-ES" sz="2400" dirty="0">
                <a:latin typeface="Flama Condensed Light" panose="02000000000000000000"/>
              </a:rPr>
              <a:t>Promover buenas prácticas de diseño de software, en particular en programación orientada a objetos (OOP), abordando problemas comunes que enfrentan los desarrolladores a medida que los sistemas de software crecen en tamaño y complejidad.</a:t>
            </a:r>
            <a:endParaRPr lang="es-419" sz="2400" dirty="0">
              <a:latin typeface="Flama Condensed Light" panose="02000000000000000000"/>
            </a:endParaRPr>
          </a:p>
        </p:txBody>
      </p:sp>
    </p:spTree>
    <p:extLst>
      <p:ext uri="{BB962C8B-B14F-4D97-AF65-F5344CB8AC3E}">
        <p14:creationId xmlns:p14="http://schemas.microsoft.com/office/powerpoint/2010/main" val="16693698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>
            <a:extLst>
              <a:ext uri="{FF2B5EF4-FFF2-40B4-BE49-F238E27FC236}">
                <a16:creationId xmlns:a16="http://schemas.microsoft.com/office/drawing/2014/main" id="{2BCDE8BF-10E2-4ABE-B1BC-741D885046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8008" y="1187600"/>
            <a:ext cx="7367173" cy="4482799"/>
          </a:xfrm>
          <a:prstGeom prst="rect">
            <a:avLst/>
          </a:prstGeom>
        </p:spPr>
      </p:pic>
      <p:sp>
        <p:nvSpPr>
          <p:cNvPr id="7" name="Título 6">
            <a:extLst>
              <a:ext uri="{FF2B5EF4-FFF2-40B4-BE49-F238E27FC236}">
                <a16:creationId xmlns:a16="http://schemas.microsoft.com/office/drawing/2014/main" id="{553E2CAD-00E0-4D6D-9D91-EA35143C49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7108" y="419249"/>
            <a:ext cx="8402478" cy="666978"/>
          </a:xfrm>
        </p:spPr>
        <p:txBody>
          <a:bodyPr>
            <a:normAutofit/>
          </a:bodyPr>
          <a:lstStyle/>
          <a:p>
            <a:pPr algn="ctr"/>
            <a:r>
              <a:rPr lang="es-ES" sz="4000" dirty="0"/>
              <a:t>5 Principios</a:t>
            </a:r>
            <a:endParaRPr lang="es-419" sz="4000" dirty="0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275287BE-DE6E-4B63-BD46-284780839541}"/>
              </a:ext>
            </a:extLst>
          </p:cNvPr>
          <p:cNvSpPr txBox="1"/>
          <p:nvPr/>
        </p:nvSpPr>
        <p:spPr>
          <a:xfrm>
            <a:off x="8117041" y="5670399"/>
            <a:ext cx="131959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1100" dirty="0"/>
              <a:t>Gráfica: SW Hosting</a:t>
            </a:r>
          </a:p>
        </p:txBody>
      </p:sp>
    </p:spTree>
    <p:extLst>
      <p:ext uri="{BB962C8B-B14F-4D97-AF65-F5344CB8AC3E}">
        <p14:creationId xmlns:p14="http://schemas.microsoft.com/office/powerpoint/2010/main" val="16294175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929CEEA-2ED9-4141-8DAF-DEC72F13F5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4947" y="1157380"/>
            <a:ext cx="9062106" cy="836674"/>
          </a:xfr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>
            <a:normAutofit/>
          </a:bodyPr>
          <a:lstStyle/>
          <a:p>
            <a:pPr algn="ctr"/>
            <a:r>
              <a:rPr lang="es-ES" sz="4000" dirty="0"/>
              <a:t>Principio de Responsabilidad Simple - SRP</a:t>
            </a:r>
            <a:endParaRPr lang="es-419" sz="4000" dirty="0"/>
          </a:p>
        </p:txBody>
      </p:sp>
      <p:sp>
        <p:nvSpPr>
          <p:cNvPr id="3" name="Rombo 2">
            <a:extLst>
              <a:ext uri="{FF2B5EF4-FFF2-40B4-BE49-F238E27FC236}">
                <a16:creationId xmlns:a16="http://schemas.microsoft.com/office/drawing/2014/main" id="{7D2EDB7B-2E85-465A-A20E-5A0F55258EE0}"/>
              </a:ext>
            </a:extLst>
          </p:cNvPr>
          <p:cNvSpPr/>
          <p:nvPr/>
        </p:nvSpPr>
        <p:spPr>
          <a:xfrm>
            <a:off x="1014103" y="1157380"/>
            <a:ext cx="1101687" cy="836674"/>
          </a:xfrm>
          <a:prstGeom prst="diamond">
            <a:avLst/>
          </a:prstGeom>
          <a:solidFill>
            <a:srgbClr val="002060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Autofit/>
          </a:bodyPr>
          <a:lstStyle/>
          <a:p>
            <a:pPr algn="ctr" defTabSz="914422">
              <a:lnSpc>
                <a:spcPct val="90000"/>
              </a:lnSpc>
              <a:spcBef>
                <a:spcPct val="0"/>
              </a:spcBef>
            </a:pPr>
            <a:r>
              <a:rPr lang="es-ES" sz="4000" dirty="0">
                <a:latin typeface="Flama Condensed Light"/>
              </a:rPr>
              <a:t>S</a:t>
            </a:r>
            <a:endParaRPr lang="es-419" sz="4000" dirty="0">
              <a:latin typeface="Flama Condensed Light"/>
            </a:endParaRP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0B179496-F605-4C1A-9DC9-4BBE21ECF8E5}"/>
              </a:ext>
            </a:extLst>
          </p:cNvPr>
          <p:cNvSpPr txBox="1"/>
          <p:nvPr/>
        </p:nvSpPr>
        <p:spPr>
          <a:xfrm>
            <a:off x="1564947" y="2062175"/>
            <a:ext cx="9062105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419" sz="3200" b="1" i="1" dirty="0">
                <a:solidFill>
                  <a:srgbClr val="00B050"/>
                </a:solidFill>
                <a:latin typeface="Flama Condensed Light"/>
              </a:rPr>
              <a:t>Una clase debe tener solo una razón (o preocupación) para cambiar.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43334245-F80D-43F8-B42D-CB179D54899B}"/>
              </a:ext>
            </a:extLst>
          </p:cNvPr>
          <p:cNvSpPr/>
          <p:nvPr/>
        </p:nvSpPr>
        <p:spPr>
          <a:xfrm>
            <a:off x="1670938" y="3207514"/>
            <a:ext cx="3326544" cy="930777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2000" dirty="0">
                <a:latin typeface="Flama Condensed Light"/>
              </a:rPr>
              <a:t>Debe tener solo una tarea simple y bien definida dentro del software.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70937AAE-2C07-49FE-9C2A-420B33A286D9}"/>
              </a:ext>
            </a:extLst>
          </p:cNvPr>
          <p:cNvSpPr txBox="1"/>
          <p:nvPr/>
        </p:nvSpPr>
        <p:spPr>
          <a:xfrm>
            <a:off x="3867929" y="4895418"/>
            <a:ext cx="413444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419" dirty="0"/>
              <a:t>Reduce la complejidad.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1823501E-C0E7-4075-9D68-8785177C3C71}"/>
              </a:ext>
            </a:extLst>
          </p:cNvPr>
          <p:cNvSpPr txBox="1"/>
          <p:nvPr/>
        </p:nvSpPr>
        <p:spPr>
          <a:xfrm>
            <a:off x="3867929" y="5313644"/>
            <a:ext cx="413444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419" dirty="0"/>
              <a:t>Mejora la legibilidad y la comprensión 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076921D7-897A-431D-A24D-E1BB6F478365}"/>
              </a:ext>
            </a:extLst>
          </p:cNvPr>
          <p:cNvSpPr txBox="1"/>
          <p:nvPr/>
        </p:nvSpPr>
        <p:spPr>
          <a:xfrm>
            <a:off x="3867929" y="5775175"/>
            <a:ext cx="413444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419" dirty="0"/>
              <a:t>Facilita mantener y ampliar el código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CF5E9F7B-DB6B-4F50-A920-713BAF772F6B}"/>
              </a:ext>
            </a:extLst>
          </p:cNvPr>
          <p:cNvSpPr/>
          <p:nvPr/>
        </p:nvSpPr>
        <p:spPr>
          <a:xfrm>
            <a:off x="6963716" y="3207514"/>
            <a:ext cx="3326543" cy="930777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2000" dirty="0">
                <a:solidFill>
                  <a:schemeClr val="dk1"/>
                </a:solidFill>
                <a:latin typeface="Flama Condensed Light"/>
              </a:rPr>
              <a:t>Dividir las clases en unidades más pequeñas y más específicas</a:t>
            </a:r>
            <a:endParaRPr lang="es-419" sz="2000" dirty="0">
              <a:solidFill>
                <a:schemeClr val="dk1"/>
              </a:solidFill>
              <a:latin typeface="Flama Condensed Light"/>
            </a:endParaRPr>
          </a:p>
        </p:txBody>
      </p:sp>
      <p:sp>
        <p:nvSpPr>
          <p:cNvPr id="14" name="Flecha: a la derecha 13">
            <a:extLst>
              <a:ext uri="{FF2B5EF4-FFF2-40B4-BE49-F238E27FC236}">
                <a16:creationId xmlns:a16="http://schemas.microsoft.com/office/drawing/2014/main" id="{3F678C55-AD32-4862-913D-AB06F49EC5C8}"/>
              </a:ext>
            </a:extLst>
          </p:cNvPr>
          <p:cNvSpPr/>
          <p:nvPr/>
        </p:nvSpPr>
        <p:spPr>
          <a:xfrm>
            <a:off x="5177928" y="3370694"/>
            <a:ext cx="1674564" cy="58477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¿Cómo?</a:t>
            </a:r>
            <a:endParaRPr lang="es-419" dirty="0"/>
          </a:p>
        </p:txBody>
      </p:sp>
    </p:spTree>
    <p:extLst>
      <p:ext uri="{BB962C8B-B14F-4D97-AF65-F5344CB8AC3E}">
        <p14:creationId xmlns:p14="http://schemas.microsoft.com/office/powerpoint/2010/main" val="2877168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 animBg="1"/>
      <p:bldP spid="8" grpId="0"/>
      <p:bldP spid="10" grpId="0"/>
      <p:bldP spid="12" grpId="0"/>
      <p:bldP spid="13" grpId="0" animBg="1"/>
      <p:bldP spid="1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1">
            <a:extLst>
              <a:ext uri="{FF2B5EF4-FFF2-40B4-BE49-F238E27FC236}">
                <a16:creationId xmlns:a16="http://schemas.microsoft.com/office/drawing/2014/main" id="{FF759416-789C-41AF-B3C1-D21A97CD2D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4947" y="961571"/>
            <a:ext cx="9062106" cy="836674"/>
          </a:xfr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>
            <a:normAutofit/>
          </a:bodyPr>
          <a:lstStyle/>
          <a:p>
            <a:pPr algn="ctr"/>
            <a:r>
              <a:rPr lang="es-ES" sz="4000" dirty="0"/>
              <a:t>Principio de Responsabilidad Simple SRP</a:t>
            </a:r>
            <a:endParaRPr lang="es-419" sz="4000" dirty="0"/>
          </a:p>
        </p:txBody>
      </p:sp>
      <p:sp>
        <p:nvSpPr>
          <p:cNvPr id="4" name="Rombo 3">
            <a:extLst>
              <a:ext uri="{FF2B5EF4-FFF2-40B4-BE49-F238E27FC236}">
                <a16:creationId xmlns:a16="http://schemas.microsoft.com/office/drawing/2014/main" id="{849016C5-0A12-46E4-A896-9A0203BA3492}"/>
              </a:ext>
            </a:extLst>
          </p:cNvPr>
          <p:cNvSpPr/>
          <p:nvPr/>
        </p:nvSpPr>
        <p:spPr>
          <a:xfrm>
            <a:off x="1014103" y="970093"/>
            <a:ext cx="1101687" cy="836674"/>
          </a:xfrm>
          <a:prstGeom prst="diamond">
            <a:avLst/>
          </a:prstGeom>
          <a:solidFill>
            <a:srgbClr val="002060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Autofit/>
          </a:bodyPr>
          <a:lstStyle/>
          <a:p>
            <a:pPr algn="ctr" defTabSz="914422">
              <a:lnSpc>
                <a:spcPct val="90000"/>
              </a:lnSpc>
              <a:spcBef>
                <a:spcPct val="0"/>
              </a:spcBef>
            </a:pPr>
            <a:r>
              <a:rPr lang="es-ES" sz="4000" dirty="0">
                <a:latin typeface="Flama Condensed Light"/>
              </a:rPr>
              <a:t>S</a:t>
            </a:r>
            <a:endParaRPr lang="es-419" sz="4000" dirty="0">
              <a:latin typeface="Flama Condensed Light"/>
            </a:endParaRP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F55B02A3-198E-4651-A2D4-9DCE4FDAB3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960" y="1838581"/>
            <a:ext cx="3060663" cy="1988122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B2B8BA4F-963F-44E8-B51D-8AF015434F1E}"/>
              </a:ext>
            </a:extLst>
          </p:cNvPr>
          <p:cNvSpPr txBox="1"/>
          <p:nvPr/>
        </p:nvSpPr>
        <p:spPr>
          <a:xfrm>
            <a:off x="4778721" y="2093138"/>
            <a:ext cx="63677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1ª Preocupación: la gestión de los datos del empleado cuando estos cambian. Esta es la principal función de esta clase</a:t>
            </a:r>
            <a:endParaRPr lang="es-419" dirty="0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FAB114ED-CF43-4A16-89CA-B33DFA90A2FF}"/>
              </a:ext>
            </a:extLst>
          </p:cNvPr>
          <p:cNvSpPr txBox="1"/>
          <p:nvPr/>
        </p:nvSpPr>
        <p:spPr>
          <a:xfrm>
            <a:off x="4701603" y="3164815"/>
            <a:ext cx="58483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/>
              <a:t>2ª Preocupación, Qué pasa si el formato de tiempo cambia?  </a:t>
            </a:r>
            <a:endParaRPr lang="es-419" dirty="0"/>
          </a:p>
        </p:txBody>
      </p:sp>
      <p:cxnSp>
        <p:nvCxnSpPr>
          <p:cNvPr id="10" name="Conector recto de flecha 9">
            <a:extLst>
              <a:ext uri="{FF2B5EF4-FFF2-40B4-BE49-F238E27FC236}">
                <a16:creationId xmlns:a16="http://schemas.microsoft.com/office/drawing/2014/main" id="{5E0B1712-6333-4424-A737-F8255D5ADD16}"/>
              </a:ext>
            </a:extLst>
          </p:cNvPr>
          <p:cNvCxnSpPr>
            <a:cxnSpLocks/>
          </p:cNvCxnSpPr>
          <p:nvPr/>
        </p:nvCxnSpPr>
        <p:spPr>
          <a:xfrm>
            <a:off x="3712684" y="3327227"/>
            <a:ext cx="98891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recto de flecha 11">
            <a:extLst>
              <a:ext uri="{FF2B5EF4-FFF2-40B4-BE49-F238E27FC236}">
                <a16:creationId xmlns:a16="http://schemas.microsoft.com/office/drawing/2014/main" id="{1FE8756A-A742-4FCA-9CD4-B550AE2F485C}"/>
              </a:ext>
            </a:extLst>
          </p:cNvPr>
          <p:cNvCxnSpPr>
            <a:cxnSpLocks/>
            <a:endCxn id="7" idx="1"/>
          </p:cNvCxnSpPr>
          <p:nvPr/>
        </p:nvCxnSpPr>
        <p:spPr>
          <a:xfrm flipV="1">
            <a:off x="2820318" y="2416304"/>
            <a:ext cx="1958403" cy="6694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CuadroTexto 13">
            <a:extLst>
              <a:ext uri="{FF2B5EF4-FFF2-40B4-BE49-F238E27FC236}">
                <a16:creationId xmlns:a16="http://schemas.microsoft.com/office/drawing/2014/main" id="{BAF4BD86-6E08-4D44-B414-4251F6842F85}"/>
              </a:ext>
            </a:extLst>
          </p:cNvPr>
          <p:cNvSpPr txBox="1"/>
          <p:nvPr/>
        </p:nvSpPr>
        <p:spPr>
          <a:xfrm>
            <a:off x="1000960" y="4040458"/>
            <a:ext cx="9683826" cy="36933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s-ES" sz="1800" dirty="0">
                <a:solidFill>
                  <a:schemeClr val="dk1"/>
                </a:solidFill>
                <a:latin typeface="Flama Condensed Light"/>
              </a:rPr>
              <a:t>Lueg</a:t>
            </a:r>
            <a:r>
              <a:rPr lang="es-ES" dirty="0">
                <a:solidFill>
                  <a:schemeClr val="dk1"/>
                </a:solidFill>
                <a:latin typeface="Flama Condensed Light"/>
              </a:rPr>
              <a:t>o de aplicar el principio, se dividen</a:t>
            </a:r>
            <a:r>
              <a:rPr lang="es-ES" sz="1800" dirty="0">
                <a:solidFill>
                  <a:schemeClr val="dk1"/>
                </a:solidFill>
                <a:latin typeface="Flama Condensed Light"/>
              </a:rPr>
              <a:t> las clases en unidades más pequeñas y más específicas</a:t>
            </a:r>
            <a:endParaRPr lang="es-419" sz="1800" dirty="0">
              <a:solidFill>
                <a:schemeClr val="dk1"/>
              </a:solidFill>
              <a:latin typeface="Flama Condensed Light"/>
            </a:endParaRPr>
          </a:p>
        </p:txBody>
      </p:sp>
      <p:pic>
        <p:nvPicPr>
          <p:cNvPr id="16" name="Imagen 15">
            <a:extLst>
              <a:ext uri="{FF2B5EF4-FFF2-40B4-BE49-F238E27FC236}">
                <a16:creationId xmlns:a16="http://schemas.microsoft.com/office/drawing/2014/main" id="{75851B80-511A-468F-86F7-91EDD1ACDB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1499" y="4510821"/>
            <a:ext cx="3813294" cy="1520250"/>
          </a:xfrm>
          <a:prstGeom prst="rect">
            <a:avLst/>
          </a:prstGeom>
        </p:spPr>
      </p:pic>
      <p:sp>
        <p:nvSpPr>
          <p:cNvPr id="20" name="CuadroTexto 19">
            <a:extLst>
              <a:ext uri="{FF2B5EF4-FFF2-40B4-BE49-F238E27FC236}">
                <a16:creationId xmlns:a16="http://schemas.microsoft.com/office/drawing/2014/main" id="{1D2B5E19-C601-418B-A5C7-CE957AE3EE64}"/>
              </a:ext>
            </a:extLst>
          </p:cNvPr>
          <p:cNvSpPr txBox="1"/>
          <p:nvPr/>
        </p:nvSpPr>
        <p:spPr>
          <a:xfrm>
            <a:off x="4061623" y="6031071"/>
            <a:ext cx="455613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419" sz="1200" dirty="0"/>
              <a:t>Ejemplo tomado de: Dive </a:t>
            </a:r>
            <a:r>
              <a:rPr lang="es-419" sz="1200" dirty="0" err="1"/>
              <a:t>into</a:t>
            </a:r>
            <a:r>
              <a:rPr lang="es-419" sz="1200" dirty="0"/>
              <a:t> Design </a:t>
            </a:r>
            <a:r>
              <a:rPr lang="es-419" sz="1200" dirty="0" err="1"/>
              <a:t>Patterns</a:t>
            </a:r>
            <a:r>
              <a:rPr lang="es-419" sz="1200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2351431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1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1">
            <a:extLst>
              <a:ext uri="{FF2B5EF4-FFF2-40B4-BE49-F238E27FC236}">
                <a16:creationId xmlns:a16="http://schemas.microsoft.com/office/drawing/2014/main" id="{06473300-D4F8-4D09-A8C6-314D7A0BBB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44" y="413742"/>
            <a:ext cx="9062106" cy="836674"/>
          </a:xfr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>
            <a:normAutofit/>
          </a:bodyPr>
          <a:lstStyle/>
          <a:p>
            <a:pPr algn="ctr"/>
            <a:r>
              <a:rPr lang="es-ES" sz="4000" dirty="0"/>
              <a:t>Principio de Responsabilidad Simple SRP</a:t>
            </a:r>
            <a:endParaRPr lang="es-419" sz="4000" dirty="0"/>
          </a:p>
        </p:txBody>
      </p:sp>
      <p:sp>
        <p:nvSpPr>
          <p:cNvPr id="4" name="Rombo 3">
            <a:extLst>
              <a:ext uri="{FF2B5EF4-FFF2-40B4-BE49-F238E27FC236}">
                <a16:creationId xmlns:a16="http://schemas.microsoft.com/office/drawing/2014/main" id="{A7C243DA-29A0-4505-8A6C-2A5E9BECEA58}"/>
              </a:ext>
            </a:extLst>
          </p:cNvPr>
          <p:cNvSpPr/>
          <p:nvPr/>
        </p:nvSpPr>
        <p:spPr>
          <a:xfrm>
            <a:off x="0" y="422264"/>
            <a:ext cx="1101687" cy="836674"/>
          </a:xfrm>
          <a:prstGeom prst="diamond">
            <a:avLst/>
          </a:prstGeom>
          <a:solidFill>
            <a:srgbClr val="002060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Autofit/>
          </a:bodyPr>
          <a:lstStyle/>
          <a:p>
            <a:pPr algn="ctr" defTabSz="914422">
              <a:lnSpc>
                <a:spcPct val="90000"/>
              </a:lnSpc>
              <a:spcBef>
                <a:spcPct val="0"/>
              </a:spcBef>
            </a:pPr>
            <a:r>
              <a:rPr lang="es-ES" sz="4000" dirty="0">
                <a:latin typeface="Flama Condensed Light"/>
              </a:rPr>
              <a:t>S</a:t>
            </a:r>
            <a:endParaRPr lang="es-419" sz="4000" dirty="0">
              <a:latin typeface="Flama Condensed Light"/>
            </a:endParaRP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9C72D216-C22A-4369-9505-47DAC4945B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674" y="1499333"/>
            <a:ext cx="5329131" cy="3348489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35820F79-CB47-4D07-834F-6290ECB1CCA7}"/>
              </a:ext>
            </a:extLst>
          </p:cNvPr>
          <p:cNvSpPr txBox="1"/>
          <p:nvPr/>
        </p:nvSpPr>
        <p:spPr>
          <a:xfrm>
            <a:off x="1020742" y="4881507"/>
            <a:ext cx="46670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600" dirty="0"/>
              <a:t>¿Cuáles son los cambios que preocupan a la clase?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600" dirty="0" err="1"/>
              <a:t>EmailSender</a:t>
            </a:r>
            <a:r>
              <a:rPr lang="es-ES" sz="1600" dirty="0"/>
              <a:t> es una preocupación?  </a:t>
            </a:r>
            <a:endParaRPr lang="es-419" sz="1600" dirty="0"/>
          </a:p>
        </p:txBody>
      </p:sp>
      <p:sp>
        <p:nvSpPr>
          <p:cNvPr id="10" name="Elipse 9">
            <a:extLst>
              <a:ext uri="{FF2B5EF4-FFF2-40B4-BE49-F238E27FC236}">
                <a16:creationId xmlns:a16="http://schemas.microsoft.com/office/drawing/2014/main" id="{3C1D69A8-272A-44E8-856B-162985101C61}"/>
              </a:ext>
            </a:extLst>
          </p:cNvPr>
          <p:cNvSpPr/>
          <p:nvPr/>
        </p:nvSpPr>
        <p:spPr>
          <a:xfrm>
            <a:off x="4064413" y="1951022"/>
            <a:ext cx="528810" cy="528810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1</a:t>
            </a:r>
            <a:endParaRPr lang="es-419" dirty="0"/>
          </a:p>
        </p:txBody>
      </p:sp>
      <p:sp>
        <p:nvSpPr>
          <p:cNvPr id="11" name="Elipse 10">
            <a:extLst>
              <a:ext uri="{FF2B5EF4-FFF2-40B4-BE49-F238E27FC236}">
                <a16:creationId xmlns:a16="http://schemas.microsoft.com/office/drawing/2014/main" id="{FDFDCCB7-975E-49DB-B585-05561837B633}"/>
              </a:ext>
            </a:extLst>
          </p:cNvPr>
          <p:cNvSpPr/>
          <p:nvPr/>
        </p:nvSpPr>
        <p:spPr>
          <a:xfrm>
            <a:off x="2880698" y="2556631"/>
            <a:ext cx="528810" cy="528810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2</a:t>
            </a:r>
            <a:endParaRPr lang="es-419" dirty="0"/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6747CADE-BFCB-4224-B310-4A983F37C5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5737" y="3189155"/>
            <a:ext cx="3194360" cy="1202956"/>
          </a:xfrm>
          <a:prstGeom prst="rect">
            <a:avLst/>
          </a:prstGeom>
        </p:spPr>
      </p:pic>
      <p:pic>
        <p:nvPicPr>
          <p:cNvPr id="15" name="Imagen 14">
            <a:extLst>
              <a:ext uri="{FF2B5EF4-FFF2-40B4-BE49-F238E27FC236}">
                <a16:creationId xmlns:a16="http://schemas.microsoft.com/office/drawing/2014/main" id="{20DD1384-2814-4B26-9579-86FF4A77D0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5737" y="1469951"/>
            <a:ext cx="4579227" cy="1625160"/>
          </a:xfrm>
          <a:prstGeom prst="rect">
            <a:avLst/>
          </a:prstGeom>
        </p:spPr>
      </p:pic>
      <p:pic>
        <p:nvPicPr>
          <p:cNvPr id="17" name="Imagen 16">
            <a:extLst>
              <a:ext uri="{FF2B5EF4-FFF2-40B4-BE49-F238E27FC236}">
                <a16:creationId xmlns:a16="http://schemas.microsoft.com/office/drawing/2014/main" id="{9E82B5B4-16B5-42FC-80CF-BBD87336BC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5737" y="4486155"/>
            <a:ext cx="3816168" cy="1614533"/>
          </a:xfrm>
          <a:prstGeom prst="rect">
            <a:avLst/>
          </a:prstGeom>
        </p:spPr>
      </p:pic>
      <p:sp>
        <p:nvSpPr>
          <p:cNvPr id="18" name="CuadroTexto 17">
            <a:extLst>
              <a:ext uri="{FF2B5EF4-FFF2-40B4-BE49-F238E27FC236}">
                <a16:creationId xmlns:a16="http://schemas.microsoft.com/office/drawing/2014/main" id="{38656337-EDA2-4D38-91E7-0748E0F5E7C2}"/>
              </a:ext>
            </a:extLst>
          </p:cNvPr>
          <p:cNvSpPr txBox="1"/>
          <p:nvPr/>
        </p:nvSpPr>
        <p:spPr>
          <a:xfrm>
            <a:off x="7790188" y="6305758"/>
            <a:ext cx="269171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419" sz="1200" dirty="0"/>
              <a:t>Ejemplo tomado de </a:t>
            </a:r>
            <a:r>
              <a:rPr lang="es-419" sz="1200" dirty="0" err="1"/>
              <a:t>FreeCodeCamp</a:t>
            </a:r>
            <a:endParaRPr lang="es-419" sz="1200" dirty="0"/>
          </a:p>
        </p:txBody>
      </p:sp>
    </p:spTree>
    <p:extLst>
      <p:ext uri="{BB962C8B-B14F-4D97-AF65-F5344CB8AC3E}">
        <p14:creationId xmlns:p14="http://schemas.microsoft.com/office/powerpoint/2010/main" val="29687621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0" grpId="0" animBg="1"/>
      <p:bldP spid="1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AA4037-A729-CEAA-C819-5D868D1B92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1">
            <a:extLst>
              <a:ext uri="{FF2B5EF4-FFF2-40B4-BE49-F238E27FC236}">
                <a16:creationId xmlns:a16="http://schemas.microsoft.com/office/drawing/2014/main" id="{3FE85BA0-E030-94C4-DD01-9F85E25DCD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44" y="413742"/>
            <a:ext cx="9062106" cy="836674"/>
          </a:xfr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>
            <a:normAutofit/>
          </a:bodyPr>
          <a:lstStyle/>
          <a:p>
            <a:pPr algn="ctr"/>
            <a:r>
              <a:rPr lang="es-ES" sz="4000" dirty="0"/>
              <a:t>Principio Open / </a:t>
            </a:r>
            <a:r>
              <a:rPr lang="es-ES" sz="4000" dirty="0" err="1"/>
              <a:t>Closed</a:t>
            </a:r>
            <a:r>
              <a:rPr lang="es-ES" sz="4000" dirty="0"/>
              <a:t> OCP</a:t>
            </a:r>
            <a:endParaRPr lang="es-419" sz="4000" dirty="0" err="1"/>
          </a:p>
        </p:txBody>
      </p:sp>
      <p:sp>
        <p:nvSpPr>
          <p:cNvPr id="4" name="Rombo 3">
            <a:extLst>
              <a:ext uri="{FF2B5EF4-FFF2-40B4-BE49-F238E27FC236}">
                <a16:creationId xmlns:a16="http://schemas.microsoft.com/office/drawing/2014/main" id="{719F8599-D9D9-F934-C7C9-661F49156804}"/>
              </a:ext>
            </a:extLst>
          </p:cNvPr>
          <p:cNvSpPr/>
          <p:nvPr/>
        </p:nvSpPr>
        <p:spPr>
          <a:xfrm>
            <a:off x="0" y="422264"/>
            <a:ext cx="1101687" cy="836674"/>
          </a:xfrm>
          <a:prstGeom prst="diamond">
            <a:avLst/>
          </a:prstGeom>
          <a:solidFill>
            <a:srgbClr val="002060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Autofit/>
          </a:bodyPr>
          <a:lstStyle/>
          <a:p>
            <a:pPr algn="ctr" defTabSz="914422">
              <a:lnSpc>
                <a:spcPct val="90000"/>
              </a:lnSpc>
              <a:spcBef>
                <a:spcPct val="0"/>
              </a:spcBef>
            </a:pPr>
            <a:r>
              <a:rPr lang="es-ES" sz="4000" dirty="0">
                <a:latin typeface="Flama Condensed Light"/>
              </a:rPr>
              <a:t>O</a:t>
            </a:r>
            <a:endParaRPr lang="es-419" sz="4000" dirty="0">
              <a:latin typeface="Flama Condensed Light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264552F-C70D-F17F-97AB-2998F8C8B7E6}"/>
              </a:ext>
            </a:extLst>
          </p:cNvPr>
          <p:cNvSpPr txBox="1"/>
          <p:nvPr/>
        </p:nvSpPr>
        <p:spPr>
          <a:xfrm>
            <a:off x="861848" y="1715814"/>
            <a:ext cx="2743200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dirty="0"/>
              <a:t>Las clases deben estar abiertas para extensión pero cerradas para modificación.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BD76655-9281-7E35-BAE6-86642493F1AB}"/>
              </a:ext>
            </a:extLst>
          </p:cNvPr>
          <p:cNvSpPr txBox="1"/>
          <p:nvPr/>
        </p:nvSpPr>
        <p:spPr>
          <a:xfrm>
            <a:off x="861848" y="3003331"/>
            <a:ext cx="2743200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dirty="0"/>
              <a:t>Evitar que el código existente colapse cuando se implementan nuevas características.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47CD71C-2B7C-1C30-5629-E6DEA7DD1569}"/>
              </a:ext>
            </a:extLst>
          </p:cNvPr>
          <p:cNvSpPr txBox="1"/>
          <p:nvPr/>
        </p:nvSpPr>
        <p:spPr>
          <a:xfrm>
            <a:off x="861849" y="4277711"/>
            <a:ext cx="2743200" cy="203132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dirty="0"/>
              <a:t>Una clase está abierta si esta se puede extender, es decir:  hacer lo que se quiera con ella: agregar nuevos métodos o campos, anular un comportamiento, etc.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C0DF005-C2CA-A6B0-921D-3F28C9AECB3B}"/>
              </a:ext>
            </a:extLst>
          </p:cNvPr>
          <p:cNvSpPr txBox="1"/>
          <p:nvPr/>
        </p:nvSpPr>
        <p:spPr>
          <a:xfrm>
            <a:off x="3896710" y="1715814"/>
            <a:ext cx="2979682" cy="147732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dirty="0"/>
              <a:t>La clase está cerrada  si está 100% lista para ser utilizada por otras clases: su interfaz está claramente definida y no se cambiará en el futuro.</a:t>
            </a:r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25742AF-ABED-6706-5396-D7DA007224AF}"/>
              </a:ext>
            </a:extLst>
          </p:cNvPr>
          <p:cNvSpPr txBox="1"/>
          <p:nvPr/>
        </p:nvSpPr>
        <p:spPr>
          <a:xfrm>
            <a:off x="4014951" y="3304937"/>
            <a:ext cx="2743200" cy="31393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dirty="0"/>
              <a:t>Si la clase principal tiene un error, esta es la que se debe corregir. </a:t>
            </a:r>
            <a:endParaRPr lang="en-US" dirty="0"/>
          </a:p>
          <a:p>
            <a:r>
              <a:rPr lang="es-ES" dirty="0"/>
              <a:t>NO aplica la creación de una subclase para resolver el error. </a:t>
            </a:r>
          </a:p>
          <a:p>
            <a:endParaRPr lang="en-US" dirty="0">
              <a:ea typeface="Calibri"/>
              <a:cs typeface="Calibri"/>
            </a:endParaRPr>
          </a:p>
          <a:p>
            <a:r>
              <a:rPr lang="es-ES" b="1" i="1" u="sng" dirty="0">
                <a:solidFill>
                  <a:schemeClr val="accent6"/>
                </a:solidFill>
              </a:rPr>
              <a:t>Una clase secundaria no debería ser responsable de los problemas de la clase principal.</a:t>
            </a:r>
            <a:endParaRPr lang="en-US" b="1" i="1" u="sng" dirty="0">
              <a:solidFill>
                <a:schemeClr val="accent6"/>
              </a:solidFill>
              <a:ea typeface="Calibri"/>
              <a:cs typeface="Calibri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729FF49-CE86-044D-B702-CB8384AE7AB2}"/>
              </a:ext>
            </a:extLst>
          </p:cNvPr>
          <p:cNvSpPr txBox="1"/>
          <p:nvPr/>
        </p:nvSpPr>
        <p:spPr>
          <a:xfrm>
            <a:off x="7785538" y="1715814"/>
            <a:ext cx="2743200" cy="230832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dirty="0"/>
              <a:t>Fomenta el uso de la abstracción y el polimorfismo para lograr este objetivo, lo que permite que el código se extienda fácilmente a través de la herencia o la composición.</a:t>
            </a:r>
            <a:endParaRPr 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CA628E7-73FA-34DF-9E83-351C3BD9EA16}"/>
              </a:ext>
            </a:extLst>
          </p:cNvPr>
          <p:cNvSpPr txBox="1"/>
          <p:nvPr/>
        </p:nvSpPr>
        <p:spPr>
          <a:xfrm>
            <a:off x="7785538" y="4024138"/>
            <a:ext cx="3507829" cy="203132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dirty="0"/>
              <a:t>OCP invita a  diseñar el software de modo que </a:t>
            </a:r>
            <a:r>
              <a:rPr lang="es-ES" b="1" u="sng" dirty="0">
                <a:solidFill>
                  <a:schemeClr val="accent6"/>
                </a:solidFill>
              </a:rPr>
              <a:t>para agregar nuevas funcionalidades la vía sea agregando código nuevo</a:t>
            </a:r>
            <a:r>
              <a:rPr lang="es-ES" dirty="0"/>
              <a:t>. Esto contribuye a crear software fácil de mantener y con un acoplamiento bajo</a:t>
            </a:r>
            <a:endParaRPr lang="es-ES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5993132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5" grpId="0"/>
      <p:bldP spid="8" grpId="0"/>
      <p:bldP spid="9" grpId="0"/>
      <p:bldP spid="14" grpId="0"/>
      <p:bldP spid="16" grpId="0"/>
      <p:bldP spid="19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BBB1C3-F06D-C630-9CAE-B4E4898C4E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1">
            <a:extLst>
              <a:ext uri="{FF2B5EF4-FFF2-40B4-BE49-F238E27FC236}">
                <a16:creationId xmlns:a16="http://schemas.microsoft.com/office/drawing/2014/main" id="{0163D866-C169-644F-D1DB-FBBEFC91FB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44" y="413742"/>
            <a:ext cx="9062106" cy="836674"/>
          </a:xfr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>
            <a:normAutofit/>
          </a:bodyPr>
          <a:lstStyle/>
          <a:p>
            <a:pPr algn="ctr"/>
            <a:r>
              <a:rPr lang="es-ES" sz="4000" dirty="0"/>
              <a:t>Principio Open / </a:t>
            </a:r>
            <a:r>
              <a:rPr lang="es-ES" sz="4000" dirty="0" err="1"/>
              <a:t>Closed</a:t>
            </a:r>
            <a:r>
              <a:rPr lang="es-ES" sz="4000" dirty="0"/>
              <a:t> OCP</a:t>
            </a:r>
            <a:endParaRPr lang="es-419" sz="4000" dirty="0" err="1"/>
          </a:p>
        </p:txBody>
      </p:sp>
      <p:sp>
        <p:nvSpPr>
          <p:cNvPr id="4" name="Rombo 3">
            <a:extLst>
              <a:ext uri="{FF2B5EF4-FFF2-40B4-BE49-F238E27FC236}">
                <a16:creationId xmlns:a16="http://schemas.microsoft.com/office/drawing/2014/main" id="{8E548D1E-E1A2-C78E-5263-23F9A371E92E}"/>
              </a:ext>
            </a:extLst>
          </p:cNvPr>
          <p:cNvSpPr/>
          <p:nvPr/>
        </p:nvSpPr>
        <p:spPr>
          <a:xfrm>
            <a:off x="0" y="422264"/>
            <a:ext cx="1101687" cy="836674"/>
          </a:xfrm>
          <a:prstGeom prst="diamond">
            <a:avLst/>
          </a:prstGeom>
          <a:solidFill>
            <a:srgbClr val="002060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Autofit/>
          </a:bodyPr>
          <a:lstStyle/>
          <a:p>
            <a:pPr algn="ctr" defTabSz="914422">
              <a:lnSpc>
                <a:spcPct val="90000"/>
              </a:lnSpc>
              <a:spcBef>
                <a:spcPct val="0"/>
              </a:spcBef>
            </a:pPr>
            <a:r>
              <a:rPr lang="es-ES" sz="4000" dirty="0">
                <a:latin typeface="Flama Condensed Light"/>
              </a:rPr>
              <a:t>O</a:t>
            </a:r>
            <a:endParaRPr lang="es-419" sz="4000" dirty="0">
              <a:latin typeface="Flama Condensed Light"/>
            </a:endParaRPr>
          </a:p>
        </p:txBody>
      </p:sp>
      <p:pic>
        <p:nvPicPr>
          <p:cNvPr id="6" name="Picture 5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305F1682-1EAC-B73E-90FD-A95956631CC6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031" y="2170222"/>
            <a:ext cx="4410732" cy="2556970"/>
          </a:xfrm>
          <a:prstGeom prst="rect">
            <a:avLst/>
          </a:prstGeom>
        </p:spPr>
      </p:pic>
      <p:pic>
        <p:nvPicPr>
          <p:cNvPr id="7" name="Picture 6" descr="A diagram of a shipping process&#10;&#10;AI-generated content may be incorrect.">
            <a:extLst>
              <a:ext uri="{FF2B5EF4-FFF2-40B4-BE49-F238E27FC236}">
                <a16:creationId xmlns:a16="http://schemas.microsoft.com/office/drawing/2014/main" id="{4E2CD690-EBD7-FBF5-0A66-E31EFECE74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6587" y="1852448"/>
            <a:ext cx="4314825" cy="3810000"/>
          </a:xfrm>
          <a:prstGeom prst="rect">
            <a:avLst/>
          </a:prstGeom>
        </p:spPr>
      </p:pic>
      <p:sp>
        <p:nvSpPr>
          <p:cNvPr id="11" name="CuadroTexto 19">
            <a:extLst>
              <a:ext uri="{FF2B5EF4-FFF2-40B4-BE49-F238E27FC236}">
                <a16:creationId xmlns:a16="http://schemas.microsoft.com/office/drawing/2014/main" id="{18A9C16A-28FC-6B38-8ED1-C0E0BB13B7CD}"/>
              </a:ext>
            </a:extLst>
          </p:cNvPr>
          <p:cNvSpPr txBox="1"/>
          <p:nvPr/>
        </p:nvSpPr>
        <p:spPr>
          <a:xfrm>
            <a:off x="4061623" y="6031071"/>
            <a:ext cx="455613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419" sz="1200" dirty="0"/>
              <a:t>Ejemplo tomado de: Dive </a:t>
            </a:r>
            <a:r>
              <a:rPr lang="es-419" sz="1200" dirty="0" err="1"/>
              <a:t>into</a:t>
            </a:r>
            <a:r>
              <a:rPr lang="es-419" sz="1200" dirty="0"/>
              <a:t> Design </a:t>
            </a:r>
            <a:r>
              <a:rPr lang="es-419" sz="1200" dirty="0" err="1"/>
              <a:t>Patterns</a:t>
            </a:r>
            <a:r>
              <a:rPr lang="es-419" sz="1200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730193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8FF4B4-F3D0-5780-9A1C-140E050E40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1">
            <a:extLst>
              <a:ext uri="{FF2B5EF4-FFF2-40B4-BE49-F238E27FC236}">
                <a16:creationId xmlns:a16="http://schemas.microsoft.com/office/drawing/2014/main" id="{6A3CFFD0-D029-7026-25AF-A104BB4CCF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44" y="413742"/>
            <a:ext cx="9062106" cy="836674"/>
          </a:xfr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>
            <a:normAutofit/>
          </a:bodyPr>
          <a:lstStyle/>
          <a:p>
            <a:pPr algn="ctr"/>
            <a:r>
              <a:rPr lang="es-ES" sz="4000" dirty="0"/>
              <a:t>Principio Open / </a:t>
            </a:r>
            <a:r>
              <a:rPr lang="es-ES" sz="4000" dirty="0" err="1"/>
              <a:t>Closed</a:t>
            </a:r>
            <a:r>
              <a:rPr lang="es-ES" sz="4000" dirty="0"/>
              <a:t> OCP</a:t>
            </a:r>
            <a:endParaRPr lang="es-419" sz="4000" dirty="0" err="1"/>
          </a:p>
        </p:txBody>
      </p:sp>
      <p:sp>
        <p:nvSpPr>
          <p:cNvPr id="4" name="Rombo 3">
            <a:extLst>
              <a:ext uri="{FF2B5EF4-FFF2-40B4-BE49-F238E27FC236}">
                <a16:creationId xmlns:a16="http://schemas.microsoft.com/office/drawing/2014/main" id="{45707132-C8A5-2A21-6F49-54B72C41BDF8}"/>
              </a:ext>
            </a:extLst>
          </p:cNvPr>
          <p:cNvSpPr/>
          <p:nvPr/>
        </p:nvSpPr>
        <p:spPr>
          <a:xfrm>
            <a:off x="0" y="422264"/>
            <a:ext cx="1101687" cy="836674"/>
          </a:xfrm>
          <a:prstGeom prst="diamond">
            <a:avLst/>
          </a:prstGeom>
          <a:solidFill>
            <a:srgbClr val="002060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Autofit/>
          </a:bodyPr>
          <a:lstStyle/>
          <a:p>
            <a:pPr algn="ctr" defTabSz="914422">
              <a:lnSpc>
                <a:spcPct val="90000"/>
              </a:lnSpc>
              <a:spcBef>
                <a:spcPct val="0"/>
              </a:spcBef>
            </a:pPr>
            <a:r>
              <a:rPr lang="es-ES" sz="4000" dirty="0">
                <a:latin typeface="Flama Condensed Light"/>
              </a:rPr>
              <a:t>O</a:t>
            </a:r>
            <a:endParaRPr lang="es-419" sz="4000" dirty="0">
              <a:latin typeface="Flama Condensed Light"/>
            </a:endParaRP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D0817B02-77EC-49A8-10D2-7A6E6AB8CFE7}"/>
              </a:ext>
            </a:extLst>
          </p:cNvPr>
          <p:cNvSpPr txBox="1"/>
          <p:nvPr/>
        </p:nvSpPr>
        <p:spPr>
          <a:xfrm>
            <a:off x="7790188" y="6305758"/>
            <a:ext cx="269171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419" sz="1200" dirty="0"/>
              <a:t>Ejemplo tomado de </a:t>
            </a:r>
            <a:r>
              <a:rPr lang="es-419" sz="1200" dirty="0" err="1"/>
              <a:t>FreeCodeCamp</a:t>
            </a:r>
            <a:endParaRPr lang="es-419" sz="1200" dirty="0"/>
          </a:p>
        </p:txBody>
      </p:sp>
      <p:pic>
        <p:nvPicPr>
          <p:cNvPr id="2" name="Picture 1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40B48DA5-7644-41EE-C9EB-42502C693B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687" y="1682759"/>
            <a:ext cx="2333625" cy="1019175"/>
          </a:xfrm>
          <a:prstGeom prst="rect">
            <a:avLst/>
          </a:prstGeom>
        </p:spPr>
      </p:pic>
      <p:pic>
        <p:nvPicPr>
          <p:cNvPr id="5" name="Picture 4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4AF2D942-1512-304D-409C-CBAE4D54BB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977" y="3125756"/>
            <a:ext cx="4301359" cy="2980997"/>
          </a:xfrm>
          <a:prstGeom prst="rect">
            <a:avLst/>
          </a:prstGeom>
        </p:spPr>
      </p:pic>
      <p:pic>
        <p:nvPicPr>
          <p:cNvPr id="8" name="Picture 7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69771CAB-AB94-382B-DB88-729593D74E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02974" y="1554217"/>
            <a:ext cx="3314700" cy="3543300"/>
          </a:xfrm>
          <a:prstGeom prst="rect">
            <a:avLst/>
          </a:prstGeom>
        </p:spPr>
      </p:pic>
      <p:pic>
        <p:nvPicPr>
          <p:cNvPr id="9" name="Picture 8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E1632601-8781-CD02-D6A3-260252042B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21969" y="3787994"/>
            <a:ext cx="3124200" cy="1962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6282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1">
            <a:extLst>
              <a:ext uri="{FF2B5EF4-FFF2-40B4-BE49-F238E27FC236}">
                <a16:creationId xmlns:a16="http://schemas.microsoft.com/office/drawing/2014/main" id="{BC80CE86-1949-4C24-8C00-6BF6C3BDCA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44" y="413742"/>
            <a:ext cx="9062106" cy="836674"/>
          </a:xfr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>
            <a:normAutofit/>
          </a:bodyPr>
          <a:lstStyle/>
          <a:p>
            <a:pPr algn="ctr"/>
            <a:r>
              <a:rPr lang="es-ES" sz="4000" dirty="0"/>
              <a:t>Principio Sustitución de </a:t>
            </a:r>
            <a:r>
              <a:rPr lang="es-ES" sz="4000" dirty="0" err="1"/>
              <a:t>Liskov</a:t>
            </a:r>
            <a:r>
              <a:rPr lang="es-ES" sz="4000" dirty="0"/>
              <a:t> LSP</a:t>
            </a:r>
            <a:endParaRPr lang="es-419" sz="4000" dirty="0" err="1"/>
          </a:p>
        </p:txBody>
      </p:sp>
      <p:sp>
        <p:nvSpPr>
          <p:cNvPr id="4" name="Rombo 3">
            <a:extLst>
              <a:ext uri="{FF2B5EF4-FFF2-40B4-BE49-F238E27FC236}">
                <a16:creationId xmlns:a16="http://schemas.microsoft.com/office/drawing/2014/main" id="{03257569-5CF3-49B0-82BF-7489E6B0CEDC}"/>
              </a:ext>
            </a:extLst>
          </p:cNvPr>
          <p:cNvSpPr/>
          <p:nvPr/>
        </p:nvSpPr>
        <p:spPr>
          <a:xfrm>
            <a:off x="0" y="422264"/>
            <a:ext cx="1101687" cy="836674"/>
          </a:xfrm>
          <a:prstGeom prst="diamond">
            <a:avLst/>
          </a:prstGeom>
          <a:solidFill>
            <a:srgbClr val="002060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Autofit/>
          </a:bodyPr>
          <a:lstStyle/>
          <a:p>
            <a:pPr algn="ctr" defTabSz="914422">
              <a:lnSpc>
                <a:spcPct val="90000"/>
              </a:lnSpc>
              <a:spcBef>
                <a:spcPct val="0"/>
              </a:spcBef>
            </a:pPr>
            <a:r>
              <a:rPr lang="es-ES" sz="4000" dirty="0">
                <a:latin typeface="Flama Condensed Light"/>
              </a:rPr>
              <a:t>L</a:t>
            </a:r>
            <a:endParaRPr lang="es-419" sz="4000" dirty="0">
              <a:latin typeface="Flama Condensed Light"/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276CDD9F-B09E-4FE9-AF76-56D6656C04AB}"/>
              </a:ext>
            </a:extLst>
          </p:cNvPr>
          <p:cNvSpPr txBox="1"/>
          <p:nvPr/>
        </p:nvSpPr>
        <p:spPr>
          <a:xfrm>
            <a:off x="1101687" y="1827975"/>
            <a:ext cx="78440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Este principio nos obliga a pensar muy bien el diseño de la herencia.</a:t>
            </a:r>
            <a:endParaRPr lang="es-419" dirty="0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ED0E2D2C-4DA2-4738-8287-985D50405CCB}"/>
              </a:ext>
            </a:extLst>
          </p:cNvPr>
          <p:cNvSpPr txBox="1"/>
          <p:nvPr/>
        </p:nvSpPr>
        <p:spPr>
          <a:xfrm>
            <a:off x="1101686" y="2532254"/>
            <a:ext cx="10102467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419" dirty="0"/>
              <a:t>Al extender una clase, se debe poder pasar objetos de la subclase en lugar de objetos de la superclase sin romper el código del cliente. </a:t>
            </a:r>
          </a:p>
          <a:p>
            <a:endParaRPr lang="es-ES" dirty="0"/>
          </a:p>
          <a:p>
            <a:r>
              <a:rPr lang="es-ES" dirty="0"/>
              <a:t>La subclase debe seguir siendo compatible con el comportamiento de la superclase.</a:t>
            </a:r>
            <a:endParaRPr lang="es-419" dirty="0"/>
          </a:p>
          <a:p>
            <a:endParaRPr lang="es-419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A43C7168-DB83-49BD-A651-91AB884EFF54}"/>
              </a:ext>
            </a:extLst>
          </p:cNvPr>
          <p:cNvSpPr txBox="1"/>
          <p:nvPr/>
        </p:nvSpPr>
        <p:spPr>
          <a:xfrm>
            <a:off x="1617643" y="4645089"/>
            <a:ext cx="895671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i="1" dirty="0">
                <a:highlight>
                  <a:srgbClr val="FFFF00"/>
                </a:highlight>
              </a:rPr>
              <a:t>"Los objetos de una clase derivada deben poder sustituir a los objetos de su clase base sin alterar el comportamiento esperado del programa."</a:t>
            </a:r>
            <a:endParaRPr lang="es-419" i="1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12098271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6" grpId="0"/>
      <p:bldP spid="1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1">
            <a:extLst>
              <a:ext uri="{FF2B5EF4-FFF2-40B4-BE49-F238E27FC236}">
                <a16:creationId xmlns:a16="http://schemas.microsoft.com/office/drawing/2014/main" id="{BC80CE86-1949-4C24-8C00-6BF6C3BDCA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44" y="413742"/>
            <a:ext cx="9062106" cy="836674"/>
          </a:xfr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>
            <a:normAutofit/>
          </a:bodyPr>
          <a:lstStyle/>
          <a:p>
            <a:pPr algn="ctr"/>
            <a:r>
              <a:rPr lang="es-ES" sz="4000" dirty="0"/>
              <a:t>Principio Sustitución de </a:t>
            </a:r>
            <a:r>
              <a:rPr lang="es-ES" sz="4000" dirty="0" err="1"/>
              <a:t>Liskov</a:t>
            </a:r>
            <a:r>
              <a:rPr lang="es-ES" sz="4000" dirty="0"/>
              <a:t> LSP</a:t>
            </a:r>
            <a:endParaRPr lang="es-419" sz="4000" dirty="0" err="1"/>
          </a:p>
        </p:txBody>
      </p:sp>
      <p:sp>
        <p:nvSpPr>
          <p:cNvPr id="4" name="Rombo 3">
            <a:extLst>
              <a:ext uri="{FF2B5EF4-FFF2-40B4-BE49-F238E27FC236}">
                <a16:creationId xmlns:a16="http://schemas.microsoft.com/office/drawing/2014/main" id="{03257569-5CF3-49B0-82BF-7489E6B0CEDC}"/>
              </a:ext>
            </a:extLst>
          </p:cNvPr>
          <p:cNvSpPr/>
          <p:nvPr/>
        </p:nvSpPr>
        <p:spPr>
          <a:xfrm>
            <a:off x="0" y="422264"/>
            <a:ext cx="1101687" cy="836674"/>
          </a:xfrm>
          <a:prstGeom prst="diamond">
            <a:avLst/>
          </a:prstGeom>
          <a:solidFill>
            <a:srgbClr val="002060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Autofit/>
          </a:bodyPr>
          <a:lstStyle/>
          <a:p>
            <a:pPr algn="ctr" defTabSz="914422">
              <a:lnSpc>
                <a:spcPct val="90000"/>
              </a:lnSpc>
              <a:spcBef>
                <a:spcPct val="0"/>
              </a:spcBef>
            </a:pPr>
            <a:r>
              <a:rPr lang="es-ES" sz="4000" dirty="0">
                <a:latin typeface="Flama Condensed Light"/>
              </a:rPr>
              <a:t>L</a:t>
            </a:r>
            <a:endParaRPr lang="es-419" sz="4000" dirty="0">
              <a:latin typeface="Flama Condensed Light"/>
            </a:endParaRP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DA24EC33-943B-4A93-AA99-B5557904C9AC}"/>
              </a:ext>
            </a:extLst>
          </p:cNvPr>
          <p:cNvSpPr txBox="1"/>
          <p:nvPr/>
        </p:nvSpPr>
        <p:spPr>
          <a:xfrm>
            <a:off x="1319705" y="2004360"/>
            <a:ext cx="8726663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400" b="1" dirty="0"/>
              <a:t>🔍 ¿Qué tener en cuenta al diseñar la herencia?</a:t>
            </a:r>
          </a:p>
          <a:p>
            <a:endParaRPr lang="es-ES" sz="2400" b="1" dirty="0"/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s-ES" sz="2400" dirty="0"/>
              <a:t> </a:t>
            </a:r>
            <a:r>
              <a:rPr lang="es-ES" sz="2400" b="1" dirty="0"/>
              <a:t>Evitar herencias incorrectas</a:t>
            </a:r>
            <a:r>
              <a:rPr lang="es-ES" sz="2400" dirty="0"/>
              <a:t>: No forzar subclases que no cumplen el mismo contrato que la superclase.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s-ES" sz="2400" dirty="0"/>
              <a:t> </a:t>
            </a:r>
            <a:r>
              <a:rPr lang="es-ES" sz="2400" b="1" dirty="0"/>
              <a:t>Aplicar interfaces</a:t>
            </a:r>
            <a:r>
              <a:rPr lang="es-ES" sz="2400" dirty="0"/>
              <a:t>: En lugar de heredar métodos innecesarios, definir interfaces específicas.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s-ES" sz="2400" dirty="0"/>
              <a:t> </a:t>
            </a:r>
            <a:r>
              <a:rPr lang="es-ES" sz="2400" b="1" dirty="0"/>
              <a:t>Usar composición en lugar de herencia</a:t>
            </a:r>
            <a:r>
              <a:rPr lang="es-ES" sz="2400" dirty="0"/>
              <a:t>: Si una relación "ES UN" no es clara, quizás sea mejor que un objeto "TENGA UN" otro objeto.</a:t>
            </a:r>
          </a:p>
        </p:txBody>
      </p:sp>
    </p:spTree>
    <p:extLst>
      <p:ext uri="{BB962C8B-B14F-4D97-AF65-F5344CB8AC3E}">
        <p14:creationId xmlns:p14="http://schemas.microsoft.com/office/powerpoint/2010/main" val="2257470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207486-6B07-3403-4EE6-2DC206D9DF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1">
            <a:extLst>
              <a:ext uri="{FF2B5EF4-FFF2-40B4-BE49-F238E27FC236}">
                <a16:creationId xmlns:a16="http://schemas.microsoft.com/office/drawing/2014/main" id="{B431BC04-86D8-889B-FB42-EFF74028A9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44" y="413742"/>
            <a:ext cx="9062106" cy="836674"/>
          </a:xfr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>
            <a:normAutofit/>
          </a:bodyPr>
          <a:lstStyle/>
          <a:p>
            <a:pPr algn="ctr"/>
            <a:r>
              <a:rPr lang="es-ES" sz="4000" dirty="0"/>
              <a:t>Principio Sustitución de </a:t>
            </a:r>
            <a:r>
              <a:rPr lang="es-ES" sz="4000" dirty="0" err="1"/>
              <a:t>Liskov</a:t>
            </a:r>
            <a:r>
              <a:rPr lang="es-ES" sz="4000" dirty="0"/>
              <a:t> LSP</a:t>
            </a:r>
            <a:endParaRPr lang="es-419" sz="4000" dirty="0" err="1"/>
          </a:p>
        </p:txBody>
      </p:sp>
      <p:sp>
        <p:nvSpPr>
          <p:cNvPr id="4" name="Rombo 3">
            <a:extLst>
              <a:ext uri="{FF2B5EF4-FFF2-40B4-BE49-F238E27FC236}">
                <a16:creationId xmlns:a16="http://schemas.microsoft.com/office/drawing/2014/main" id="{8DC6B770-2882-5A87-1961-7A5E5C68DBB1}"/>
              </a:ext>
            </a:extLst>
          </p:cNvPr>
          <p:cNvSpPr/>
          <p:nvPr/>
        </p:nvSpPr>
        <p:spPr>
          <a:xfrm>
            <a:off x="0" y="422264"/>
            <a:ext cx="1101687" cy="836674"/>
          </a:xfrm>
          <a:prstGeom prst="diamond">
            <a:avLst/>
          </a:prstGeom>
          <a:solidFill>
            <a:srgbClr val="002060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Autofit/>
          </a:bodyPr>
          <a:lstStyle/>
          <a:p>
            <a:pPr algn="ctr" defTabSz="914422">
              <a:lnSpc>
                <a:spcPct val="90000"/>
              </a:lnSpc>
              <a:spcBef>
                <a:spcPct val="0"/>
              </a:spcBef>
            </a:pPr>
            <a:r>
              <a:rPr lang="es-ES" sz="4000" dirty="0">
                <a:latin typeface="Flama Condensed Light"/>
              </a:rPr>
              <a:t>L</a:t>
            </a:r>
            <a:endParaRPr lang="es-419" sz="4000" dirty="0">
              <a:latin typeface="Flama Condensed Light"/>
            </a:endParaRPr>
          </a:p>
        </p:txBody>
      </p:sp>
      <p:pic>
        <p:nvPicPr>
          <p:cNvPr id="2" name="Picture 1" descr="A diagram of a project&#10;&#10;AI-generated content may be incorrect.">
            <a:extLst>
              <a:ext uri="{FF2B5EF4-FFF2-40B4-BE49-F238E27FC236}">
                <a16:creationId xmlns:a16="http://schemas.microsoft.com/office/drawing/2014/main" id="{D0104364-07E7-8C91-102A-209165F081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421" y="1802360"/>
            <a:ext cx="4543096" cy="3319223"/>
          </a:xfrm>
          <a:prstGeom prst="rect">
            <a:avLst/>
          </a:prstGeom>
        </p:spPr>
      </p:pic>
      <p:pic>
        <p:nvPicPr>
          <p:cNvPr id="5" name="Picture 4" descr="A diagram of a project&#10;&#10;AI-generated content may be incorrect.">
            <a:extLst>
              <a:ext uri="{FF2B5EF4-FFF2-40B4-BE49-F238E27FC236}">
                <a16:creationId xmlns:a16="http://schemas.microsoft.com/office/drawing/2014/main" id="{4E6B476E-E3DD-8E7D-7603-871ADD29B1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3555" y="1707212"/>
            <a:ext cx="4631766" cy="275906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8DE83CE-AEAD-11D6-943C-5369B5E30685}"/>
              </a:ext>
            </a:extLst>
          </p:cNvPr>
          <p:cNvSpPr txBox="1"/>
          <p:nvPr/>
        </p:nvSpPr>
        <p:spPr>
          <a:xfrm>
            <a:off x="6279931" y="4861034"/>
            <a:ext cx="4543096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>
                <a:ea typeface="Calibri"/>
                <a:cs typeface="Calibri"/>
              </a:rPr>
              <a:t>La </a:t>
            </a:r>
            <a:r>
              <a:rPr lang="en-US" dirty="0" err="1">
                <a:ea typeface="Calibri"/>
                <a:cs typeface="Calibri"/>
              </a:rPr>
              <a:t>solución</a:t>
            </a:r>
            <a:r>
              <a:rPr lang="en-US" dirty="0">
                <a:ea typeface="Calibri"/>
                <a:cs typeface="Calibri"/>
              </a:rPr>
              <a:t>: La </a:t>
            </a:r>
            <a:r>
              <a:rPr lang="en-US" dirty="0" err="1">
                <a:ea typeface="Calibri"/>
                <a:cs typeface="Calibri"/>
              </a:rPr>
              <a:t>clase</a:t>
            </a:r>
            <a:r>
              <a:rPr lang="en-US" dirty="0">
                <a:ea typeface="Calibri"/>
                <a:cs typeface="Calibri"/>
              </a:rPr>
              <a:t> Document, es un </a:t>
            </a:r>
            <a:r>
              <a:rPr lang="en-US" dirty="0" err="1">
                <a:ea typeface="Calibri"/>
                <a:cs typeface="Calibri"/>
              </a:rPr>
              <a:t>documento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readonly</a:t>
            </a:r>
            <a:r>
              <a:rPr lang="en-US" dirty="0">
                <a:ea typeface="Calibri"/>
                <a:cs typeface="Calibri"/>
              </a:rPr>
              <a:t> y la </a:t>
            </a:r>
            <a:r>
              <a:rPr lang="en-US" dirty="0" err="1">
                <a:ea typeface="Calibri"/>
                <a:cs typeface="Calibri"/>
              </a:rPr>
              <a:t>clase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WritableDocument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extiende</a:t>
            </a:r>
            <a:r>
              <a:rPr lang="en-US" dirty="0">
                <a:ea typeface="Calibri"/>
                <a:cs typeface="Calibri"/>
              </a:rPr>
              <a:t> Document e </a:t>
            </a:r>
            <a:r>
              <a:rPr lang="en-US" dirty="0" err="1">
                <a:ea typeface="Calibri"/>
                <a:cs typeface="Calibri"/>
              </a:rPr>
              <a:t>implementa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el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comportamiento</a:t>
            </a:r>
            <a:r>
              <a:rPr lang="en-US" dirty="0">
                <a:ea typeface="Calibri"/>
                <a:cs typeface="Calibri"/>
              </a:rPr>
              <a:t> save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84844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1">
            <a:extLst>
              <a:ext uri="{FF2B5EF4-FFF2-40B4-BE49-F238E27FC236}">
                <a16:creationId xmlns:a16="http://schemas.microsoft.com/office/drawing/2014/main" id="{BC80CE86-1949-4C24-8C00-6BF6C3BDCA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44" y="413742"/>
            <a:ext cx="9062106" cy="836674"/>
          </a:xfr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>
            <a:normAutofit/>
          </a:bodyPr>
          <a:lstStyle/>
          <a:p>
            <a:pPr algn="ctr"/>
            <a:r>
              <a:rPr lang="es-ES" sz="4000" dirty="0"/>
              <a:t>Principio Sustitución de </a:t>
            </a:r>
            <a:r>
              <a:rPr lang="es-ES" sz="4000" dirty="0" err="1"/>
              <a:t>Liskov</a:t>
            </a:r>
            <a:endParaRPr lang="es-419" sz="4000" dirty="0" err="1"/>
          </a:p>
        </p:txBody>
      </p:sp>
      <p:sp>
        <p:nvSpPr>
          <p:cNvPr id="4" name="Rombo 3">
            <a:extLst>
              <a:ext uri="{FF2B5EF4-FFF2-40B4-BE49-F238E27FC236}">
                <a16:creationId xmlns:a16="http://schemas.microsoft.com/office/drawing/2014/main" id="{03257569-5CF3-49B0-82BF-7489E6B0CEDC}"/>
              </a:ext>
            </a:extLst>
          </p:cNvPr>
          <p:cNvSpPr/>
          <p:nvPr/>
        </p:nvSpPr>
        <p:spPr>
          <a:xfrm>
            <a:off x="0" y="422264"/>
            <a:ext cx="1101687" cy="836674"/>
          </a:xfrm>
          <a:prstGeom prst="diamond">
            <a:avLst/>
          </a:prstGeom>
          <a:solidFill>
            <a:srgbClr val="002060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Autofit/>
          </a:bodyPr>
          <a:lstStyle/>
          <a:p>
            <a:pPr algn="ctr" defTabSz="914422">
              <a:lnSpc>
                <a:spcPct val="90000"/>
              </a:lnSpc>
              <a:spcBef>
                <a:spcPct val="0"/>
              </a:spcBef>
            </a:pPr>
            <a:r>
              <a:rPr lang="es-ES" sz="4000" dirty="0">
                <a:latin typeface="Flama Condensed Light"/>
              </a:rPr>
              <a:t>L</a:t>
            </a:r>
            <a:endParaRPr lang="es-419" sz="4000" dirty="0">
              <a:latin typeface="Flama Condensed Light"/>
            </a:endParaRP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5318DBEB-AFB2-4B68-9846-B2468B8F6494}"/>
              </a:ext>
            </a:extLst>
          </p:cNvPr>
          <p:cNvSpPr txBox="1"/>
          <p:nvPr/>
        </p:nvSpPr>
        <p:spPr>
          <a:xfrm>
            <a:off x="341524" y="1552159"/>
            <a:ext cx="5277079" cy="452431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s-419" sz="1600" dirty="0" err="1"/>
              <a:t>abstract</a:t>
            </a:r>
            <a:r>
              <a:rPr lang="es-419" sz="1600" dirty="0"/>
              <a:t> </a:t>
            </a:r>
            <a:r>
              <a:rPr lang="es-419" sz="1600" dirty="0" err="1"/>
              <a:t>class</a:t>
            </a:r>
            <a:r>
              <a:rPr lang="es-419" sz="1600" dirty="0"/>
              <a:t> </a:t>
            </a:r>
            <a:r>
              <a:rPr lang="es-419" sz="1600" dirty="0" err="1"/>
              <a:t>Automovil</a:t>
            </a:r>
            <a:r>
              <a:rPr lang="es-419" sz="1600" dirty="0"/>
              <a:t> {</a:t>
            </a:r>
          </a:p>
          <a:p>
            <a:r>
              <a:rPr lang="es-419" sz="1600" dirty="0"/>
              <a:t> // Método genérico para cargar energía o combustible </a:t>
            </a:r>
          </a:p>
          <a:p>
            <a:r>
              <a:rPr lang="es-419" sz="1600" dirty="0"/>
              <a:t>   </a:t>
            </a:r>
            <a:r>
              <a:rPr lang="es-419" sz="1600" dirty="0" err="1"/>
              <a:t>public</a:t>
            </a:r>
            <a:r>
              <a:rPr lang="es-419" sz="1600" dirty="0"/>
              <a:t> </a:t>
            </a:r>
            <a:r>
              <a:rPr lang="es-419" sz="1600" dirty="0" err="1"/>
              <a:t>abstract</a:t>
            </a:r>
            <a:r>
              <a:rPr lang="es-419" sz="1600" dirty="0"/>
              <a:t> </a:t>
            </a:r>
            <a:r>
              <a:rPr lang="es-419" sz="1600" dirty="0" err="1"/>
              <a:t>void</a:t>
            </a:r>
            <a:r>
              <a:rPr lang="es-419" sz="1600" dirty="0"/>
              <a:t> Repostar(); </a:t>
            </a:r>
          </a:p>
          <a:p>
            <a:r>
              <a:rPr lang="es-419" sz="1600" dirty="0"/>
              <a:t>}</a:t>
            </a:r>
          </a:p>
          <a:p>
            <a:endParaRPr lang="es-419" sz="1600" dirty="0"/>
          </a:p>
          <a:p>
            <a:r>
              <a:rPr lang="es-419" sz="1600" dirty="0" err="1"/>
              <a:t>class</a:t>
            </a:r>
            <a:r>
              <a:rPr lang="es-419" sz="1600" dirty="0"/>
              <a:t> </a:t>
            </a:r>
            <a:r>
              <a:rPr lang="es-419" sz="1600" dirty="0" err="1"/>
              <a:t>Electrico</a:t>
            </a:r>
            <a:r>
              <a:rPr lang="es-419" sz="1600" dirty="0"/>
              <a:t> : </a:t>
            </a:r>
            <a:r>
              <a:rPr lang="es-419" sz="1600" dirty="0" err="1"/>
              <a:t>Automovil</a:t>
            </a:r>
            <a:r>
              <a:rPr lang="es-419" sz="1600" dirty="0"/>
              <a:t> {</a:t>
            </a:r>
          </a:p>
          <a:p>
            <a:r>
              <a:rPr lang="es-419" sz="1600" dirty="0"/>
              <a:t>    </a:t>
            </a:r>
          </a:p>
          <a:p>
            <a:r>
              <a:rPr lang="es-419" sz="1600" dirty="0"/>
              <a:t>   </a:t>
            </a:r>
            <a:r>
              <a:rPr lang="es-419" sz="1600" dirty="0" err="1"/>
              <a:t>public</a:t>
            </a:r>
            <a:r>
              <a:rPr lang="es-419" sz="1600" dirty="0"/>
              <a:t> </a:t>
            </a:r>
            <a:r>
              <a:rPr lang="es-419" sz="1600" dirty="0" err="1"/>
              <a:t>override</a:t>
            </a:r>
            <a:r>
              <a:rPr lang="es-419" sz="1600" dirty="0"/>
              <a:t> </a:t>
            </a:r>
            <a:r>
              <a:rPr lang="es-419" sz="1600" dirty="0" err="1"/>
              <a:t>void</a:t>
            </a:r>
            <a:r>
              <a:rPr lang="es-419" sz="1600" dirty="0"/>
              <a:t> Repostar() {</a:t>
            </a:r>
          </a:p>
          <a:p>
            <a:r>
              <a:rPr lang="es-419" sz="1600" dirty="0"/>
              <a:t>        </a:t>
            </a:r>
            <a:r>
              <a:rPr lang="es-419" sz="1600" dirty="0" err="1">
                <a:solidFill>
                  <a:srgbClr val="FF0000"/>
                </a:solidFill>
              </a:rPr>
              <a:t>throw</a:t>
            </a:r>
            <a:r>
              <a:rPr lang="es-419" sz="1600" dirty="0">
                <a:solidFill>
                  <a:srgbClr val="FF0000"/>
                </a:solidFill>
              </a:rPr>
              <a:t> new </a:t>
            </a:r>
            <a:r>
              <a:rPr lang="es-419" sz="1600" dirty="0" err="1">
                <a:solidFill>
                  <a:srgbClr val="FF0000"/>
                </a:solidFill>
              </a:rPr>
              <a:t>NotImplementedException</a:t>
            </a:r>
            <a:r>
              <a:rPr lang="es-419" sz="1600" dirty="0">
                <a:solidFill>
                  <a:srgbClr val="FF0000"/>
                </a:solidFill>
              </a:rPr>
              <a:t>("Los autos 	eléctricos no pueden repostar gasolina."); </a:t>
            </a:r>
          </a:p>
          <a:p>
            <a:r>
              <a:rPr lang="es-419" sz="1600" dirty="0"/>
              <a:t>         	    }</a:t>
            </a:r>
          </a:p>
          <a:p>
            <a:r>
              <a:rPr lang="es-419" sz="1600" dirty="0"/>
              <a:t>}</a:t>
            </a:r>
          </a:p>
          <a:p>
            <a:endParaRPr lang="es-419" sz="1600" dirty="0"/>
          </a:p>
          <a:p>
            <a:r>
              <a:rPr lang="es-419" sz="1600" dirty="0" err="1"/>
              <a:t>class</a:t>
            </a:r>
            <a:r>
              <a:rPr lang="es-419" sz="1600" dirty="0"/>
              <a:t> Gasolina : </a:t>
            </a:r>
            <a:r>
              <a:rPr lang="es-419" sz="1600" dirty="0" err="1"/>
              <a:t>Automovil</a:t>
            </a:r>
            <a:r>
              <a:rPr lang="es-419" sz="1600" dirty="0"/>
              <a:t> {</a:t>
            </a:r>
          </a:p>
          <a:p>
            <a:r>
              <a:rPr lang="es-419" sz="1600" dirty="0"/>
              <a:t>    </a:t>
            </a:r>
            <a:r>
              <a:rPr lang="es-419" sz="1600" dirty="0" err="1"/>
              <a:t>public</a:t>
            </a:r>
            <a:r>
              <a:rPr lang="es-419" sz="1600" dirty="0"/>
              <a:t> </a:t>
            </a:r>
            <a:r>
              <a:rPr lang="es-419" sz="1600" dirty="0" err="1"/>
              <a:t>override</a:t>
            </a:r>
            <a:r>
              <a:rPr lang="es-419" sz="1600" dirty="0"/>
              <a:t> </a:t>
            </a:r>
            <a:r>
              <a:rPr lang="es-419" sz="1600" dirty="0" err="1"/>
              <a:t>void</a:t>
            </a:r>
            <a:r>
              <a:rPr lang="es-419" sz="1600" dirty="0"/>
              <a:t> Repostar() {</a:t>
            </a:r>
          </a:p>
          <a:p>
            <a:r>
              <a:rPr lang="es-419" sz="1600" dirty="0"/>
              <a:t>        </a:t>
            </a:r>
            <a:r>
              <a:rPr lang="es-419" sz="1600" dirty="0" err="1"/>
              <a:t>Console.WriteLine</a:t>
            </a:r>
            <a:r>
              <a:rPr lang="es-419" sz="1600" dirty="0"/>
              <a:t>("Cargando gasolina...");</a:t>
            </a:r>
          </a:p>
          <a:p>
            <a:r>
              <a:rPr lang="es-419" sz="1600" dirty="0"/>
              <a:t>    }</a:t>
            </a:r>
          </a:p>
          <a:p>
            <a:r>
              <a:rPr lang="es-419" sz="1600" dirty="0"/>
              <a:t>}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039B7CE7-8CA0-4235-A530-DA3AB14C0619}"/>
              </a:ext>
            </a:extLst>
          </p:cNvPr>
          <p:cNvSpPr txBox="1"/>
          <p:nvPr/>
        </p:nvSpPr>
        <p:spPr>
          <a:xfrm>
            <a:off x="6206169" y="2069952"/>
            <a:ext cx="5886679" cy="32932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wrap="square">
            <a:spAutoFit/>
          </a:bodyPr>
          <a:lstStyle/>
          <a:p>
            <a:r>
              <a:rPr lang="es-419" sz="1600" dirty="0" err="1"/>
              <a:t>class</a:t>
            </a:r>
            <a:r>
              <a:rPr lang="es-419" sz="1600" dirty="0"/>
              <a:t> </a:t>
            </a:r>
            <a:r>
              <a:rPr lang="es-419" sz="1600" dirty="0" err="1"/>
              <a:t>Program</a:t>
            </a:r>
            <a:r>
              <a:rPr lang="es-419" sz="1600" dirty="0"/>
              <a:t> {</a:t>
            </a:r>
          </a:p>
          <a:p>
            <a:r>
              <a:rPr lang="es-419" sz="1600" dirty="0"/>
              <a:t>    </a:t>
            </a:r>
            <a:r>
              <a:rPr lang="es-419" sz="1600" dirty="0" err="1"/>
              <a:t>static</a:t>
            </a:r>
            <a:r>
              <a:rPr lang="es-419" sz="1600" dirty="0"/>
              <a:t> </a:t>
            </a:r>
            <a:r>
              <a:rPr lang="es-419" sz="1600" dirty="0" err="1"/>
              <a:t>void</a:t>
            </a:r>
            <a:r>
              <a:rPr lang="es-419" sz="1600" dirty="0"/>
              <a:t> </a:t>
            </a:r>
            <a:r>
              <a:rPr lang="es-419" sz="1600" dirty="0" err="1"/>
              <a:t>Main</a:t>
            </a:r>
            <a:r>
              <a:rPr lang="es-419" sz="1600" dirty="0"/>
              <a:t>() {</a:t>
            </a:r>
          </a:p>
          <a:p>
            <a:r>
              <a:rPr lang="es-419" sz="1600" dirty="0"/>
              <a:t>        </a:t>
            </a:r>
            <a:r>
              <a:rPr lang="es-419" sz="1600" dirty="0" err="1"/>
              <a:t>List</a:t>
            </a:r>
            <a:r>
              <a:rPr lang="es-419" sz="1600" dirty="0"/>
              <a:t>&lt;</a:t>
            </a:r>
            <a:r>
              <a:rPr lang="es-419" sz="1600" dirty="0" err="1"/>
              <a:t>Automovil</a:t>
            </a:r>
            <a:r>
              <a:rPr lang="es-419" sz="1600" dirty="0"/>
              <a:t>&gt; autos = new </a:t>
            </a:r>
            <a:r>
              <a:rPr lang="es-419" sz="1600" dirty="0" err="1"/>
              <a:t>List</a:t>
            </a:r>
            <a:r>
              <a:rPr lang="es-419" sz="1600" dirty="0"/>
              <a:t>&lt;</a:t>
            </a:r>
            <a:r>
              <a:rPr lang="es-419" sz="1600" dirty="0" err="1"/>
              <a:t>Automovil</a:t>
            </a:r>
            <a:r>
              <a:rPr lang="es-419" sz="1600" dirty="0"/>
              <a:t>&gt; {</a:t>
            </a:r>
          </a:p>
          <a:p>
            <a:r>
              <a:rPr lang="es-419" sz="1600" dirty="0"/>
              <a:t>            new Gasolina(),</a:t>
            </a:r>
          </a:p>
          <a:p>
            <a:r>
              <a:rPr lang="es-419" sz="1600" dirty="0"/>
              <a:t>            new </a:t>
            </a:r>
            <a:r>
              <a:rPr lang="es-419" sz="1600" dirty="0" err="1"/>
              <a:t>Electrico</a:t>
            </a:r>
            <a:r>
              <a:rPr lang="es-419" sz="1600" dirty="0"/>
              <a:t>()  // 🚨 Este fallará si se llama a Repostar()</a:t>
            </a:r>
          </a:p>
          <a:p>
            <a:r>
              <a:rPr lang="es-419" sz="1600" dirty="0"/>
              <a:t>        };</a:t>
            </a:r>
          </a:p>
          <a:p>
            <a:endParaRPr lang="es-419" sz="1600" dirty="0"/>
          </a:p>
          <a:p>
            <a:r>
              <a:rPr lang="es-419" sz="1600" dirty="0"/>
              <a:t>        </a:t>
            </a:r>
            <a:r>
              <a:rPr lang="es-419" sz="1600" dirty="0" err="1"/>
              <a:t>foreach</a:t>
            </a:r>
            <a:r>
              <a:rPr lang="es-419" sz="1600" dirty="0"/>
              <a:t> (</a:t>
            </a:r>
            <a:r>
              <a:rPr lang="es-419" sz="1600" dirty="0" err="1"/>
              <a:t>var</a:t>
            </a:r>
            <a:r>
              <a:rPr lang="es-419" sz="1600" dirty="0"/>
              <a:t> auto in autos) {</a:t>
            </a:r>
          </a:p>
          <a:p>
            <a:r>
              <a:rPr lang="es-419" sz="1600" dirty="0"/>
              <a:t>            </a:t>
            </a:r>
            <a:r>
              <a:rPr lang="es-419" sz="1600" dirty="0" err="1"/>
              <a:t>auto.Repostar</a:t>
            </a:r>
            <a:r>
              <a:rPr lang="es-419" sz="1600" dirty="0"/>
              <a:t>(); // ❌ Violación del LSP: </a:t>
            </a:r>
            <a:r>
              <a:rPr lang="es-419" sz="1600" dirty="0" err="1"/>
              <a:t>Electrico</a:t>
            </a:r>
            <a:r>
              <a:rPr lang="es-419" sz="1600" dirty="0"/>
              <a:t> NO puede ejecutar este método</a:t>
            </a:r>
          </a:p>
          <a:p>
            <a:r>
              <a:rPr lang="es-419" sz="1600" dirty="0"/>
              <a:t>        }</a:t>
            </a:r>
          </a:p>
          <a:p>
            <a:r>
              <a:rPr lang="es-419" sz="1600" dirty="0"/>
              <a:t>    }</a:t>
            </a:r>
          </a:p>
          <a:p>
            <a:r>
              <a:rPr lang="es-419" sz="16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0171661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1">
            <a:extLst>
              <a:ext uri="{FF2B5EF4-FFF2-40B4-BE49-F238E27FC236}">
                <a16:creationId xmlns:a16="http://schemas.microsoft.com/office/drawing/2014/main" id="{BC80CE86-1949-4C24-8C00-6BF6C3BDCA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44" y="413742"/>
            <a:ext cx="9062106" cy="836674"/>
          </a:xfr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>
            <a:normAutofit/>
          </a:bodyPr>
          <a:lstStyle/>
          <a:p>
            <a:pPr algn="ctr"/>
            <a:r>
              <a:rPr lang="es-ES" sz="4000" dirty="0"/>
              <a:t>Principio Sustitución de </a:t>
            </a:r>
            <a:r>
              <a:rPr lang="es-ES" sz="4000" dirty="0" err="1"/>
              <a:t>Liskov</a:t>
            </a:r>
            <a:r>
              <a:rPr lang="es-ES" sz="4000" dirty="0"/>
              <a:t> LSP</a:t>
            </a:r>
            <a:endParaRPr lang="es-419" sz="4000" dirty="0" err="1"/>
          </a:p>
        </p:txBody>
      </p:sp>
      <p:sp>
        <p:nvSpPr>
          <p:cNvPr id="4" name="Rombo 3">
            <a:extLst>
              <a:ext uri="{FF2B5EF4-FFF2-40B4-BE49-F238E27FC236}">
                <a16:creationId xmlns:a16="http://schemas.microsoft.com/office/drawing/2014/main" id="{03257569-5CF3-49B0-82BF-7489E6B0CEDC}"/>
              </a:ext>
            </a:extLst>
          </p:cNvPr>
          <p:cNvSpPr/>
          <p:nvPr/>
        </p:nvSpPr>
        <p:spPr>
          <a:xfrm>
            <a:off x="0" y="422264"/>
            <a:ext cx="1101687" cy="836674"/>
          </a:xfrm>
          <a:prstGeom prst="diamond">
            <a:avLst/>
          </a:prstGeom>
          <a:solidFill>
            <a:srgbClr val="002060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Autofit/>
          </a:bodyPr>
          <a:lstStyle/>
          <a:p>
            <a:pPr algn="ctr" defTabSz="914422">
              <a:lnSpc>
                <a:spcPct val="90000"/>
              </a:lnSpc>
              <a:spcBef>
                <a:spcPct val="0"/>
              </a:spcBef>
            </a:pPr>
            <a:r>
              <a:rPr lang="es-ES" sz="4000" dirty="0">
                <a:latin typeface="Flama Condensed Light"/>
              </a:rPr>
              <a:t>L</a:t>
            </a:r>
            <a:endParaRPr lang="es-419" sz="4000" dirty="0">
              <a:latin typeface="Flama Condensed Light"/>
            </a:endParaRP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5318DBEB-AFB2-4B68-9846-B2468B8F6494}"/>
              </a:ext>
            </a:extLst>
          </p:cNvPr>
          <p:cNvSpPr txBox="1"/>
          <p:nvPr/>
        </p:nvSpPr>
        <p:spPr>
          <a:xfrm>
            <a:off x="341524" y="1552159"/>
            <a:ext cx="5277079" cy="403187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lIns="91440" tIns="45720" rIns="91440" bIns="45720" anchor="t">
            <a:spAutoFit/>
          </a:bodyPr>
          <a:lstStyle/>
          <a:p>
            <a:endParaRPr lang="es-419" sz="1600" dirty="0"/>
          </a:p>
          <a:p>
            <a:r>
              <a:rPr lang="es-419" sz="1600" dirty="0" err="1"/>
              <a:t>abstract</a:t>
            </a:r>
            <a:r>
              <a:rPr lang="es-419" sz="1600" dirty="0"/>
              <a:t> </a:t>
            </a:r>
            <a:r>
              <a:rPr lang="es-419" sz="1600" dirty="0" err="1"/>
              <a:t>class</a:t>
            </a:r>
            <a:r>
              <a:rPr lang="es-419" sz="1600" dirty="0"/>
              <a:t> </a:t>
            </a:r>
            <a:r>
              <a:rPr lang="es-419" sz="1600" dirty="0" err="1"/>
              <a:t>Automovil</a:t>
            </a:r>
            <a:r>
              <a:rPr lang="es-419" sz="1600" dirty="0"/>
              <a:t> {</a:t>
            </a:r>
          </a:p>
          <a:p>
            <a:r>
              <a:rPr lang="es-419" sz="1600" dirty="0"/>
              <a:t>    </a:t>
            </a:r>
            <a:r>
              <a:rPr lang="es-419" sz="1600" dirty="0" err="1"/>
              <a:t>public</a:t>
            </a:r>
            <a:r>
              <a:rPr lang="es-419" sz="1600" dirty="0"/>
              <a:t> </a:t>
            </a:r>
            <a:r>
              <a:rPr lang="es-419" sz="1600" dirty="0" err="1"/>
              <a:t>abstract</a:t>
            </a:r>
            <a:r>
              <a:rPr lang="es-419" sz="1600" dirty="0"/>
              <a:t> </a:t>
            </a:r>
            <a:r>
              <a:rPr lang="es-419" sz="1600" dirty="0" err="1"/>
              <a:t>void</a:t>
            </a:r>
            <a:r>
              <a:rPr lang="es-419" sz="1600" dirty="0"/>
              <a:t> Conducir();</a:t>
            </a:r>
          </a:p>
          <a:p>
            <a:r>
              <a:rPr lang="es-419" sz="1600" dirty="0"/>
              <a:t>}</a:t>
            </a:r>
          </a:p>
          <a:p>
            <a:endParaRPr lang="es-419" sz="1600" dirty="0"/>
          </a:p>
          <a:p>
            <a:r>
              <a:rPr lang="es-419" sz="1600" dirty="0"/>
              <a:t>// Interfaz para autos que usan gasolina</a:t>
            </a:r>
          </a:p>
          <a:p>
            <a:r>
              <a:rPr lang="es-419" sz="1600" dirty="0"/>
              <a:t>interface </a:t>
            </a:r>
            <a:r>
              <a:rPr lang="es-419" sz="1600" dirty="0" err="1"/>
              <a:t>ICombustible</a:t>
            </a:r>
            <a:r>
              <a:rPr lang="es-419" sz="1600" dirty="0"/>
              <a:t> {</a:t>
            </a:r>
          </a:p>
          <a:p>
            <a:r>
              <a:rPr lang="es-419" sz="1600" dirty="0"/>
              <a:t>    </a:t>
            </a:r>
            <a:r>
              <a:rPr lang="es-419" sz="1600" dirty="0" err="1"/>
              <a:t>void</a:t>
            </a:r>
            <a:r>
              <a:rPr lang="es-419" sz="1600" dirty="0"/>
              <a:t> Repostar();</a:t>
            </a:r>
          </a:p>
          <a:p>
            <a:r>
              <a:rPr lang="es-419" sz="1600" dirty="0"/>
              <a:t>}</a:t>
            </a:r>
          </a:p>
          <a:p>
            <a:endParaRPr lang="es-419" sz="1600" dirty="0"/>
          </a:p>
          <a:p>
            <a:r>
              <a:rPr lang="es-419" sz="1600" dirty="0"/>
              <a:t>// Interfaz para autos eléctricos</a:t>
            </a:r>
          </a:p>
          <a:p>
            <a:r>
              <a:rPr lang="es-419" sz="1600" dirty="0"/>
              <a:t>interface </a:t>
            </a:r>
            <a:r>
              <a:rPr lang="es-419" sz="1600" dirty="0" err="1"/>
              <a:t>IElectrico</a:t>
            </a:r>
            <a:r>
              <a:rPr lang="es-419" sz="1600" dirty="0"/>
              <a:t> {</a:t>
            </a:r>
          </a:p>
          <a:p>
            <a:r>
              <a:rPr lang="es-419" sz="1600" dirty="0"/>
              <a:t>    </a:t>
            </a:r>
            <a:r>
              <a:rPr lang="es-419" sz="1600" dirty="0" err="1"/>
              <a:t>void</a:t>
            </a:r>
            <a:r>
              <a:rPr lang="es-419" sz="1600" dirty="0"/>
              <a:t> </a:t>
            </a:r>
            <a:r>
              <a:rPr lang="es-419" sz="1600" dirty="0" err="1"/>
              <a:t>CargarBateria</a:t>
            </a:r>
            <a:r>
              <a:rPr lang="es-419" sz="1600" dirty="0"/>
              <a:t>();</a:t>
            </a:r>
          </a:p>
          <a:p>
            <a:r>
              <a:rPr lang="es-419" sz="1600" dirty="0"/>
              <a:t>}</a:t>
            </a:r>
          </a:p>
          <a:p>
            <a:endParaRPr lang="es-419" sz="1600" dirty="0"/>
          </a:p>
          <a:p>
            <a:endParaRPr lang="es-419" sz="1600" dirty="0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039B7CE7-8CA0-4235-A530-DA3AB14C0619}"/>
              </a:ext>
            </a:extLst>
          </p:cNvPr>
          <p:cNvSpPr txBox="1"/>
          <p:nvPr/>
        </p:nvSpPr>
        <p:spPr>
          <a:xfrm>
            <a:off x="5963797" y="1552159"/>
            <a:ext cx="5886679" cy="477053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wrap="square">
            <a:spAutoFit/>
          </a:bodyPr>
          <a:lstStyle/>
          <a:p>
            <a:r>
              <a:rPr lang="es-419" sz="1600" dirty="0" err="1"/>
              <a:t>class</a:t>
            </a:r>
            <a:r>
              <a:rPr lang="es-419" sz="1600" dirty="0"/>
              <a:t> Gasolina : </a:t>
            </a:r>
            <a:r>
              <a:rPr lang="es-419" sz="1600" dirty="0" err="1"/>
              <a:t>Automovil</a:t>
            </a:r>
            <a:r>
              <a:rPr lang="es-419" sz="1600" dirty="0"/>
              <a:t>, </a:t>
            </a:r>
            <a:r>
              <a:rPr lang="es-419" sz="1600" dirty="0" err="1"/>
              <a:t>ICombustible</a:t>
            </a:r>
            <a:r>
              <a:rPr lang="es-419" sz="1600" dirty="0"/>
              <a:t> {</a:t>
            </a:r>
          </a:p>
          <a:p>
            <a:r>
              <a:rPr lang="es-419" sz="1600" dirty="0"/>
              <a:t>    </a:t>
            </a:r>
            <a:r>
              <a:rPr lang="es-419" sz="1600" dirty="0" err="1"/>
              <a:t>public</a:t>
            </a:r>
            <a:r>
              <a:rPr lang="es-419" sz="1600" dirty="0"/>
              <a:t> </a:t>
            </a:r>
            <a:r>
              <a:rPr lang="es-419" sz="1600" dirty="0" err="1"/>
              <a:t>override</a:t>
            </a:r>
            <a:r>
              <a:rPr lang="es-419" sz="1600" dirty="0"/>
              <a:t> </a:t>
            </a:r>
            <a:r>
              <a:rPr lang="es-419" sz="1600" dirty="0" err="1"/>
              <a:t>void</a:t>
            </a:r>
            <a:r>
              <a:rPr lang="es-419" sz="1600" dirty="0"/>
              <a:t> Conducir() {</a:t>
            </a:r>
          </a:p>
          <a:p>
            <a:r>
              <a:rPr lang="es-419" sz="1600" dirty="0"/>
              <a:t>        </a:t>
            </a:r>
            <a:r>
              <a:rPr lang="es-419" sz="1600" dirty="0" err="1"/>
              <a:t>Console.WriteLine</a:t>
            </a:r>
            <a:r>
              <a:rPr lang="es-419" sz="1600" dirty="0"/>
              <a:t>("Conduciendo un auto de gasolina...");</a:t>
            </a:r>
          </a:p>
          <a:p>
            <a:r>
              <a:rPr lang="es-419" sz="1600" dirty="0"/>
              <a:t>    }</a:t>
            </a:r>
          </a:p>
          <a:p>
            <a:endParaRPr lang="es-419" sz="1600" dirty="0"/>
          </a:p>
          <a:p>
            <a:r>
              <a:rPr lang="es-419" sz="1600" dirty="0"/>
              <a:t>    </a:t>
            </a:r>
            <a:r>
              <a:rPr lang="es-419" sz="1600" dirty="0" err="1"/>
              <a:t>public</a:t>
            </a:r>
            <a:r>
              <a:rPr lang="es-419" sz="1600" dirty="0"/>
              <a:t> </a:t>
            </a:r>
            <a:r>
              <a:rPr lang="es-419" sz="1600" dirty="0" err="1"/>
              <a:t>void</a:t>
            </a:r>
            <a:r>
              <a:rPr lang="es-419" sz="1600" dirty="0"/>
              <a:t> Repostar() {</a:t>
            </a:r>
          </a:p>
          <a:p>
            <a:r>
              <a:rPr lang="es-419" sz="1600" dirty="0"/>
              <a:t>        </a:t>
            </a:r>
            <a:r>
              <a:rPr lang="es-419" sz="1600" dirty="0" err="1"/>
              <a:t>Console.WriteLine</a:t>
            </a:r>
            <a:r>
              <a:rPr lang="es-419" sz="1600" dirty="0"/>
              <a:t>("Cargando gasolina...");</a:t>
            </a:r>
          </a:p>
          <a:p>
            <a:r>
              <a:rPr lang="es-419" sz="1600" dirty="0"/>
              <a:t>    }</a:t>
            </a:r>
          </a:p>
          <a:p>
            <a:r>
              <a:rPr lang="es-419" sz="1600" dirty="0"/>
              <a:t>}</a:t>
            </a:r>
          </a:p>
          <a:p>
            <a:endParaRPr lang="es-419" sz="1600" dirty="0"/>
          </a:p>
          <a:p>
            <a:r>
              <a:rPr lang="es-419" sz="1600" dirty="0" err="1"/>
              <a:t>class</a:t>
            </a:r>
            <a:r>
              <a:rPr lang="es-419" sz="1600" dirty="0"/>
              <a:t> </a:t>
            </a:r>
            <a:r>
              <a:rPr lang="es-419" sz="1600" dirty="0" err="1"/>
              <a:t>Electrico</a:t>
            </a:r>
            <a:r>
              <a:rPr lang="es-419" sz="1600" dirty="0"/>
              <a:t> : </a:t>
            </a:r>
            <a:r>
              <a:rPr lang="es-419" sz="1600" dirty="0" err="1"/>
              <a:t>Automovil</a:t>
            </a:r>
            <a:r>
              <a:rPr lang="es-419" sz="1600" dirty="0"/>
              <a:t>, </a:t>
            </a:r>
            <a:r>
              <a:rPr lang="es-419" sz="1600" dirty="0" err="1"/>
              <a:t>IElectrico</a:t>
            </a:r>
            <a:r>
              <a:rPr lang="es-419" sz="1600" dirty="0"/>
              <a:t> {</a:t>
            </a:r>
          </a:p>
          <a:p>
            <a:r>
              <a:rPr lang="es-419" sz="1600" dirty="0"/>
              <a:t>    </a:t>
            </a:r>
            <a:r>
              <a:rPr lang="es-419" sz="1600" dirty="0" err="1"/>
              <a:t>public</a:t>
            </a:r>
            <a:r>
              <a:rPr lang="es-419" sz="1600" dirty="0"/>
              <a:t> </a:t>
            </a:r>
            <a:r>
              <a:rPr lang="es-419" sz="1600" dirty="0" err="1"/>
              <a:t>override</a:t>
            </a:r>
            <a:r>
              <a:rPr lang="es-419" sz="1600" dirty="0"/>
              <a:t> </a:t>
            </a:r>
            <a:r>
              <a:rPr lang="es-419" sz="1600" dirty="0" err="1"/>
              <a:t>void</a:t>
            </a:r>
            <a:r>
              <a:rPr lang="es-419" sz="1600" dirty="0"/>
              <a:t> Conducir() {</a:t>
            </a:r>
          </a:p>
          <a:p>
            <a:r>
              <a:rPr lang="es-419" sz="1600" dirty="0"/>
              <a:t>        </a:t>
            </a:r>
            <a:r>
              <a:rPr lang="es-419" sz="1600" dirty="0" err="1"/>
              <a:t>Console.WriteLine</a:t>
            </a:r>
            <a:r>
              <a:rPr lang="es-419" sz="1600" dirty="0"/>
              <a:t>("Conduciendo un auto eléctrico...");</a:t>
            </a:r>
          </a:p>
          <a:p>
            <a:r>
              <a:rPr lang="es-419" sz="1600" dirty="0"/>
              <a:t>    }</a:t>
            </a:r>
          </a:p>
          <a:p>
            <a:endParaRPr lang="es-419" sz="1600" dirty="0"/>
          </a:p>
          <a:p>
            <a:r>
              <a:rPr lang="es-419" sz="1600" dirty="0"/>
              <a:t>    </a:t>
            </a:r>
            <a:r>
              <a:rPr lang="es-419" sz="1600" dirty="0" err="1"/>
              <a:t>public</a:t>
            </a:r>
            <a:r>
              <a:rPr lang="es-419" sz="1600" dirty="0"/>
              <a:t> </a:t>
            </a:r>
            <a:r>
              <a:rPr lang="es-419" sz="1600" dirty="0" err="1"/>
              <a:t>void</a:t>
            </a:r>
            <a:r>
              <a:rPr lang="es-419" sz="1600" dirty="0"/>
              <a:t> </a:t>
            </a:r>
            <a:r>
              <a:rPr lang="es-419" sz="1600" dirty="0" err="1"/>
              <a:t>CargarBateria</a:t>
            </a:r>
            <a:r>
              <a:rPr lang="es-419" sz="1600" dirty="0"/>
              <a:t>() {</a:t>
            </a:r>
          </a:p>
          <a:p>
            <a:r>
              <a:rPr lang="es-419" sz="1600" dirty="0"/>
              <a:t>        </a:t>
            </a:r>
            <a:r>
              <a:rPr lang="es-419" sz="1600" dirty="0" err="1"/>
              <a:t>Console.WriteLine</a:t>
            </a:r>
            <a:r>
              <a:rPr lang="es-419" sz="1600" dirty="0"/>
              <a:t>("Cargando batería...");</a:t>
            </a:r>
          </a:p>
          <a:p>
            <a:r>
              <a:rPr lang="es-419" sz="1600" dirty="0"/>
              <a:t>    }</a:t>
            </a:r>
          </a:p>
          <a:p>
            <a:r>
              <a:rPr lang="es-419" sz="16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6935288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1">
            <a:extLst>
              <a:ext uri="{FF2B5EF4-FFF2-40B4-BE49-F238E27FC236}">
                <a16:creationId xmlns:a16="http://schemas.microsoft.com/office/drawing/2014/main" id="{BC80CE86-1949-4C24-8C00-6BF6C3BDCA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44" y="413742"/>
            <a:ext cx="9062106" cy="836674"/>
          </a:xfr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>
            <a:normAutofit/>
          </a:bodyPr>
          <a:lstStyle/>
          <a:p>
            <a:pPr algn="ctr"/>
            <a:r>
              <a:rPr lang="es-ES" sz="4000" dirty="0"/>
              <a:t>Principio Sustitución de </a:t>
            </a:r>
            <a:r>
              <a:rPr lang="es-ES" sz="4000" dirty="0" err="1"/>
              <a:t>Liskov</a:t>
            </a:r>
            <a:r>
              <a:rPr lang="es-ES" sz="4000" dirty="0"/>
              <a:t> LSP</a:t>
            </a:r>
            <a:endParaRPr lang="es-419" sz="4000" dirty="0" err="1"/>
          </a:p>
        </p:txBody>
      </p:sp>
      <p:sp>
        <p:nvSpPr>
          <p:cNvPr id="4" name="Rombo 3">
            <a:extLst>
              <a:ext uri="{FF2B5EF4-FFF2-40B4-BE49-F238E27FC236}">
                <a16:creationId xmlns:a16="http://schemas.microsoft.com/office/drawing/2014/main" id="{03257569-5CF3-49B0-82BF-7489E6B0CEDC}"/>
              </a:ext>
            </a:extLst>
          </p:cNvPr>
          <p:cNvSpPr/>
          <p:nvPr/>
        </p:nvSpPr>
        <p:spPr>
          <a:xfrm>
            <a:off x="0" y="422264"/>
            <a:ext cx="1101687" cy="836674"/>
          </a:xfrm>
          <a:prstGeom prst="diamond">
            <a:avLst/>
          </a:prstGeom>
          <a:solidFill>
            <a:srgbClr val="002060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Autofit/>
          </a:bodyPr>
          <a:lstStyle/>
          <a:p>
            <a:pPr algn="ctr" defTabSz="914422">
              <a:lnSpc>
                <a:spcPct val="90000"/>
              </a:lnSpc>
              <a:spcBef>
                <a:spcPct val="0"/>
              </a:spcBef>
            </a:pPr>
            <a:r>
              <a:rPr lang="es-ES" sz="4000" dirty="0">
                <a:latin typeface="Flama Condensed Light"/>
              </a:rPr>
              <a:t>L</a:t>
            </a:r>
            <a:endParaRPr lang="es-419" sz="4000" dirty="0">
              <a:latin typeface="Flama Condensed Light"/>
            </a:endParaRP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5318DBEB-AFB2-4B68-9846-B2468B8F6494}"/>
              </a:ext>
            </a:extLst>
          </p:cNvPr>
          <p:cNvSpPr txBox="1"/>
          <p:nvPr/>
        </p:nvSpPr>
        <p:spPr>
          <a:xfrm>
            <a:off x="341525" y="1536174"/>
            <a:ext cx="5570860" cy="452431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endParaRPr lang="es-419" sz="1600" dirty="0"/>
          </a:p>
          <a:p>
            <a:r>
              <a:rPr lang="es-419" sz="1600" dirty="0" err="1"/>
              <a:t>class</a:t>
            </a:r>
            <a:r>
              <a:rPr lang="es-419" sz="1600" dirty="0"/>
              <a:t> </a:t>
            </a:r>
            <a:r>
              <a:rPr lang="es-419" sz="1600" dirty="0" err="1"/>
              <a:t>Program</a:t>
            </a:r>
            <a:r>
              <a:rPr lang="es-419" sz="1600" dirty="0"/>
              <a:t> {</a:t>
            </a:r>
          </a:p>
          <a:p>
            <a:r>
              <a:rPr lang="es-419" sz="1600" dirty="0"/>
              <a:t>    </a:t>
            </a:r>
            <a:r>
              <a:rPr lang="es-419" sz="1600" dirty="0" err="1"/>
              <a:t>static</a:t>
            </a:r>
            <a:r>
              <a:rPr lang="es-419" sz="1600" dirty="0"/>
              <a:t> </a:t>
            </a:r>
            <a:r>
              <a:rPr lang="es-419" sz="1600" dirty="0" err="1"/>
              <a:t>void</a:t>
            </a:r>
            <a:r>
              <a:rPr lang="es-419" sz="1600" dirty="0"/>
              <a:t> </a:t>
            </a:r>
            <a:r>
              <a:rPr lang="es-419" sz="1600" dirty="0" err="1"/>
              <a:t>Main</a:t>
            </a:r>
            <a:r>
              <a:rPr lang="es-419" sz="1600" dirty="0"/>
              <a:t>() {</a:t>
            </a:r>
          </a:p>
          <a:p>
            <a:r>
              <a:rPr lang="es-419" sz="1600" dirty="0"/>
              <a:t>        </a:t>
            </a:r>
            <a:r>
              <a:rPr lang="es-419" sz="1600" dirty="0" err="1"/>
              <a:t>List</a:t>
            </a:r>
            <a:r>
              <a:rPr lang="es-419" sz="1600" dirty="0"/>
              <a:t>&lt;</a:t>
            </a:r>
            <a:r>
              <a:rPr lang="es-419" sz="1600" dirty="0" err="1"/>
              <a:t>Automovil</a:t>
            </a:r>
            <a:r>
              <a:rPr lang="es-419" sz="1600" dirty="0"/>
              <a:t>&gt; autos = new </a:t>
            </a:r>
            <a:r>
              <a:rPr lang="es-419" sz="1600" dirty="0" err="1"/>
              <a:t>List</a:t>
            </a:r>
            <a:r>
              <a:rPr lang="es-419" sz="1600" dirty="0"/>
              <a:t>&lt;</a:t>
            </a:r>
            <a:r>
              <a:rPr lang="es-419" sz="1600" dirty="0" err="1"/>
              <a:t>Automovil</a:t>
            </a:r>
            <a:r>
              <a:rPr lang="es-419" sz="1600" dirty="0"/>
              <a:t>&gt; {</a:t>
            </a:r>
          </a:p>
          <a:p>
            <a:r>
              <a:rPr lang="es-419" sz="1600" dirty="0"/>
              <a:t>            new Gasolina(),</a:t>
            </a:r>
          </a:p>
          <a:p>
            <a:r>
              <a:rPr lang="es-419" sz="1600" dirty="0"/>
              <a:t>            new </a:t>
            </a:r>
            <a:r>
              <a:rPr lang="es-419" sz="1600" dirty="0" err="1"/>
              <a:t>Electrico</a:t>
            </a:r>
            <a:r>
              <a:rPr lang="es-419" sz="1600" dirty="0"/>
              <a:t>()</a:t>
            </a:r>
          </a:p>
          <a:p>
            <a:r>
              <a:rPr lang="es-419" sz="1600" dirty="0"/>
              <a:t>        };</a:t>
            </a:r>
          </a:p>
          <a:p>
            <a:endParaRPr lang="es-419" sz="1600" dirty="0"/>
          </a:p>
          <a:p>
            <a:r>
              <a:rPr lang="es-419" sz="1600" dirty="0"/>
              <a:t>        </a:t>
            </a:r>
            <a:r>
              <a:rPr lang="es-419" sz="1600" dirty="0" err="1"/>
              <a:t>foreach</a:t>
            </a:r>
            <a:r>
              <a:rPr lang="es-419" sz="1600" dirty="0"/>
              <a:t> (</a:t>
            </a:r>
            <a:r>
              <a:rPr lang="es-419" sz="1600" dirty="0" err="1"/>
              <a:t>var</a:t>
            </a:r>
            <a:r>
              <a:rPr lang="es-419" sz="1600" dirty="0"/>
              <a:t> auto in autos) {</a:t>
            </a:r>
          </a:p>
          <a:p>
            <a:r>
              <a:rPr lang="es-419" sz="1600" dirty="0"/>
              <a:t>            </a:t>
            </a:r>
            <a:r>
              <a:rPr lang="es-419" sz="1600" dirty="0" err="1"/>
              <a:t>auto.Conducir</a:t>
            </a:r>
            <a:r>
              <a:rPr lang="es-419" sz="1600" dirty="0"/>
              <a:t>(); // ✅ Ambos pueden conducir sin problemas</a:t>
            </a:r>
          </a:p>
          <a:p>
            <a:r>
              <a:rPr lang="es-419" sz="1600" dirty="0"/>
              <a:t>        }</a:t>
            </a:r>
          </a:p>
          <a:p>
            <a:endParaRPr lang="es-419" sz="1600" dirty="0"/>
          </a:p>
          <a:p>
            <a:r>
              <a:rPr lang="es-419" sz="1600" dirty="0"/>
              <a:t>        // Lista de autos a gasolina</a:t>
            </a:r>
          </a:p>
          <a:p>
            <a:r>
              <a:rPr lang="es-419" sz="1600" dirty="0"/>
              <a:t>        </a:t>
            </a:r>
            <a:r>
              <a:rPr lang="es-419" sz="1600" dirty="0" err="1"/>
              <a:t>List</a:t>
            </a:r>
            <a:r>
              <a:rPr lang="es-419" sz="1600" dirty="0"/>
              <a:t>&lt;</a:t>
            </a:r>
            <a:r>
              <a:rPr lang="es-419" sz="1600" dirty="0" err="1"/>
              <a:t>ICombustible</a:t>
            </a:r>
            <a:r>
              <a:rPr lang="es-419" sz="1600" dirty="0"/>
              <a:t>&gt; </a:t>
            </a:r>
            <a:r>
              <a:rPr lang="es-419" sz="1600" dirty="0" err="1"/>
              <a:t>autosGasolina</a:t>
            </a:r>
            <a:r>
              <a:rPr lang="es-419" sz="1600" dirty="0"/>
              <a:t> = new </a:t>
            </a:r>
            <a:r>
              <a:rPr lang="es-419" sz="1600" dirty="0" err="1"/>
              <a:t>List</a:t>
            </a:r>
            <a:r>
              <a:rPr lang="es-419" sz="1600" dirty="0"/>
              <a:t>&lt;</a:t>
            </a:r>
            <a:r>
              <a:rPr lang="es-419" sz="1600" dirty="0" err="1"/>
              <a:t>ICombustible</a:t>
            </a:r>
            <a:r>
              <a:rPr lang="es-419" sz="1600" dirty="0"/>
              <a:t>&gt; {</a:t>
            </a:r>
          </a:p>
          <a:p>
            <a:r>
              <a:rPr lang="es-419" sz="1600" dirty="0"/>
              <a:t>            new Gasolina()</a:t>
            </a:r>
          </a:p>
          <a:p>
            <a:r>
              <a:rPr lang="es-419" sz="1600" dirty="0"/>
              <a:t>        };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4E3B7C0D-8B45-4B90-9697-FA2C5FDEAFD2}"/>
              </a:ext>
            </a:extLst>
          </p:cNvPr>
          <p:cNvSpPr txBox="1"/>
          <p:nvPr/>
        </p:nvSpPr>
        <p:spPr>
          <a:xfrm>
            <a:off x="6455883" y="1782394"/>
            <a:ext cx="5570861" cy="403187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>
            <a:spAutoFit/>
          </a:bodyPr>
          <a:lstStyle>
            <a:defPPr>
              <a:defRPr lang="es-419"/>
            </a:defPPr>
            <a:lvl1pPr>
              <a:defRPr sz="1600"/>
            </a:lvl1pPr>
          </a:lstStyle>
          <a:p>
            <a:r>
              <a:rPr lang="es-419" dirty="0" err="1"/>
              <a:t>foreach</a:t>
            </a:r>
            <a:r>
              <a:rPr lang="es-419" dirty="0"/>
              <a:t> (</a:t>
            </a:r>
            <a:r>
              <a:rPr lang="es-419" dirty="0" err="1"/>
              <a:t>var</a:t>
            </a:r>
            <a:r>
              <a:rPr lang="es-419" dirty="0"/>
              <a:t> auto in </a:t>
            </a:r>
            <a:r>
              <a:rPr lang="es-419" dirty="0" err="1"/>
              <a:t>autosGasolina</a:t>
            </a:r>
            <a:r>
              <a:rPr lang="es-419" dirty="0"/>
              <a:t>) {</a:t>
            </a:r>
          </a:p>
          <a:p>
            <a:r>
              <a:rPr lang="es-419" dirty="0"/>
              <a:t>            </a:t>
            </a:r>
            <a:r>
              <a:rPr lang="es-419" dirty="0" err="1"/>
              <a:t>auto.Repostar</a:t>
            </a:r>
            <a:r>
              <a:rPr lang="es-419" dirty="0"/>
              <a:t>(); // ✅ Solo los de gasolina pueden repostar</a:t>
            </a:r>
          </a:p>
          <a:p>
            <a:r>
              <a:rPr lang="es-419" dirty="0"/>
              <a:t>        }</a:t>
            </a:r>
          </a:p>
          <a:p>
            <a:endParaRPr lang="es-419" dirty="0"/>
          </a:p>
          <a:p>
            <a:r>
              <a:rPr lang="es-419" dirty="0"/>
              <a:t>        // Lista de autos eléctricos</a:t>
            </a:r>
          </a:p>
          <a:p>
            <a:r>
              <a:rPr lang="es-419" dirty="0"/>
              <a:t>        </a:t>
            </a:r>
            <a:r>
              <a:rPr lang="es-419" dirty="0" err="1"/>
              <a:t>List</a:t>
            </a:r>
            <a:r>
              <a:rPr lang="es-419" dirty="0"/>
              <a:t>&lt;</a:t>
            </a:r>
            <a:r>
              <a:rPr lang="es-419" dirty="0" err="1"/>
              <a:t>IElectrico</a:t>
            </a:r>
            <a:r>
              <a:rPr lang="es-419" dirty="0"/>
              <a:t>&gt; </a:t>
            </a:r>
            <a:r>
              <a:rPr lang="es-419" dirty="0" err="1"/>
              <a:t>autosElectricos</a:t>
            </a:r>
            <a:r>
              <a:rPr lang="es-419" dirty="0"/>
              <a:t> = new </a:t>
            </a:r>
            <a:r>
              <a:rPr lang="es-419" dirty="0" err="1"/>
              <a:t>List</a:t>
            </a:r>
            <a:r>
              <a:rPr lang="es-419" dirty="0"/>
              <a:t>&lt;</a:t>
            </a:r>
            <a:r>
              <a:rPr lang="es-419" dirty="0" err="1"/>
              <a:t>IElectrico</a:t>
            </a:r>
            <a:r>
              <a:rPr lang="es-419" dirty="0"/>
              <a:t>&gt; {</a:t>
            </a:r>
          </a:p>
          <a:p>
            <a:r>
              <a:rPr lang="es-419" dirty="0"/>
              <a:t>            new </a:t>
            </a:r>
            <a:r>
              <a:rPr lang="es-419" dirty="0" err="1"/>
              <a:t>Electrico</a:t>
            </a:r>
            <a:r>
              <a:rPr lang="es-419" dirty="0"/>
              <a:t>()</a:t>
            </a:r>
          </a:p>
          <a:p>
            <a:r>
              <a:rPr lang="es-419" dirty="0"/>
              <a:t>        };</a:t>
            </a:r>
          </a:p>
          <a:p>
            <a:endParaRPr lang="es-419" dirty="0"/>
          </a:p>
          <a:p>
            <a:r>
              <a:rPr lang="es-419" dirty="0"/>
              <a:t>        </a:t>
            </a:r>
            <a:r>
              <a:rPr lang="es-419" dirty="0" err="1"/>
              <a:t>foreach</a:t>
            </a:r>
            <a:r>
              <a:rPr lang="es-419" dirty="0"/>
              <a:t> (</a:t>
            </a:r>
            <a:r>
              <a:rPr lang="es-419" dirty="0" err="1"/>
              <a:t>var</a:t>
            </a:r>
            <a:r>
              <a:rPr lang="es-419" dirty="0"/>
              <a:t> auto in </a:t>
            </a:r>
            <a:r>
              <a:rPr lang="es-419" dirty="0" err="1"/>
              <a:t>autosElectricos</a:t>
            </a:r>
            <a:r>
              <a:rPr lang="es-419" dirty="0"/>
              <a:t>) {</a:t>
            </a:r>
          </a:p>
          <a:p>
            <a:r>
              <a:rPr lang="es-419" dirty="0"/>
              <a:t>            </a:t>
            </a:r>
            <a:r>
              <a:rPr lang="es-419" dirty="0" err="1"/>
              <a:t>auto.CargarBateria</a:t>
            </a:r>
            <a:r>
              <a:rPr lang="es-419" dirty="0"/>
              <a:t>(); // ✅ Solo los eléctricos pueden cargar batería</a:t>
            </a:r>
          </a:p>
          <a:p>
            <a:r>
              <a:rPr lang="es-419" dirty="0"/>
              <a:t>        }</a:t>
            </a:r>
          </a:p>
          <a:p>
            <a:r>
              <a:rPr lang="es-419" dirty="0"/>
              <a:t>    }</a:t>
            </a:r>
          </a:p>
          <a:p>
            <a:r>
              <a:rPr lang="es-419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4989026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1">
            <a:extLst>
              <a:ext uri="{FF2B5EF4-FFF2-40B4-BE49-F238E27FC236}">
                <a16:creationId xmlns:a16="http://schemas.microsoft.com/office/drawing/2014/main" id="{BC80CE86-1949-4C24-8C00-6BF6C3BDCA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44" y="413742"/>
            <a:ext cx="9062106" cy="836674"/>
          </a:xfr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>
            <a:normAutofit/>
          </a:bodyPr>
          <a:lstStyle/>
          <a:p>
            <a:pPr algn="ctr"/>
            <a:r>
              <a:rPr lang="es-ES" sz="4000" dirty="0"/>
              <a:t>Principio Sustitución de </a:t>
            </a:r>
            <a:r>
              <a:rPr lang="es-ES" sz="4000" dirty="0" err="1"/>
              <a:t>Liskov</a:t>
            </a:r>
            <a:r>
              <a:rPr lang="es-ES" sz="4000" dirty="0"/>
              <a:t> LSP</a:t>
            </a:r>
            <a:endParaRPr lang="es-419" sz="4000" dirty="0" err="1"/>
          </a:p>
        </p:txBody>
      </p:sp>
      <p:sp>
        <p:nvSpPr>
          <p:cNvPr id="4" name="Rombo 3">
            <a:extLst>
              <a:ext uri="{FF2B5EF4-FFF2-40B4-BE49-F238E27FC236}">
                <a16:creationId xmlns:a16="http://schemas.microsoft.com/office/drawing/2014/main" id="{03257569-5CF3-49B0-82BF-7489E6B0CEDC}"/>
              </a:ext>
            </a:extLst>
          </p:cNvPr>
          <p:cNvSpPr/>
          <p:nvPr/>
        </p:nvSpPr>
        <p:spPr>
          <a:xfrm>
            <a:off x="0" y="422264"/>
            <a:ext cx="1101687" cy="836674"/>
          </a:xfrm>
          <a:prstGeom prst="diamond">
            <a:avLst/>
          </a:prstGeom>
          <a:solidFill>
            <a:srgbClr val="002060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Autofit/>
          </a:bodyPr>
          <a:lstStyle/>
          <a:p>
            <a:pPr algn="ctr" defTabSz="914422">
              <a:lnSpc>
                <a:spcPct val="90000"/>
              </a:lnSpc>
              <a:spcBef>
                <a:spcPct val="0"/>
              </a:spcBef>
            </a:pPr>
            <a:r>
              <a:rPr lang="es-ES" sz="4000" dirty="0">
                <a:latin typeface="Flama Condensed Light"/>
              </a:rPr>
              <a:t>L</a:t>
            </a:r>
            <a:endParaRPr lang="es-419" sz="4000" dirty="0">
              <a:latin typeface="Flama Condensed Light"/>
            </a:endParaRP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0F283BC7-5621-425E-AF93-0A1E41375D16}"/>
              </a:ext>
            </a:extLst>
          </p:cNvPr>
          <p:cNvSpPr txBox="1"/>
          <p:nvPr/>
        </p:nvSpPr>
        <p:spPr>
          <a:xfrm>
            <a:off x="2009273" y="2459504"/>
            <a:ext cx="7998778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2400" dirty="0"/>
              <a:t>📌 </a:t>
            </a:r>
            <a:r>
              <a:rPr lang="es-ES" sz="2400" b="1" dirty="0"/>
              <a:t>Error común:</a:t>
            </a:r>
            <a:r>
              <a:rPr lang="es-ES" sz="2400" dirty="0"/>
              <a:t> Heredar métodos que no tienen sentido en algunas subclases.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2400" dirty="0"/>
              <a:t>📌 </a:t>
            </a:r>
            <a:r>
              <a:rPr lang="es-ES" sz="2400" b="1" dirty="0"/>
              <a:t>Solución:</a:t>
            </a:r>
            <a:r>
              <a:rPr lang="es-ES" sz="2400" dirty="0"/>
              <a:t> Usar interfaces y dividir correctamente las responsabilidades.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2400" dirty="0"/>
              <a:t>📌 </a:t>
            </a:r>
            <a:r>
              <a:rPr lang="es-ES" sz="2400" b="1" dirty="0"/>
              <a:t>Resultado:</a:t>
            </a:r>
            <a:r>
              <a:rPr lang="es-ES" sz="2400" dirty="0"/>
              <a:t> Código más limpio, flexible y fácil de mantener.</a:t>
            </a:r>
          </a:p>
        </p:txBody>
      </p:sp>
    </p:spTree>
    <p:extLst>
      <p:ext uri="{BB962C8B-B14F-4D97-AF65-F5344CB8AC3E}">
        <p14:creationId xmlns:p14="http://schemas.microsoft.com/office/powerpoint/2010/main" val="60841785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1">
            <a:extLst>
              <a:ext uri="{FF2B5EF4-FFF2-40B4-BE49-F238E27FC236}">
                <a16:creationId xmlns:a16="http://schemas.microsoft.com/office/drawing/2014/main" id="{BC80CE86-1949-4C24-8C00-6BF6C3BDCA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44" y="413742"/>
            <a:ext cx="9062106" cy="836674"/>
          </a:xfr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>
            <a:normAutofit/>
          </a:bodyPr>
          <a:lstStyle/>
          <a:p>
            <a:pPr algn="ctr"/>
            <a:r>
              <a:rPr lang="es-ES" sz="4000" dirty="0"/>
              <a:t>Principio Sustitución de </a:t>
            </a:r>
            <a:r>
              <a:rPr lang="es-ES" sz="4000" dirty="0" err="1"/>
              <a:t>Liskov</a:t>
            </a:r>
            <a:r>
              <a:rPr lang="es-ES" sz="4000" dirty="0"/>
              <a:t> LSP</a:t>
            </a:r>
            <a:endParaRPr lang="es-419" sz="4000" dirty="0" err="1"/>
          </a:p>
        </p:txBody>
      </p:sp>
      <p:sp>
        <p:nvSpPr>
          <p:cNvPr id="4" name="Rombo 3">
            <a:extLst>
              <a:ext uri="{FF2B5EF4-FFF2-40B4-BE49-F238E27FC236}">
                <a16:creationId xmlns:a16="http://schemas.microsoft.com/office/drawing/2014/main" id="{03257569-5CF3-49B0-82BF-7489E6B0CEDC}"/>
              </a:ext>
            </a:extLst>
          </p:cNvPr>
          <p:cNvSpPr/>
          <p:nvPr/>
        </p:nvSpPr>
        <p:spPr>
          <a:xfrm>
            <a:off x="0" y="422264"/>
            <a:ext cx="1101687" cy="836674"/>
          </a:xfrm>
          <a:prstGeom prst="diamond">
            <a:avLst/>
          </a:prstGeom>
          <a:solidFill>
            <a:srgbClr val="002060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Autofit/>
          </a:bodyPr>
          <a:lstStyle/>
          <a:p>
            <a:pPr algn="ctr" defTabSz="914422">
              <a:lnSpc>
                <a:spcPct val="90000"/>
              </a:lnSpc>
              <a:spcBef>
                <a:spcPct val="0"/>
              </a:spcBef>
            </a:pPr>
            <a:r>
              <a:rPr lang="es-ES" sz="4000" dirty="0">
                <a:latin typeface="Flama Condensed Light"/>
              </a:rPr>
              <a:t>L</a:t>
            </a:r>
            <a:endParaRPr lang="es-419" sz="4000" dirty="0">
              <a:latin typeface="Flama Condensed Light"/>
            </a:endParaRP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5FB4E4F0-7789-45E6-98B7-FECF363D4D4B}"/>
              </a:ext>
            </a:extLst>
          </p:cNvPr>
          <p:cNvSpPr txBox="1"/>
          <p:nvPr/>
        </p:nvSpPr>
        <p:spPr>
          <a:xfrm>
            <a:off x="396607" y="1365945"/>
            <a:ext cx="11435509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419" dirty="0"/>
              <a:t>Requisitos formales para las subclases, y específicamente para sus métodos.</a:t>
            </a:r>
          </a:p>
          <a:p>
            <a:pPr marL="342900" indent="-342900">
              <a:buFont typeface="+mj-lt"/>
              <a:buAutoNum type="arabicPeriod"/>
            </a:pPr>
            <a:endParaRPr lang="es-419" dirty="0"/>
          </a:p>
          <a:p>
            <a:pPr marL="342900" indent="-342900">
              <a:buFont typeface="+mj-lt"/>
              <a:buAutoNum type="arabicPeriod"/>
            </a:pPr>
            <a:r>
              <a:rPr lang="es-ES" dirty="0"/>
              <a:t>Los tipos de parámetros en un método de una subclase deben coincidir o ser más abstractos que los tipos de parámetros en el método de la superclase.</a:t>
            </a:r>
          </a:p>
          <a:p>
            <a:pPr marL="342900" indent="-342900">
              <a:buFont typeface="+mj-lt"/>
              <a:buAutoNum type="arabicPeriod"/>
            </a:pPr>
            <a:endParaRPr lang="es-ES" dirty="0"/>
          </a:p>
          <a:p>
            <a:pPr marL="342900" indent="-342900">
              <a:buFont typeface="+mj-lt"/>
              <a:buAutoNum type="arabicPeriod"/>
            </a:pPr>
            <a:r>
              <a:rPr lang="es-ES" dirty="0"/>
              <a:t>El tipo de retorno en un método de una subclase debe coincidir o ser un subtipo del tipo de retorno en el método de la superclase.</a:t>
            </a:r>
          </a:p>
          <a:p>
            <a:pPr marL="342900" indent="-342900">
              <a:buFont typeface="+mj-lt"/>
              <a:buAutoNum type="arabicPeriod"/>
            </a:pPr>
            <a:endParaRPr lang="es-ES" dirty="0"/>
          </a:p>
          <a:p>
            <a:pPr marL="342900" indent="-342900">
              <a:buFont typeface="+mj-lt"/>
              <a:buAutoNum type="arabicPeriod"/>
            </a:pPr>
            <a:r>
              <a:rPr lang="es-ES" dirty="0"/>
              <a:t>Un método en una subclase no debe generar tipos de excepciones que no se espera que genere el método base</a:t>
            </a:r>
          </a:p>
          <a:p>
            <a:pPr marL="342900" indent="-342900">
              <a:buFont typeface="+mj-lt"/>
              <a:buAutoNum type="arabicPeriod"/>
            </a:pPr>
            <a:endParaRPr lang="es-ES" dirty="0"/>
          </a:p>
          <a:p>
            <a:pPr marL="342900" indent="-342900">
              <a:buFont typeface="+mj-lt"/>
              <a:buAutoNum type="arabicPeriod"/>
            </a:pPr>
            <a:r>
              <a:rPr lang="es-ES" dirty="0"/>
              <a:t>Una subclase no debe reforzar las condiciones previas </a:t>
            </a:r>
          </a:p>
          <a:p>
            <a:pPr marL="342900" indent="-342900">
              <a:buFont typeface="+mj-lt"/>
              <a:buAutoNum type="arabicPeriod"/>
            </a:pPr>
            <a:endParaRPr lang="es-ES" dirty="0"/>
          </a:p>
          <a:p>
            <a:pPr marL="342900" indent="-342900">
              <a:buFont typeface="+mj-lt"/>
              <a:buAutoNum type="arabicPeriod"/>
            </a:pPr>
            <a:r>
              <a:rPr lang="es-ES" dirty="0"/>
              <a:t>Una subclase no debe debilitar las condiciones posteriores</a:t>
            </a:r>
          </a:p>
          <a:p>
            <a:pPr marL="342900" indent="-342900">
              <a:buFont typeface="+mj-lt"/>
              <a:buAutoNum type="arabicPeriod"/>
            </a:pPr>
            <a:endParaRPr lang="es-ES" dirty="0"/>
          </a:p>
          <a:p>
            <a:pPr marL="342900" indent="-342900">
              <a:buFont typeface="+mj-lt"/>
              <a:buAutoNum type="arabicPeriod"/>
            </a:pPr>
            <a:r>
              <a:rPr lang="es-ES" dirty="0"/>
              <a:t>Las invariantes de una superclase deben conservarse</a:t>
            </a:r>
          </a:p>
          <a:p>
            <a:pPr marL="342900" indent="-342900">
              <a:buFont typeface="+mj-lt"/>
              <a:buAutoNum type="arabicPeriod"/>
            </a:pPr>
            <a:endParaRPr lang="es-ES" dirty="0"/>
          </a:p>
          <a:p>
            <a:pPr marL="342900" indent="-342900">
              <a:buFont typeface="+mj-lt"/>
              <a:buAutoNum type="arabicPeriod"/>
            </a:pPr>
            <a:r>
              <a:rPr lang="es-ES" dirty="0"/>
              <a:t>Una subclase no debe cambiar los valores de los campos privados de la superclase.</a:t>
            </a:r>
            <a:endParaRPr lang="es-419" dirty="0"/>
          </a:p>
        </p:txBody>
      </p:sp>
    </p:spTree>
    <p:extLst>
      <p:ext uri="{BB962C8B-B14F-4D97-AF65-F5344CB8AC3E}">
        <p14:creationId xmlns:p14="http://schemas.microsoft.com/office/powerpoint/2010/main" val="13277480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1">
            <a:extLst>
              <a:ext uri="{FF2B5EF4-FFF2-40B4-BE49-F238E27FC236}">
                <a16:creationId xmlns:a16="http://schemas.microsoft.com/office/drawing/2014/main" id="{BC80CE86-1949-4C24-8C00-6BF6C3BDCA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44" y="413742"/>
            <a:ext cx="9062106" cy="836674"/>
          </a:xfr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>
            <a:normAutofit/>
          </a:bodyPr>
          <a:lstStyle/>
          <a:p>
            <a:pPr algn="ctr"/>
            <a:r>
              <a:rPr lang="es-ES" sz="4000" dirty="0"/>
              <a:t>Principio Sustitución de </a:t>
            </a:r>
            <a:r>
              <a:rPr lang="es-ES" sz="4000" dirty="0" err="1"/>
              <a:t>Liskov</a:t>
            </a:r>
            <a:r>
              <a:rPr lang="es-ES" sz="4000" dirty="0"/>
              <a:t> LSP</a:t>
            </a:r>
            <a:endParaRPr lang="es-419" sz="4000" dirty="0" err="1"/>
          </a:p>
        </p:txBody>
      </p:sp>
      <p:sp>
        <p:nvSpPr>
          <p:cNvPr id="4" name="Rombo 3">
            <a:extLst>
              <a:ext uri="{FF2B5EF4-FFF2-40B4-BE49-F238E27FC236}">
                <a16:creationId xmlns:a16="http://schemas.microsoft.com/office/drawing/2014/main" id="{03257569-5CF3-49B0-82BF-7489E6B0CEDC}"/>
              </a:ext>
            </a:extLst>
          </p:cNvPr>
          <p:cNvSpPr/>
          <p:nvPr/>
        </p:nvSpPr>
        <p:spPr>
          <a:xfrm>
            <a:off x="0" y="422264"/>
            <a:ext cx="1101687" cy="836674"/>
          </a:xfrm>
          <a:prstGeom prst="diamond">
            <a:avLst/>
          </a:prstGeom>
          <a:solidFill>
            <a:srgbClr val="002060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Autofit/>
          </a:bodyPr>
          <a:lstStyle/>
          <a:p>
            <a:pPr algn="ctr" defTabSz="914422">
              <a:lnSpc>
                <a:spcPct val="90000"/>
              </a:lnSpc>
              <a:spcBef>
                <a:spcPct val="0"/>
              </a:spcBef>
            </a:pPr>
            <a:r>
              <a:rPr lang="es-ES" sz="4000" dirty="0">
                <a:latin typeface="Flama Condensed Light"/>
              </a:rPr>
              <a:t>L</a:t>
            </a:r>
            <a:endParaRPr lang="es-419" sz="4000" dirty="0">
              <a:latin typeface="Flama Condensed Light"/>
            </a:endParaRP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98C5E64D-7E70-475F-98F2-E9B36EF7D7B9}"/>
              </a:ext>
            </a:extLst>
          </p:cNvPr>
          <p:cNvSpPr txBox="1"/>
          <p:nvPr/>
        </p:nvSpPr>
        <p:spPr>
          <a:xfrm>
            <a:off x="892366" y="1668521"/>
            <a:ext cx="9827046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b="1" dirty="0"/>
              <a:t>✅ 1. Los tipos de parámetros en un método de una subclase deben coincidir o ser más abstractos</a:t>
            </a:r>
          </a:p>
          <a:p>
            <a:endParaRPr lang="es-ES" dirty="0"/>
          </a:p>
          <a:p>
            <a:r>
              <a:rPr lang="es-ES" dirty="0"/>
              <a:t>📌 </a:t>
            </a:r>
            <a:r>
              <a:rPr lang="es-ES" b="1" dirty="0"/>
              <a:t>Regla:</a:t>
            </a:r>
            <a:br>
              <a:rPr lang="es-ES" dirty="0"/>
            </a:br>
            <a:r>
              <a:rPr lang="es-ES" dirty="0"/>
              <a:t>Una subclase no debe restringir los tipos de parámetros. Puede aceptar un tipo más general, pero no más específico.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8D75658C-DBB5-42B1-BC4A-0E7C26A662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275" y="3429000"/>
            <a:ext cx="5145604" cy="2080294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A1DD0BBE-AFCF-4856-B08C-1A7DB333BE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1703" y="3429000"/>
            <a:ext cx="5332695" cy="20802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19616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1">
            <a:extLst>
              <a:ext uri="{FF2B5EF4-FFF2-40B4-BE49-F238E27FC236}">
                <a16:creationId xmlns:a16="http://schemas.microsoft.com/office/drawing/2014/main" id="{BC80CE86-1949-4C24-8C00-6BF6C3BDCA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44" y="413742"/>
            <a:ext cx="9062106" cy="836674"/>
          </a:xfr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>
            <a:normAutofit/>
          </a:bodyPr>
          <a:lstStyle/>
          <a:p>
            <a:pPr algn="ctr"/>
            <a:r>
              <a:rPr lang="es-ES" sz="4000" dirty="0"/>
              <a:t>Principio Sustitución de </a:t>
            </a:r>
            <a:r>
              <a:rPr lang="es-ES" sz="4000" dirty="0" err="1"/>
              <a:t>Liskov</a:t>
            </a:r>
            <a:r>
              <a:rPr lang="es-ES" sz="4000" dirty="0"/>
              <a:t> LSP</a:t>
            </a:r>
            <a:endParaRPr lang="es-419" sz="4000" dirty="0" err="1"/>
          </a:p>
        </p:txBody>
      </p:sp>
      <p:sp>
        <p:nvSpPr>
          <p:cNvPr id="4" name="Rombo 3">
            <a:extLst>
              <a:ext uri="{FF2B5EF4-FFF2-40B4-BE49-F238E27FC236}">
                <a16:creationId xmlns:a16="http://schemas.microsoft.com/office/drawing/2014/main" id="{03257569-5CF3-49B0-82BF-7489E6B0CEDC}"/>
              </a:ext>
            </a:extLst>
          </p:cNvPr>
          <p:cNvSpPr/>
          <p:nvPr/>
        </p:nvSpPr>
        <p:spPr>
          <a:xfrm>
            <a:off x="0" y="422264"/>
            <a:ext cx="1101687" cy="836674"/>
          </a:xfrm>
          <a:prstGeom prst="diamond">
            <a:avLst/>
          </a:prstGeom>
          <a:solidFill>
            <a:srgbClr val="002060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Autofit/>
          </a:bodyPr>
          <a:lstStyle/>
          <a:p>
            <a:pPr algn="ctr" defTabSz="914422">
              <a:lnSpc>
                <a:spcPct val="90000"/>
              </a:lnSpc>
              <a:spcBef>
                <a:spcPct val="0"/>
              </a:spcBef>
            </a:pPr>
            <a:r>
              <a:rPr lang="es-ES" sz="4000" dirty="0">
                <a:latin typeface="Flama Condensed Light"/>
              </a:rPr>
              <a:t>L</a:t>
            </a:r>
            <a:endParaRPr lang="es-419" sz="4000" dirty="0">
              <a:latin typeface="Flama Condensed Light"/>
            </a:endParaRP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B9F794A3-DB9C-4249-9282-D9C3ABB99542}"/>
              </a:ext>
            </a:extLst>
          </p:cNvPr>
          <p:cNvSpPr txBox="1"/>
          <p:nvPr/>
        </p:nvSpPr>
        <p:spPr>
          <a:xfrm>
            <a:off x="705079" y="1811741"/>
            <a:ext cx="1089568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b="1" dirty="0"/>
              <a:t>✅ 2. El tipo de retorno en un método de una subclase debe coincidir o ser un subtipo</a:t>
            </a:r>
          </a:p>
          <a:p>
            <a:r>
              <a:rPr lang="es-ES" dirty="0"/>
              <a:t>📌 </a:t>
            </a:r>
            <a:r>
              <a:rPr lang="es-ES" b="1" dirty="0"/>
              <a:t>Regla:</a:t>
            </a:r>
            <a:br>
              <a:rPr lang="es-ES" dirty="0"/>
            </a:br>
            <a:r>
              <a:rPr lang="es-ES" dirty="0"/>
              <a:t>El método en la subclase puede devolver un tipo más específico que la superclase.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FC47AD43-677E-4AC6-A506-35B607AD5F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135" y="3228317"/>
            <a:ext cx="4418312" cy="1769966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8AABA044-6E8A-4B81-92B9-957E220852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6012" y="3296396"/>
            <a:ext cx="6652126" cy="17018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56000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1">
            <a:extLst>
              <a:ext uri="{FF2B5EF4-FFF2-40B4-BE49-F238E27FC236}">
                <a16:creationId xmlns:a16="http://schemas.microsoft.com/office/drawing/2014/main" id="{BC80CE86-1949-4C24-8C00-6BF6C3BDCA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44" y="413742"/>
            <a:ext cx="9062106" cy="836674"/>
          </a:xfr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>
            <a:normAutofit/>
          </a:bodyPr>
          <a:lstStyle/>
          <a:p>
            <a:pPr algn="ctr"/>
            <a:r>
              <a:rPr lang="es-ES" sz="4000" dirty="0"/>
              <a:t>Principio Sustitución de </a:t>
            </a:r>
            <a:r>
              <a:rPr lang="es-ES" sz="4000" dirty="0" err="1"/>
              <a:t>Liskov</a:t>
            </a:r>
            <a:r>
              <a:rPr lang="es-ES" sz="4000" dirty="0"/>
              <a:t> LSP</a:t>
            </a:r>
            <a:endParaRPr lang="es-419" sz="4000" dirty="0" err="1"/>
          </a:p>
        </p:txBody>
      </p:sp>
      <p:sp>
        <p:nvSpPr>
          <p:cNvPr id="4" name="Rombo 3">
            <a:extLst>
              <a:ext uri="{FF2B5EF4-FFF2-40B4-BE49-F238E27FC236}">
                <a16:creationId xmlns:a16="http://schemas.microsoft.com/office/drawing/2014/main" id="{03257569-5CF3-49B0-82BF-7489E6B0CEDC}"/>
              </a:ext>
            </a:extLst>
          </p:cNvPr>
          <p:cNvSpPr/>
          <p:nvPr/>
        </p:nvSpPr>
        <p:spPr>
          <a:xfrm>
            <a:off x="0" y="422264"/>
            <a:ext cx="1101687" cy="836674"/>
          </a:xfrm>
          <a:prstGeom prst="diamond">
            <a:avLst/>
          </a:prstGeom>
          <a:solidFill>
            <a:srgbClr val="002060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Autofit/>
          </a:bodyPr>
          <a:lstStyle/>
          <a:p>
            <a:pPr algn="ctr" defTabSz="914422">
              <a:lnSpc>
                <a:spcPct val="90000"/>
              </a:lnSpc>
              <a:spcBef>
                <a:spcPct val="0"/>
              </a:spcBef>
            </a:pPr>
            <a:r>
              <a:rPr lang="es-ES" sz="4000" dirty="0">
                <a:latin typeface="Flama Condensed Light"/>
              </a:rPr>
              <a:t>L</a:t>
            </a:r>
            <a:endParaRPr lang="es-419" sz="4000" dirty="0">
              <a:latin typeface="Flama Condensed Light"/>
            </a:endParaRP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95914EF3-0D99-4F78-B9DF-DC2D6C331627}"/>
              </a:ext>
            </a:extLst>
          </p:cNvPr>
          <p:cNvSpPr txBox="1"/>
          <p:nvPr/>
        </p:nvSpPr>
        <p:spPr>
          <a:xfrm>
            <a:off x="815248" y="1569369"/>
            <a:ext cx="1046602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b="1" dirty="0"/>
              <a:t>✅ 3. Un método en una subclase no debe generar tipos de excepciones inesperadas</a:t>
            </a:r>
          </a:p>
          <a:p>
            <a:r>
              <a:rPr lang="es-ES" dirty="0"/>
              <a:t>📌 </a:t>
            </a:r>
            <a:r>
              <a:rPr lang="es-ES" b="1" dirty="0"/>
              <a:t>Regla:</a:t>
            </a:r>
            <a:br>
              <a:rPr lang="es-ES" dirty="0"/>
            </a:br>
            <a:r>
              <a:rPr lang="es-ES" dirty="0"/>
              <a:t>Si la superclase no lanza excepciones, la subclase tampoco debería lanzar excepciones inesperadas.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0F65AFE6-6C75-4EE8-B3D4-B85304DF2A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298" y="3018539"/>
            <a:ext cx="6542396" cy="2388064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E460160F-A604-4F0D-A0EE-FD32C5CF45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3659" y="3018539"/>
            <a:ext cx="4707161" cy="23880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37411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1">
            <a:extLst>
              <a:ext uri="{FF2B5EF4-FFF2-40B4-BE49-F238E27FC236}">
                <a16:creationId xmlns:a16="http://schemas.microsoft.com/office/drawing/2014/main" id="{BC80CE86-1949-4C24-8C00-6BF6C3BDCA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44" y="413742"/>
            <a:ext cx="9062106" cy="836674"/>
          </a:xfr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>
            <a:normAutofit/>
          </a:bodyPr>
          <a:lstStyle/>
          <a:p>
            <a:pPr algn="ctr"/>
            <a:r>
              <a:rPr lang="es-ES" sz="4000" dirty="0"/>
              <a:t>Principio Sustitución de </a:t>
            </a:r>
            <a:r>
              <a:rPr lang="es-ES" sz="4000" dirty="0" err="1"/>
              <a:t>Liskov</a:t>
            </a:r>
            <a:r>
              <a:rPr lang="es-ES" sz="4000" dirty="0"/>
              <a:t> LSP</a:t>
            </a:r>
            <a:endParaRPr lang="es-419" sz="4000" dirty="0" err="1"/>
          </a:p>
        </p:txBody>
      </p:sp>
      <p:sp>
        <p:nvSpPr>
          <p:cNvPr id="4" name="Rombo 3">
            <a:extLst>
              <a:ext uri="{FF2B5EF4-FFF2-40B4-BE49-F238E27FC236}">
                <a16:creationId xmlns:a16="http://schemas.microsoft.com/office/drawing/2014/main" id="{03257569-5CF3-49B0-82BF-7489E6B0CEDC}"/>
              </a:ext>
            </a:extLst>
          </p:cNvPr>
          <p:cNvSpPr/>
          <p:nvPr/>
        </p:nvSpPr>
        <p:spPr>
          <a:xfrm>
            <a:off x="0" y="422264"/>
            <a:ext cx="1101687" cy="836674"/>
          </a:xfrm>
          <a:prstGeom prst="diamond">
            <a:avLst/>
          </a:prstGeom>
          <a:solidFill>
            <a:srgbClr val="002060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Autofit/>
          </a:bodyPr>
          <a:lstStyle/>
          <a:p>
            <a:pPr algn="ctr" defTabSz="914422">
              <a:lnSpc>
                <a:spcPct val="90000"/>
              </a:lnSpc>
              <a:spcBef>
                <a:spcPct val="0"/>
              </a:spcBef>
            </a:pPr>
            <a:r>
              <a:rPr lang="es-ES" sz="4000" dirty="0">
                <a:latin typeface="Flama Condensed Light"/>
              </a:rPr>
              <a:t>L</a:t>
            </a:r>
            <a:endParaRPr lang="es-419" sz="4000" dirty="0">
              <a:latin typeface="Flama Condensed Light"/>
            </a:endParaRP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53205E63-77ED-4304-A28F-F97562C98AC9}"/>
              </a:ext>
            </a:extLst>
          </p:cNvPr>
          <p:cNvSpPr txBox="1"/>
          <p:nvPr/>
        </p:nvSpPr>
        <p:spPr>
          <a:xfrm>
            <a:off x="418640" y="1465498"/>
            <a:ext cx="1158974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b="1" dirty="0"/>
              <a:t>✅ 4. Una subclase no debe reforzar las condiciones previas</a:t>
            </a:r>
          </a:p>
          <a:p>
            <a:r>
              <a:rPr lang="es-ES" dirty="0"/>
              <a:t>📌 </a:t>
            </a:r>
            <a:r>
              <a:rPr lang="es-ES" b="1" dirty="0"/>
              <a:t>Regla:</a:t>
            </a:r>
            <a:br>
              <a:rPr lang="es-ES" dirty="0"/>
            </a:br>
            <a:r>
              <a:rPr lang="es-ES" dirty="0"/>
              <a:t>Las condiciones previas en la subclase deben ser </a:t>
            </a:r>
            <a:r>
              <a:rPr lang="es-ES" b="1" dirty="0"/>
              <a:t>iguales o más débiles</a:t>
            </a:r>
            <a:r>
              <a:rPr lang="es-ES" dirty="0"/>
              <a:t> que en la superclase.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9938B86E-AB55-49EE-B0BC-81E29329E2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627" y="3044854"/>
            <a:ext cx="6538358" cy="2390279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D667A3A0-2151-4D9A-8E5A-59ED58E45C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0116" y="4144153"/>
            <a:ext cx="4591257" cy="11478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20851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1">
            <a:extLst>
              <a:ext uri="{FF2B5EF4-FFF2-40B4-BE49-F238E27FC236}">
                <a16:creationId xmlns:a16="http://schemas.microsoft.com/office/drawing/2014/main" id="{BC80CE86-1949-4C24-8C00-6BF6C3BDCA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44" y="413742"/>
            <a:ext cx="9062106" cy="836674"/>
          </a:xfr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>
            <a:normAutofit/>
          </a:bodyPr>
          <a:lstStyle/>
          <a:p>
            <a:pPr algn="ctr"/>
            <a:r>
              <a:rPr lang="es-ES" sz="4000" dirty="0"/>
              <a:t>Principio Sustitución de </a:t>
            </a:r>
            <a:r>
              <a:rPr lang="es-ES" sz="4000" dirty="0" err="1"/>
              <a:t>Liskov</a:t>
            </a:r>
            <a:r>
              <a:rPr lang="es-ES" sz="4000" dirty="0"/>
              <a:t> LSP</a:t>
            </a:r>
            <a:endParaRPr lang="es-419" sz="4000" dirty="0" err="1"/>
          </a:p>
        </p:txBody>
      </p:sp>
      <p:sp>
        <p:nvSpPr>
          <p:cNvPr id="4" name="Rombo 3">
            <a:extLst>
              <a:ext uri="{FF2B5EF4-FFF2-40B4-BE49-F238E27FC236}">
                <a16:creationId xmlns:a16="http://schemas.microsoft.com/office/drawing/2014/main" id="{03257569-5CF3-49B0-82BF-7489E6B0CEDC}"/>
              </a:ext>
            </a:extLst>
          </p:cNvPr>
          <p:cNvSpPr/>
          <p:nvPr/>
        </p:nvSpPr>
        <p:spPr>
          <a:xfrm>
            <a:off x="0" y="422264"/>
            <a:ext cx="1101687" cy="836674"/>
          </a:xfrm>
          <a:prstGeom prst="diamond">
            <a:avLst/>
          </a:prstGeom>
          <a:solidFill>
            <a:srgbClr val="002060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Autofit/>
          </a:bodyPr>
          <a:lstStyle/>
          <a:p>
            <a:pPr algn="ctr" defTabSz="914422">
              <a:lnSpc>
                <a:spcPct val="90000"/>
              </a:lnSpc>
              <a:spcBef>
                <a:spcPct val="0"/>
              </a:spcBef>
            </a:pPr>
            <a:r>
              <a:rPr lang="es-ES" sz="4000" dirty="0">
                <a:latin typeface="Flama Condensed Light"/>
              </a:rPr>
              <a:t>L</a:t>
            </a:r>
            <a:endParaRPr lang="es-419" sz="4000" dirty="0">
              <a:latin typeface="Flama Condensed Light"/>
            </a:endParaRP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2AF8C036-FCEB-47FB-896B-62E72F98B904}"/>
              </a:ext>
            </a:extLst>
          </p:cNvPr>
          <p:cNvSpPr txBox="1"/>
          <p:nvPr/>
        </p:nvSpPr>
        <p:spPr>
          <a:xfrm>
            <a:off x="550843" y="1652786"/>
            <a:ext cx="1091771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b="1" dirty="0"/>
              <a:t>✅ 5. Una subclase no debe debilitar las condiciones posteriores</a:t>
            </a:r>
          </a:p>
          <a:p>
            <a:r>
              <a:rPr lang="es-ES" dirty="0"/>
              <a:t>📌 </a:t>
            </a:r>
            <a:r>
              <a:rPr lang="es-ES" b="1" dirty="0"/>
              <a:t>Regla:</a:t>
            </a:r>
            <a:br>
              <a:rPr lang="es-ES" dirty="0"/>
            </a:br>
            <a:r>
              <a:rPr lang="es-ES" dirty="0"/>
              <a:t>Si un método en la superclase garantiza un estado después de ejecutarse, la subclase no puede romper esa garantía.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FB2B9B65-4F84-4D32-AEE9-97083A4556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995" y="3076460"/>
            <a:ext cx="5452640" cy="2674345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2B3F3DF3-D1EC-499F-AAB2-C35BE537D3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4615" y="3429000"/>
            <a:ext cx="5960481" cy="13095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75442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1">
            <a:extLst>
              <a:ext uri="{FF2B5EF4-FFF2-40B4-BE49-F238E27FC236}">
                <a16:creationId xmlns:a16="http://schemas.microsoft.com/office/drawing/2014/main" id="{BC80CE86-1949-4C24-8C00-6BF6C3BDCA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44" y="413742"/>
            <a:ext cx="9062106" cy="836674"/>
          </a:xfr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>
            <a:normAutofit/>
          </a:bodyPr>
          <a:lstStyle/>
          <a:p>
            <a:pPr algn="ctr"/>
            <a:r>
              <a:rPr lang="es-ES" sz="4000" dirty="0"/>
              <a:t>Principio Sustitución de </a:t>
            </a:r>
            <a:r>
              <a:rPr lang="es-ES" sz="4000" dirty="0" err="1"/>
              <a:t>Liskov</a:t>
            </a:r>
            <a:r>
              <a:rPr lang="es-ES" sz="4000" dirty="0"/>
              <a:t> LSP</a:t>
            </a:r>
            <a:endParaRPr lang="es-419" sz="4000" dirty="0" err="1"/>
          </a:p>
        </p:txBody>
      </p:sp>
      <p:sp>
        <p:nvSpPr>
          <p:cNvPr id="4" name="Rombo 3">
            <a:extLst>
              <a:ext uri="{FF2B5EF4-FFF2-40B4-BE49-F238E27FC236}">
                <a16:creationId xmlns:a16="http://schemas.microsoft.com/office/drawing/2014/main" id="{03257569-5CF3-49B0-82BF-7489E6B0CEDC}"/>
              </a:ext>
            </a:extLst>
          </p:cNvPr>
          <p:cNvSpPr/>
          <p:nvPr/>
        </p:nvSpPr>
        <p:spPr>
          <a:xfrm>
            <a:off x="0" y="422264"/>
            <a:ext cx="1101687" cy="836674"/>
          </a:xfrm>
          <a:prstGeom prst="diamond">
            <a:avLst/>
          </a:prstGeom>
          <a:solidFill>
            <a:srgbClr val="002060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Autofit/>
          </a:bodyPr>
          <a:lstStyle/>
          <a:p>
            <a:pPr algn="ctr" defTabSz="914422">
              <a:lnSpc>
                <a:spcPct val="90000"/>
              </a:lnSpc>
              <a:spcBef>
                <a:spcPct val="0"/>
              </a:spcBef>
            </a:pPr>
            <a:r>
              <a:rPr lang="es-ES" sz="4000" dirty="0">
                <a:latin typeface="Flama Condensed Light"/>
              </a:rPr>
              <a:t>L</a:t>
            </a:r>
            <a:endParaRPr lang="es-419" sz="4000" dirty="0">
              <a:latin typeface="Flama Condensed Light"/>
            </a:endParaRP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40C651EC-5A37-4511-AF06-715DA97644B6}"/>
              </a:ext>
            </a:extLst>
          </p:cNvPr>
          <p:cNvSpPr txBox="1"/>
          <p:nvPr/>
        </p:nvSpPr>
        <p:spPr>
          <a:xfrm>
            <a:off x="374573" y="1542616"/>
            <a:ext cx="1142449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b="1" dirty="0"/>
              <a:t>✅ 6. Las invariantes de una superclase deben conservarse</a:t>
            </a:r>
          </a:p>
          <a:p>
            <a:r>
              <a:rPr lang="es-ES" dirty="0"/>
              <a:t>📌 </a:t>
            </a:r>
            <a:r>
              <a:rPr lang="es-ES" b="1" dirty="0"/>
              <a:t>Regla:</a:t>
            </a:r>
            <a:br>
              <a:rPr lang="es-ES" dirty="0"/>
            </a:br>
            <a:r>
              <a:rPr lang="es-ES" dirty="0"/>
              <a:t>Las reglas que definen un objeto deben seguir siendo válidas en sus subclases.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CC3DB1A7-8219-44DF-B13A-B048233762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260" y="2749624"/>
            <a:ext cx="5756721" cy="2565760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A4C5A0E3-E4B2-46FF-B9E8-39EC9CBDB4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5021" y="4101705"/>
            <a:ext cx="5529365" cy="11841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9633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1">
            <a:extLst>
              <a:ext uri="{FF2B5EF4-FFF2-40B4-BE49-F238E27FC236}">
                <a16:creationId xmlns:a16="http://schemas.microsoft.com/office/drawing/2014/main" id="{BC80CE86-1949-4C24-8C00-6BF6C3BDCA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44" y="413742"/>
            <a:ext cx="9062106" cy="836674"/>
          </a:xfr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>
            <a:normAutofit/>
          </a:bodyPr>
          <a:lstStyle/>
          <a:p>
            <a:pPr algn="ctr"/>
            <a:r>
              <a:rPr lang="es-ES" sz="4000" dirty="0"/>
              <a:t>Principio Sustitución de </a:t>
            </a:r>
            <a:r>
              <a:rPr lang="es-ES" sz="4000" dirty="0" err="1"/>
              <a:t>Liskov</a:t>
            </a:r>
            <a:r>
              <a:rPr lang="es-ES" sz="4000" dirty="0"/>
              <a:t> LSP</a:t>
            </a:r>
            <a:endParaRPr lang="es-419" sz="4000" dirty="0" err="1"/>
          </a:p>
        </p:txBody>
      </p:sp>
      <p:sp>
        <p:nvSpPr>
          <p:cNvPr id="4" name="Rombo 3">
            <a:extLst>
              <a:ext uri="{FF2B5EF4-FFF2-40B4-BE49-F238E27FC236}">
                <a16:creationId xmlns:a16="http://schemas.microsoft.com/office/drawing/2014/main" id="{03257569-5CF3-49B0-82BF-7489E6B0CEDC}"/>
              </a:ext>
            </a:extLst>
          </p:cNvPr>
          <p:cNvSpPr/>
          <p:nvPr/>
        </p:nvSpPr>
        <p:spPr>
          <a:xfrm>
            <a:off x="0" y="422264"/>
            <a:ext cx="1101687" cy="836674"/>
          </a:xfrm>
          <a:prstGeom prst="diamond">
            <a:avLst/>
          </a:prstGeom>
          <a:solidFill>
            <a:srgbClr val="002060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Autofit/>
          </a:bodyPr>
          <a:lstStyle/>
          <a:p>
            <a:pPr algn="ctr" defTabSz="914422">
              <a:lnSpc>
                <a:spcPct val="90000"/>
              </a:lnSpc>
              <a:spcBef>
                <a:spcPct val="0"/>
              </a:spcBef>
            </a:pPr>
            <a:r>
              <a:rPr lang="es-ES" sz="4000" dirty="0">
                <a:latin typeface="Flama Condensed Light"/>
              </a:rPr>
              <a:t>L</a:t>
            </a:r>
            <a:endParaRPr lang="es-419" sz="4000" dirty="0">
              <a:latin typeface="Flama Condensed Light"/>
            </a:endParaRP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A7AB841A-7E89-4DA7-A7E8-DD14DBE7EB7D}"/>
              </a:ext>
            </a:extLst>
          </p:cNvPr>
          <p:cNvSpPr txBox="1"/>
          <p:nvPr/>
        </p:nvSpPr>
        <p:spPr>
          <a:xfrm>
            <a:off x="220336" y="1569370"/>
            <a:ext cx="1096178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b="1" dirty="0"/>
              <a:t>✅ 7. Una subclase no debe cambiar los valores de los campos privados de la superclase</a:t>
            </a:r>
          </a:p>
          <a:p>
            <a:r>
              <a:rPr lang="es-ES" dirty="0"/>
              <a:t>📌 </a:t>
            </a:r>
            <a:r>
              <a:rPr lang="es-ES" b="1" dirty="0"/>
              <a:t>Regla:</a:t>
            </a:r>
            <a:br>
              <a:rPr lang="es-ES" dirty="0"/>
            </a:br>
            <a:r>
              <a:rPr lang="es-ES" dirty="0"/>
              <a:t>Los atributos privados de la superclase </a:t>
            </a:r>
            <a:r>
              <a:rPr lang="es-ES" b="1" dirty="0"/>
              <a:t>no deben modificarse directamente</a:t>
            </a:r>
            <a:r>
              <a:rPr lang="es-ES" dirty="0"/>
              <a:t> en la subclase.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120FAC12-9D6C-48D1-92CD-FDF33E2CA4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336" y="2951336"/>
            <a:ext cx="5015196" cy="1852017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037BB7F2-E3BE-438F-B0C9-2881BCEC5B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1226" y="2951336"/>
            <a:ext cx="5443809" cy="18520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62051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1">
            <a:extLst>
              <a:ext uri="{FF2B5EF4-FFF2-40B4-BE49-F238E27FC236}">
                <a16:creationId xmlns:a16="http://schemas.microsoft.com/office/drawing/2014/main" id="{BC80CE86-1949-4C24-8C00-6BF6C3BDCA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44" y="413742"/>
            <a:ext cx="9062106" cy="836674"/>
          </a:xfr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>
            <a:normAutofit/>
          </a:bodyPr>
          <a:lstStyle/>
          <a:p>
            <a:pPr algn="ctr"/>
            <a:r>
              <a:rPr lang="es-ES" sz="4000" dirty="0"/>
              <a:t>Principio Sustitución de </a:t>
            </a:r>
            <a:r>
              <a:rPr lang="es-ES" sz="4000" dirty="0" err="1"/>
              <a:t>Liskov</a:t>
            </a:r>
            <a:endParaRPr lang="es-419" sz="4000" dirty="0" err="1"/>
          </a:p>
        </p:txBody>
      </p:sp>
      <p:sp>
        <p:nvSpPr>
          <p:cNvPr id="4" name="Rombo 3">
            <a:extLst>
              <a:ext uri="{FF2B5EF4-FFF2-40B4-BE49-F238E27FC236}">
                <a16:creationId xmlns:a16="http://schemas.microsoft.com/office/drawing/2014/main" id="{03257569-5CF3-49B0-82BF-7489E6B0CEDC}"/>
              </a:ext>
            </a:extLst>
          </p:cNvPr>
          <p:cNvSpPr/>
          <p:nvPr/>
        </p:nvSpPr>
        <p:spPr>
          <a:xfrm>
            <a:off x="0" y="422264"/>
            <a:ext cx="1101687" cy="836674"/>
          </a:xfrm>
          <a:prstGeom prst="diamond">
            <a:avLst/>
          </a:prstGeom>
          <a:solidFill>
            <a:srgbClr val="002060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Autofit/>
          </a:bodyPr>
          <a:lstStyle/>
          <a:p>
            <a:pPr algn="ctr" defTabSz="914422">
              <a:lnSpc>
                <a:spcPct val="90000"/>
              </a:lnSpc>
              <a:spcBef>
                <a:spcPct val="0"/>
              </a:spcBef>
            </a:pPr>
            <a:r>
              <a:rPr lang="es-ES" sz="4000" dirty="0">
                <a:latin typeface="Flama Condensed Light"/>
              </a:rPr>
              <a:t>L</a:t>
            </a:r>
            <a:endParaRPr lang="es-419" sz="4000" dirty="0">
              <a:latin typeface="Flama Condensed Light"/>
            </a:endParaRP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5023CC31-9184-4C5A-A14D-1B34D980D2A2}"/>
              </a:ext>
            </a:extLst>
          </p:cNvPr>
          <p:cNvSpPr txBox="1"/>
          <p:nvPr/>
        </p:nvSpPr>
        <p:spPr>
          <a:xfrm>
            <a:off x="2298032" y="2189181"/>
            <a:ext cx="684964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✅ Ventajas de Aplicar el Principio de Sustitución de </a:t>
            </a:r>
            <a:r>
              <a:rPr lang="es-ES" dirty="0" err="1"/>
              <a:t>Liskov</a:t>
            </a:r>
            <a:endParaRPr lang="es-ES" dirty="0"/>
          </a:p>
          <a:p>
            <a:endParaRPr lang="es-E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/>
              <a:t>Código más robusto y mantenible 🛠️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/>
              <a:t>Evita errores por comportamientos inesperados de subclases.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/>
              <a:t>Mayor reutilización de código 🔄Diseñar correctamente la jerarquía permite extender funcionalidades sin problemas.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/>
              <a:t>Facilita la escalabilidad 📈Se pueden agregar nuevas subclases sin romper el código existente.</a:t>
            </a:r>
            <a:endParaRPr lang="es-419" dirty="0"/>
          </a:p>
        </p:txBody>
      </p:sp>
    </p:spTree>
    <p:extLst>
      <p:ext uri="{BB962C8B-B14F-4D97-AF65-F5344CB8AC3E}">
        <p14:creationId xmlns:p14="http://schemas.microsoft.com/office/powerpoint/2010/main" val="236151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54D82F-34B5-332B-F4F7-63FD711A37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1">
            <a:extLst>
              <a:ext uri="{FF2B5EF4-FFF2-40B4-BE49-F238E27FC236}">
                <a16:creationId xmlns:a16="http://schemas.microsoft.com/office/drawing/2014/main" id="{EC8E09F4-B889-79A0-C792-52EBE1AD9A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44" y="413742"/>
            <a:ext cx="9062106" cy="836674"/>
          </a:xfr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>
            <a:normAutofit/>
          </a:bodyPr>
          <a:lstStyle/>
          <a:p>
            <a:pPr algn="ctr"/>
            <a:r>
              <a:rPr lang="es-ES" sz="3600" dirty="0">
                <a:ea typeface="+mn-lt"/>
                <a:cs typeface="+mn-lt"/>
              </a:rPr>
              <a:t>ISP: Principio de Segregación de Interfaces</a:t>
            </a:r>
            <a:endParaRPr lang="en-US" sz="4000" dirty="0">
              <a:ea typeface="Calibri"/>
              <a:cs typeface="Calibri"/>
            </a:endParaRPr>
          </a:p>
        </p:txBody>
      </p:sp>
      <p:sp>
        <p:nvSpPr>
          <p:cNvPr id="4" name="Rombo 3">
            <a:extLst>
              <a:ext uri="{FF2B5EF4-FFF2-40B4-BE49-F238E27FC236}">
                <a16:creationId xmlns:a16="http://schemas.microsoft.com/office/drawing/2014/main" id="{79631267-50EC-3BBF-8264-EE98C00AD7B5}"/>
              </a:ext>
            </a:extLst>
          </p:cNvPr>
          <p:cNvSpPr/>
          <p:nvPr/>
        </p:nvSpPr>
        <p:spPr>
          <a:xfrm>
            <a:off x="0" y="422264"/>
            <a:ext cx="1101687" cy="836674"/>
          </a:xfrm>
          <a:prstGeom prst="diamond">
            <a:avLst/>
          </a:prstGeom>
          <a:solidFill>
            <a:srgbClr val="002060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Autofit/>
          </a:bodyPr>
          <a:lstStyle/>
          <a:p>
            <a:pPr algn="ctr" defTabSz="914422">
              <a:lnSpc>
                <a:spcPct val="90000"/>
              </a:lnSpc>
              <a:spcBef>
                <a:spcPct val="0"/>
              </a:spcBef>
            </a:pPr>
            <a:r>
              <a:rPr lang="es-ES" sz="4000" dirty="0">
                <a:latin typeface="Flama Condensed Light"/>
              </a:rPr>
              <a:t>I</a:t>
            </a:r>
            <a:endParaRPr lang="es-419" sz="4000" dirty="0">
              <a:latin typeface="Flama Condensed Light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2C30A88-5E99-0254-C0B3-E086F611289F}"/>
              </a:ext>
            </a:extLst>
          </p:cNvPr>
          <p:cNvSpPr txBox="1"/>
          <p:nvPr/>
        </p:nvSpPr>
        <p:spPr>
          <a:xfrm>
            <a:off x="411735" y="1529371"/>
            <a:ext cx="11656666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 dirty="0"/>
              <a:t>Una </a:t>
            </a:r>
            <a:r>
              <a:rPr lang="en-US" b="1" dirty="0" err="1"/>
              <a:t>interfaz</a:t>
            </a:r>
            <a:r>
              <a:rPr lang="en-US" b="1" dirty="0"/>
              <a:t> no </a:t>
            </a:r>
            <a:r>
              <a:rPr lang="en-US" b="1" dirty="0" err="1"/>
              <a:t>debe</a:t>
            </a:r>
            <a:r>
              <a:rPr lang="en-US" b="1" dirty="0"/>
              <a:t> </a:t>
            </a:r>
            <a:r>
              <a:rPr lang="en-US" b="1" dirty="0" err="1"/>
              <a:t>obligar</a:t>
            </a:r>
            <a:r>
              <a:rPr lang="en-US" b="1" dirty="0"/>
              <a:t> a </a:t>
            </a:r>
            <a:r>
              <a:rPr lang="en-US" b="1" dirty="0" err="1"/>
              <a:t>una</a:t>
            </a:r>
            <a:r>
              <a:rPr lang="en-US" b="1" dirty="0"/>
              <a:t> </a:t>
            </a:r>
            <a:r>
              <a:rPr lang="en-US" b="1" dirty="0" err="1"/>
              <a:t>clase</a:t>
            </a:r>
            <a:r>
              <a:rPr lang="en-US" b="1" dirty="0"/>
              <a:t> a </a:t>
            </a:r>
            <a:r>
              <a:rPr lang="en-US" b="1" dirty="0" err="1"/>
              <a:t>implementar</a:t>
            </a:r>
            <a:r>
              <a:rPr lang="en-US" b="1" dirty="0"/>
              <a:t> </a:t>
            </a:r>
            <a:r>
              <a:rPr lang="en-US" b="1" dirty="0" err="1"/>
              <a:t>métodos</a:t>
            </a:r>
            <a:r>
              <a:rPr lang="en-US" b="1" dirty="0"/>
              <a:t> que no </a:t>
            </a:r>
            <a:r>
              <a:rPr lang="en-US" b="1" dirty="0" err="1"/>
              <a:t>usa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Es </a:t>
            </a:r>
            <a:r>
              <a:rPr lang="en-US" dirty="0" err="1"/>
              <a:t>mejor</a:t>
            </a:r>
            <a:r>
              <a:rPr lang="en-US" dirty="0"/>
              <a:t> </a:t>
            </a:r>
            <a:r>
              <a:rPr lang="en-US" dirty="0" err="1"/>
              <a:t>tener</a:t>
            </a:r>
            <a:r>
              <a:rPr lang="en-US" dirty="0"/>
              <a:t> </a:t>
            </a:r>
            <a:r>
              <a:rPr lang="en-US" b="1" dirty="0" err="1"/>
              <a:t>varias</a:t>
            </a:r>
            <a:r>
              <a:rPr lang="en-US" b="1" dirty="0"/>
              <a:t> interfaces </a:t>
            </a:r>
            <a:r>
              <a:rPr lang="en-US" b="1" dirty="0" err="1"/>
              <a:t>pequeñas</a:t>
            </a:r>
            <a:r>
              <a:rPr lang="en-US" b="1" dirty="0"/>
              <a:t> y </a:t>
            </a:r>
            <a:r>
              <a:rPr lang="en-US" b="1" dirty="0" err="1"/>
              <a:t>específicas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lugar</a:t>
            </a:r>
            <a:r>
              <a:rPr lang="en-US" dirty="0"/>
              <a:t> de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b="1" dirty="0" err="1"/>
              <a:t>única</a:t>
            </a:r>
            <a:r>
              <a:rPr lang="en-US" b="1" dirty="0"/>
              <a:t> </a:t>
            </a:r>
            <a:r>
              <a:rPr lang="en-US" b="1" dirty="0" err="1"/>
              <a:t>interfaz</a:t>
            </a:r>
            <a:r>
              <a:rPr lang="en-US" b="1" dirty="0"/>
              <a:t> </a:t>
            </a:r>
            <a:r>
              <a:rPr lang="en-US" b="1" dirty="0" err="1"/>
              <a:t>grande</a:t>
            </a:r>
            <a:r>
              <a:rPr lang="en-US" b="1" dirty="0"/>
              <a:t> y </a:t>
            </a:r>
            <a:r>
              <a:rPr lang="en-US" b="1" dirty="0" err="1"/>
              <a:t>genérica</a:t>
            </a:r>
            <a:r>
              <a:rPr lang="en-US" dirty="0"/>
              <a:t> que </a:t>
            </a:r>
            <a:r>
              <a:rPr lang="en-US" dirty="0" err="1"/>
              <a:t>fuerce</a:t>
            </a:r>
            <a:r>
              <a:rPr lang="en-US" dirty="0"/>
              <a:t> a las </a:t>
            </a:r>
            <a:r>
              <a:rPr lang="en-US" dirty="0" err="1"/>
              <a:t>clases</a:t>
            </a:r>
            <a:r>
              <a:rPr lang="en-US" dirty="0"/>
              <a:t> a </a:t>
            </a:r>
            <a:r>
              <a:rPr lang="en-US" dirty="0" err="1"/>
              <a:t>implementar</a:t>
            </a:r>
            <a:r>
              <a:rPr lang="en-US" dirty="0"/>
              <a:t> </a:t>
            </a:r>
            <a:r>
              <a:rPr lang="en-US" dirty="0" err="1"/>
              <a:t>métodos</a:t>
            </a:r>
            <a:r>
              <a:rPr lang="en-US" dirty="0"/>
              <a:t> </a:t>
            </a:r>
            <a:r>
              <a:rPr lang="en-US" dirty="0" err="1"/>
              <a:t>innecesarios</a:t>
            </a:r>
            <a:r>
              <a:rPr lang="en-US" dirty="0"/>
              <a:t>.</a:t>
            </a:r>
          </a:p>
        </p:txBody>
      </p:sp>
      <p:pic>
        <p:nvPicPr>
          <p:cNvPr id="5" name="Picture 4" descr="A diagram of a cloud server&#10;&#10;AI-generated content may be incorrect.">
            <a:extLst>
              <a:ext uri="{FF2B5EF4-FFF2-40B4-BE49-F238E27FC236}">
                <a16:creationId xmlns:a16="http://schemas.microsoft.com/office/drawing/2014/main" id="{7B425E77-B0B6-1055-988F-A278B692F4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5468" y="2886865"/>
            <a:ext cx="4454644" cy="3548871"/>
          </a:xfrm>
          <a:prstGeom prst="rect">
            <a:avLst/>
          </a:prstGeom>
        </p:spPr>
      </p:pic>
      <p:pic>
        <p:nvPicPr>
          <p:cNvPr id="6" name="Picture 5" descr="A diagram of a server&#10;&#10;AI-generated content may be incorrect.">
            <a:extLst>
              <a:ext uri="{FF2B5EF4-FFF2-40B4-BE49-F238E27FC236}">
                <a16:creationId xmlns:a16="http://schemas.microsoft.com/office/drawing/2014/main" id="{582B6685-BEC4-C5C5-B27F-E2D8F46E60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2962" y="2886906"/>
            <a:ext cx="5057954" cy="32154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52784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B4B879-3AA5-54D4-CAA7-EC981B3618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1">
            <a:extLst>
              <a:ext uri="{FF2B5EF4-FFF2-40B4-BE49-F238E27FC236}">
                <a16:creationId xmlns:a16="http://schemas.microsoft.com/office/drawing/2014/main" id="{CB4F024D-5E01-322D-BF9F-74CA184968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44" y="413742"/>
            <a:ext cx="9062106" cy="836674"/>
          </a:xfr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>
            <a:normAutofit/>
          </a:bodyPr>
          <a:lstStyle/>
          <a:p>
            <a:pPr algn="ctr"/>
            <a:r>
              <a:rPr lang="es-ES" sz="3600" dirty="0">
                <a:ea typeface="+mn-lt"/>
                <a:cs typeface="+mn-lt"/>
              </a:rPr>
              <a:t>ISP: Principio de Segregación de Interfaces</a:t>
            </a:r>
            <a:endParaRPr lang="en-US" sz="4000" dirty="0">
              <a:ea typeface="Calibri"/>
              <a:cs typeface="Calibri"/>
            </a:endParaRPr>
          </a:p>
        </p:txBody>
      </p:sp>
      <p:sp>
        <p:nvSpPr>
          <p:cNvPr id="4" name="Rombo 3">
            <a:extLst>
              <a:ext uri="{FF2B5EF4-FFF2-40B4-BE49-F238E27FC236}">
                <a16:creationId xmlns:a16="http://schemas.microsoft.com/office/drawing/2014/main" id="{38EC8A65-F316-F68C-0B93-9288ABDCB828}"/>
              </a:ext>
            </a:extLst>
          </p:cNvPr>
          <p:cNvSpPr/>
          <p:nvPr/>
        </p:nvSpPr>
        <p:spPr>
          <a:xfrm>
            <a:off x="0" y="422264"/>
            <a:ext cx="1101687" cy="836674"/>
          </a:xfrm>
          <a:prstGeom prst="diamond">
            <a:avLst/>
          </a:prstGeom>
          <a:solidFill>
            <a:srgbClr val="002060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Autofit/>
          </a:bodyPr>
          <a:lstStyle/>
          <a:p>
            <a:pPr algn="ctr" defTabSz="914422">
              <a:lnSpc>
                <a:spcPct val="90000"/>
              </a:lnSpc>
              <a:spcBef>
                <a:spcPct val="0"/>
              </a:spcBef>
            </a:pPr>
            <a:r>
              <a:rPr lang="es-ES" sz="4000" dirty="0">
                <a:latin typeface="Flama Condensed Light"/>
              </a:rPr>
              <a:t>I</a:t>
            </a:r>
            <a:endParaRPr lang="es-419" sz="4000" dirty="0">
              <a:latin typeface="Flama Condensed Light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988CBAD-87D1-C7AB-A2E7-063A65F6B449}"/>
              </a:ext>
            </a:extLst>
          </p:cNvPr>
          <p:cNvSpPr txBox="1"/>
          <p:nvPr/>
        </p:nvSpPr>
        <p:spPr>
          <a:xfrm>
            <a:off x="550843" y="1368939"/>
            <a:ext cx="10674620" cy="206210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 dirty="0" err="1">
                <a:solidFill>
                  <a:schemeClr val="accent6"/>
                </a:solidFill>
                <a:ea typeface="Calibri"/>
                <a:cs typeface="Calibri"/>
              </a:rPr>
              <a:t>Ventajas</a:t>
            </a:r>
            <a:r>
              <a:rPr lang="en-US" sz="2000" b="1" dirty="0">
                <a:solidFill>
                  <a:schemeClr val="accent6"/>
                </a:solidFill>
                <a:ea typeface="Calibri"/>
                <a:cs typeface="Calibri"/>
              </a:rPr>
              <a:t>: </a:t>
            </a:r>
            <a:endParaRPr lang="en-US" b="1" dirty="0">
              <a:solidFill>
                <a:schemeClr val="accent6"/>
              </a:solidFill>
              <a:ea typeface="Calibri"/>
              <a:cs typeface="Calibri"/>
            </a:endParaRP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✔ </a:t>
            </a:r>
            <a:r>
              <a:rPr lang="en-US" b="1" dirty="0"/>
              <a:t>Evita </a:t>
            </a:r>
            <a:r>
              <a:rPr lang="en-US" b="1" dirty="0" err="1"/>
              <a:t>clases</a:t>
            </a:r>
            <a:r>
              <a:rPr lang="en-US" b="1" dirty="0"/>
              <a:t> </a:t>
            </a:r>
            <a:r>
              <a:rPr lang="en-US" b="1" dirty="0" err="1"/>
              <a:t>sobrecargadas</a:t>
            </a:r>
            <a:r>
              <a:rPr lang="en-US" b="1" dirty="0"/>
              <a:t>:</a:t>
            </a:r>
            <a:r>
              <a:rPr lang="en-US" dirty="0"/>
              <a:t> No se </a:t>
            </a:r>
            <a:r>
              <a:rPr lang="en-US" dirty="0" err="1"/>
              <a:t>obliga</a:t>
            </a:r>
            <a:r>
              <a:rPr lang="en-US" dirty="0"/>
              <a:t> a una </a:t>
            </a:r>
            <a:r>
              <a:rPr lang="en-US" dirty="0" err="1"/>
              <a:t>clase</a:t>
            </a:r>
            <a:r>
              <a:rPr lang="en-US" dirty="0"/>
              <a:t> a </a:t>
            </a:r>
            <a:r>
              <a:rPr lang="en-US" dirty="0" err="1"/>
              <a:t>implementar</a:t>
            </a:r>
            <a:r>
              <a:rPr lang="en-US" dirty="0"/>
              <a:t> </a:t>
            </a:r>
            <a:r>
              <a:rPr lang="en-US" dirty="0" err="1"/>
              <a:t>métodos</a:t>
            </a:r>
            <a:r>
              <a:rPr lang="en-US" dirty="0"/>
              <a:t> que no </a:t>
            </a:r>
            <a:r>
              <a:rPr lang="en-US" dirty="0" err="1"/>
              <a:t>necesita</a:t>
            </a:r>
            <a:r>
              <a:rPr lang="en-US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br>
              <a:rPr lang="en-US" dirty="0"/>
            </a:br>
            <a:r>
              <a:rPr lang="en-US" dirty="0"/>
              <a:t>✔ </a:t>
            </a:r>
            <a:r>
              <a:rPr lang="en-US" b="1" dirty="0" err="1"/>
              <a:t>Mejora</a:t>
            </a:r>
            <a:r>
              <a:rPr lang="en-US" b="1" dirty="0"/>
              <a:t> la </a:t>
            </a:r>
            <a:r>
              <a:rPr lang="en-US" b="1" dirty="0" err="1"/>
              <a:t>flexibilidad</a:t>
            </a:r>
            <a:r>
              <a:rPr lang="en-US" b="1" dirty="0"/>
              <a:t>:</a:t>
            </a:r>
            <a:r>
              <a:rPr lang="en-US" dirty="0"/>
              <a:t> Se </a:t>
            </a:r>
            <a:r>
              <a:rPr lang="en-US" dirty="0" err="1"/>
              <a:t>pueden</a:t>
            </a:r>
            <a:r>
              <a:rPr lang="en-US" dirty="0"/>
              <a:t> </a:t>
            </a:r>
            <a:r>
              <a:rPr lang="en-US" dirty="0" err="1"/>
              <a:t>cambiar</a:t>
            </a:r>
            <a:r>
              <a:rPr lang="en-US" dirty="0"/>
              <a:t> o </a:t>
            </a:r>
            <a:r>
              <a:rPr lang="en-US" dirty="0" err="1"/>
              <a:t>agregar</a:t>
            </a:r>
            <a:r>
              <a:rPr lang="en-US" dirty="0"/>
              <a:t> </a:t>
            </a:r>
            <a:r>
              <a:rPr lang="en-US" dirty="0" err="1"/>
              <a:t>funcionalidades</a:t>
            </a:r>
            <a:r>
              <a:rPr lang="en-US" dirty="0"/>
              <a:t> sin </a:t>
            </a:r>
            <a:r>
              <a:rPr lang="en-US" dirty="0" err="1"/>
              <a:t>afectar</a:t>
            </a:r>
            <a:r>
              <a:rPr lang="en-US" dirty="0"/>
              <a:t> </a:t>
            </a:r>
            <a:r>
              <a:rPr lang="en-US" dirty="0" err="1"/>
              <a:t>clases</a:t>
            </a:r>
            <a:r>
              <a:rPr lang="en-US" dirty="0"/>
              <a:t> que no las </a:t>
            </a:r>
            <a:r>
              <a:rPr lang="en-US" dirty="0" err="1"/>
              <a:t>usan</a:t>
            </a:r>
            <a:r>
              <a:rPr lang="en-US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br>
              <a:rPr lang="en-US" dirty="0"/>
            </a:br>
            <a:r>
              <a:rPr lang="en-US" dirty="0"/>
              <a:t>✔ </a:t>
            </a:r>
            <a:r>
              <a:rPr lang="en-US" b="1" dirty="0" err="1"/>
              <a:t>Facilita</a:t>
            </a:r>
            <a:r>
              <a:rPr lang="en-US" b="1" dirty="0"/>
              <a:t> la </a:t>
            </a:r>
            <a:r>
              <a:rPr lang="en-US" b="1" dirty="0" err="1"/>
              <a:t>mantenibilidad</a:t>
            </a:r>
            <a:r>
              <a:rPr lang="en-US" b="1" dirty="0"/>
              <a:t>:</a:t>
            </a:r>
            <a:r>
              <a:rPr lang="en-US" dirty="0"/>
              <a:t> El </a:t>
            </a:r>
            <a:r>
              <a:rPr lang="en-US" dirty="0" err="1"/>
              <a:t>código</a:t>
            </a:r>
            <a:r>
              <a:rPr lang="en-US" dirty="0"/>
              <a:t> es </a:t>
            </a:r>
            <a:r>
              <a:rPr lang="en-US" dirty="0" err="1"/>
              <a:t>más</a:t>
            </a:r>
            <a:r>
              <a:rPr lang="en-US" dirty="0"/>
              <a:t> claro y </a:t>
            </a:r>
            <a:r>
              <a:rPr lang="en-US" dirty="0" err="1"/>
              <a:t>fácil</a:t>
            </a:r>
            <a:r>
              <a:rPr lang="en-US" dirty="0"/>
              <a:t> de </a:t>
            </a:r>
            <a:r>
              <a:rPr lang="en-US" dirty="0" err="1"/>
              <a:t>entender</a:t>
            </a:r>
            <a:r>
              <a:rPr lang="en-US" dirty="0"/>
              <a:t>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54AD0DF-2FFC-1E3D-C6F2-6B80124CA7AD}"/>
              </a:ext>
            </a:extLst>
          </p:cNvPr>
          <p:cNvSpPr txBox="1"/>
          <p:nvPr/>
        </p:nvSpPr>
        <p:spPr>
          <a:xfrm>
            <a:off x="550843" y="3626557"/>
            <a:ext cx="10428889" cy="258532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 dirty="0"/>
              <a:t>🛠 ¿</a:t>
            </a:r>
            <a:r>
              <a:rPr lang="en-US" b="1" dirty="0" err="1"/>
              <a:t>Qué</a:t>
            </a:r>
            <a:r>
              <a:rPr lang="en-US" b="1" dirty="0"/>
              <a:t> se debe </a:t>
            </a:r>
            <a:r>
              <a:rPr lang="en-US" b="1" dirty="0" err="1"/>
              <a:t>tener</a:t>
            </a:r>
            <a:r>
              <a:rPr lang="en-US" b="1" dirty="0"/>
              <a:t> </a:t>
            </a:r>
            <a:r>
              <a:rPr lang="en-US" b="1" dirty="0" err="1"/>
              <a:t>en</a:t>
            </a:r>
            <a:r>
              <a:rPr lang="en-US" b="1" dirty="0"/>
              <a:t> </a:t>
            </a:r>
            <a:r>
              <a:rPr lang="en-US" b="1" dirty="0" err="1"/>
              <a:t>cuenta</a:t>
            </a:r>
            <a:r>
              <a:rPr lang="en-US" b="1" dirty="0"/>
              <a:t> al </a:t>
            </a:r>
            <a:r>
              <a:rPr lang="en-US" b="1" dirty="0" err="1"/>
              <a:t>diseñar</a:t>
            </a:r>
            <a:r>
              <a:rPr lang="en-US" b="1" dirty="0"/>
              <a:t> para </a:t>
            </a:r>
            <a:r>
              <a:rPr lang="en-US" b="1" dirty="0" err="1"/>
              <a:t>cumplir</a:t>
            </a:r>
            <a:r>
              <a:rPr lang="en-US" b="1" dirty="0"/>
              <a:t> ISP?</a:t>
            </a:r>
          </a:p>
          <a:p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1️⃣ </a:t>
            </a:r>
            <a:r>
              <a:rPr lang="en-US" b="1" dirty="0" err="1"/>
              <a:t>Evitar</a:t>
            </a:r>
            <a:r>
              <a:rPr lang="en-US" b="1" dirty="0"/>
              <a:t> interfaces </a:t>
            </a:r>
            <a:r>
              <a:rPr lang="en-US" b="1" dirty="0" err="1"/>
              <a:t>muy</a:t>
            </a:r>
            <a:r>
              <a:rPr lang="en-US" b="1" dirty="0"/>
              <a:t> </a:t>
            </a:r>
            <a:r>
              <a:rPr lang="en-US" b="1" dirty="0" err="1"/>
              <a:t>generales</a:t>
            </a:r>
            <a:r>
              <a:rPr lang="en-US" dirty="0"/>
              <a:t>: Si una </a:t>
            </a:r>
            <a:r>
              <a:rPr lang="en-US" dirty="0" err="1"/>
              <a:t>interfaz</a:t>
            </a:r>
            <a:r>
              <a:rPr lang="en-US" dirty="0"/>
              <a:t> </a:t>
            </a:r>
            <a:r>
              <a:rPr lang="en-US" dirty="0" err="1"/>
              <a:t>tiene</a:t>
            </a:r>
            <a:r>
              <a:rPr lang="en-US" dirty="0"/>
              <a:t> </a:t>
            </a:r>
            <a:r>
              <a:rPr lang="en-US" dirty="0" err="1"/>
              <a:t>demasiados</a:t>
            </a:r>
            <a:r>
              <a:rPr lang="en-US" dirty="0"/>
              <a:t> </a:t>
            </a:r>
            <a:r>
              <a:rPr lang="en-US" dirty="0" err="1"/>
              <a:t>métodos</a:t>
            </a:r>
            <a:r>
              <a:rPr lang="en-US" dirty="0"/>
              <a:t>, </a:t>
            </a:r>
            <a:r>
              <a:rPr lang="en-US" dirty="0" err="1"/>
              <a:t>puede</a:t>
            </a:r>
            <a:r>
              <a:rPr lang="en-US" dirty="0"/>
              <a:t> </a:t>
            </a:r>
            <a:r>
              <a:rPr lang="en-US" dirty="0" err="1"/>
              <a:t>estar</a:t>
            </a:r>
            <a:r>
              <a:rPr lang="en-US" dirty="0"/>
              <a:t> mal </a:t>
            </a:r>
            <a:r>
              <a:rPr lang="en-US" dirty="0" err="1"/>
              <a:t>diseñada</a:t>
            </a:r>
            <a:r>
              <a:rPr lang="en-US" dirty="0"/>
              <a:t>.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2️⃣ </a:t>
            </a:r>
            <a:r>
              <a:rPr lang="en-US" b="1" dirty="0" err="1"/>
              <a:t>Agrupar</a:t>
            </a:r>
            <a:r>
              <a:rPr lang="en-US" b="1" dirty="0"/>
              <a:t> </a:t>
            </a:r>
            <a:r>
              <a:rPr lang="en-US" b="1" dirty="0" err="1"/>
              <a:t>métodos</a:t>
            </a:r>
            <a:r>
              <a:rPr lang="en-US" b="1" dirty="0"/>
              <a:t> </a:t>
            </a:r>
            <a:r>
              <a:rPr lang="en-US" b="1" dirty="0" err="1"/>
              <a:t>relacionados</a:t>
            </a:r>
            <a:r>
              <a:rPr lang="en-US" dirty="0"/>
              <a:t>: </a:t>
            </a:r>
            <a:r>
              <a:rPr lang="en-US" dirty="0" err="1"/>
              <a:t>Crear</a:t>
            </a:r>
            <a:r>
              <a:rPr lang="en-US" dirty="0"/>
              <a:t> interfaces </a:t>
            </a:r>
            <a:r>
              <a:rPr lang="en-US" dirty="0" err="1"/>
              <a:t>específicas</a:t>
            </a:r>
            <a:r>
              <a:rPr lang="en-US" dirty="0"/>
              <a:t> con </a:t>
            </a:r>
            <a:r>
              <a:rPr lang="en-US" dirty="0" err="1"/>
              <a:t>métodos</a:t>
            </a:r>
            <a:r>
              <a:rPr lang="en-US" dirty="0"/>
              <a:t> </a:t>
            </a:r>
            <a:r>
              <a:rPr lang="en-US" dirty="0" err="1"/>
              <a:t>afines</a:t>
            </a:r>
            <a:r>
              <a:rPr lang="en-US" dirty="0"/>
              <a:t>.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3️⃣ </a:t>
            </a:r>
            <a:r>
              <a:rPr lang="en-US" b="1" dirty="0" err="1"/>
              <a:t>Aplicar</a:t>
            </a:r>
            <a:r>
              <a:rPr lang="en-US" b="1" dirty="0"/>
              <a:t> </a:t>
            </a:r>
            <a:r>
              <a:rPr lang="en-US" b="1" dirty="0" err="1"/>
              <a:t>el</a:t>
            </a:r>
            <a:r>
              <a:rPr lang="en-US" b="1" dirty="0"/>
              <a:t> principio "Solo lo que </a:t>
            </a:r>
            <a:r>
              <a:rPr lang="en-US" b="1" dirty="0" err="1"/>
              <a:t>necesito</a:t>
            </a:r>
            <a:r>
              <a:rPr lang="en-US" b="1" dirty="0"/>
              <a:t>"</a:t>
            </a:r>
            <a:r>
              <a:rPr lang="en-US" dirty="0"/>
              <a:t>: </a:t>
            </a:r>
            <a:r>
              <a:rPr lang="en-US" dirty="0" err="1"/>
              <a:t>Cada</a:t>
            </a:r>
            <a:r>
              <a:rPr lang="en-US" dirty="0"/>
              <a:t> </a:t>
            </a:r>
            <a:r>
              <a:rPr lang="en-US" dirty="0" err="1"/>
              <a:t>clase</a:t>
            </a:r>
            <a:r>
              <a:rPr lang="en-US" dirty="0"/>
              <a:t> debe </a:t>
            </a:r>
            <a:r>
              <a:rPr lang="en-US" dirty="0" err="1"/>
              <a:t>implementar</a:t>
            </a:r>
            <a:r>
              <a:rPr lang="en-US" dirty="0"/>
              <a:t> solo las interfaces que </a:t>
            </a:r>
            <a:r>
              <a:rPr lang="en-US" dirty="0" err="1"/>
              <a:t>usa</a:t>
            </a:r>
            <a:r>
              <a:rPr lang="en-US" dirty="0"/>
              <a:t>.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4️⃣ </a:t>
            </a:r>
            <a:r>
              <a:rPr lang="en-US" b="1" dirty="0"/>
              <a:t>Usar interfaces </a:t>
            </a:r>
            <a:r>
              <a:rPr lang="en-US" b="1" dirty="0" err="1"/>
              <a:t>pequeñas</a:t>
            </a:r>
            <a:r>
              <a:rPr lang="en-US" b="1" dirty="0"/>
              <a:t> y </a:t>
            </a:r>
            <a:r>
              <a:rPr lang="en-US" b="1" dirty="0" err="1"/>
              <a:t>reutilizables</a:t>
            </a:r>
            <a:r>
              <a:rPr lang="en-US" dirty="0"/>
              <a:t>: </a:t>
            </a:r>
            <a:r>
              <a:rPr lang="en-US" dirty="0" err="1"/>
              <a:t>Esto</a:t>
            </a:r>
            <a:r>
              <a:rPr lang="en-US" dirty="0"/>
              <a:t> </a:t>
            </a:r>
            <a:r>
              <a:rPr lang="en-US" dirty="0" err="1"/>
              <a:t>mejora</a:t>
            </a:r>
            <a:r>
              <a:rPr lang="en-US" dirty="0"/>
              <a:t> la </a:t>
            </a:r>
            <a:r>
              <a:rPr lang="en-US" dirty="0" err="1"/>
              <a:t>flexibilidad</a:t>
            </a:r>
            <a:r>
              <a:rPr lang="en-US" dirty="0"/>
              <a:t> y </a:t>
            </a:r>
            <a:r>
              <a:rPr lang="en-US" dirty="0" err="1"/>
              <a:t>el</a:t>
            </a:r>
            <a:r>
              <a:rPr lang="en-US" dirty="0"/>
              <a:t> </a:t>
            </a:r>
            <a:r>
              <a:rPr lang="en-US" dirty="0" err="1"/>
              <a:t>mantenimiento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2741169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B4B879-3AA5-54D4-CAA7-EC981B3618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1">
            <a:extLst>
              <a:ext uri="{FF2B5EF4-FFF2-40B4-BE49-F238E27FC236}">
                <a16:creationId xmlns:a16="http://schemas.microsoft.com/office/drawing/2014/main" id="{CB4F024D-5E01-322D-BF9F-74CA184968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44" y="413742"/>
            <a:ext cx="9062106" cy="836674"/>
          </a:xfr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>
            <a:normAutofit/>
          </a:bodyPr>
          <a:lstStyle/>
          <a:p>
            <a:pPr algn="ctr"/>
            <a:r>
              <a:rPr lang="es-ES" sz="3600" dirty="0">
                <a:ea typeface="+mn-lt"/>
                <a:cs typeface="+mn-lt"/>
              </a:rPr>
              <a:t>DIP: Principio de Inversión de Dependencia</a:t>
            </a:r>
            <a:endParaRPr lang="en-US" sz="4000" dirty="0">
              <a:ea typeface="Calibri"/>
              <a:cs typeface="Calibri"/>
            </a:endParaRPr>
          </a:p>
        </p:txBody>
      </p:sp>
      <p:sp>
        <p:nvSpPr>
          <p:cNvPr id="4" name="Rombo 3">
            <a:extLst>
              <a:ext uri="{FF2B5EF4-FFF2-40B4-BE49-F238E27FC236}">
                <a16:creationId xmlns:a16="http://schemas.microsoft.com/office/drawing/2014/main" id="{38EC8A65-F316-F68C-0B93-9288ABDCB828}"/>
              </a:ext>
            </a:extLst>
          </p:cNvPr>
          <p:cNvSpPr/>
          <p:nvPr/>
        </p:nvSpPr>
        <p:spPr>
          <a:xfrm>
            <a:off x="0" y="367179"/>
            <a:ext cx="1101687" cy="836674"/>
          </a:xfrm>
          <a:prstGeom prst="diamond">
            <a:avLst/>
          </a:prstGeom>
          <a:solidFill>
            <a:srgbClr val="002060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Autofit/>
          </a:bodyPr>
          <a:lstStyle/>
          <a:p>
            <a:pPr algn="ctr" defTabSz="914422">
              <a:lnSpc>
                <a:spcPct val="90000"/>
              </a:lnSpc>
              <a:spcBef>
                <a:spcPct val="0"/>
              </a:spcBef>
            </a:pPr>
            <a:r>
              <a:rPr lang="es-ES" sz="4000" dirty="0">
                <a:latin typeface="Flama Condensed Light"/>
              </a:rPr>
              <a:t>D</a:t>
            </a:r>
            <a:endParaRPr lang="es-419" sz="4000" dirty="0">
              <a:latin typeface="Flama Condensed Light"/>
            </a:endParaRP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FF402F1A-5192-447B-A324-4DE33B8DB23F}"/>
              </a:ext>
            </a:extLst>
          </p:cNvPr>
          <p:cNvSpPr txBox="1"/>
          <p:nvPr/>
        </p:nvSpPr>
        <p:spPr>
          <a:xfrm>
            <a:off x="741948" y="1663801"/>
            <a:ext cx="10708104" cy="4616648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400" b="1" dirty="0">
                <a:solidFill>
                  <a:schemeClr val="accent6"/>
                </a:solidFill>
              </a:rPr>
              <a:t>Las clases de alto nivel (tienen implementada la lógica del negocio) no deberían depender de las clases de bajo nivel(tienen implementaciones específicas).  Ambas deberían depender de abstracciones. </a:t>
            </a:r>
            <a:endParaRPr lang="es-419" sz="2400" b="1" dirty="0">
              <a:solidFill>
                <a:schemeClr val="accent6"/>
              </a:solidFill>
            </a:endParaRPr>
          </a:p>
          <a:p>
            <a:endParaRPr lang="es-ES" dirty="0">
              <a:ea typeface="Calibri"/>
              <a:cs typeface="Calibri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400" b="1" dirty="0">
                <a:solidFill>
                  <a:schemeClr val="accent1"/>
                </a:solidFill>
                <a:ea typeface="Calibri"/>
                <a:cs typeface="Calibri"/>
              </a:rPr>
              <a:t>Las abstracciones no deberían depender de los detalles. Los detalles deberían depender de abstracciones (interfaces o clases abstractas).</a:t>
            </a:r>
            <a:endParaRPr lang="es-ES" sz="2400" b="1" dirty="0">
              <a:solidFill>
                <a:schemeClr val="accent1"/>
              </a:solidFill>
            </a:endParaRPr>
          </a:p>
          <a:p>
            <a:endParaRPr lang="es-ES" dirty="0">
              <a:ea typeface="Calibri"/>
              <a:cs typeface="Calibri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dirty="0">
                <a:ea typeface="Calibri"/>
                <a:cs typeface="Calibri"/>
              </a:rPr>
              <a:t>Cuando se cumple lo anterior, se puede decir que hay una inversión de dependencia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2000" dirty="0">
              <a:ea typeface="Calibri"/>
              <a:cs typeface="Calibri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dirty="0">
                <a:ea typeface="Calibri"/>
                <a:cs typeface="Calibri"/>
              </a:rPr>
              <a:t>Este principio promueve un código más flexible mediante: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2000" dirty="0">
              <a:ea typeface="Calibri"/>
              <a:cs typeface="Calibri"/>
            </a:endParaRPr>
          </a:p>
          <a:p>
            <a:pPr marL="742950" lvl="1" indent="-285750">
              <a:buFont typeface="Arial"/>
              <a:buChar char="•"/>
            </a:pPr>
            <a:r>
              <a:rPr lang="es-ES" sz="2000" dirty="0">
                <a:ea typeface="Calibri"/>
                <a:cs typeface="Calibri"/>
              </a:rPr>
              <a:t>El desacoplamiento entre módulos (clases)</a:t>
            </a:r>
          </a:p>
          <a:p>
            <a:pPr marL="742950" lvl="1" indent="-285750">
              <a:buFont typeface="Arial"/>
              <a:buChar char="•"/>
            </a:pPr>
            <a:r>
              <a:rPr lang="es-ES" sz="2000" dirty="0">
                <a:ea typeface="Calibri"/>
                <a:cs typeface="Calibri"/>
              </a:rPr>
              <a:t>El uso de interfaces o clases abstractas para definir dependencias</a:t>
            </a:r>
          </a:p>
          <a:p>
            <a:endParaRPr lang="es-ES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167758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4658E1-28F7-AECE-DB3F-9C1891ADFE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C9104BE7-E2B8-1D2B-AEB6-0BDF8ADBAC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44" y="413742"/>
            <a:ext cx="9062106" cy="836674"/>
          </a:xfr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>
            <a:normAutofit/>
          </a:bodyPr>
          <a:lstStyle/>
          <a:p>
            <a:pPr algn="ctr"/>
            <a:r>
              <a:rPr lang="es-ES" sz="3600" dirty="0">
                <a:ea typeface="Calibri"/>
                <a:cs typeface="Calibri"/>
              </a:rPr>
              <a:t>Inyección de Dependencias en el Constructor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C2079CF-459E-7D9B-28F8-B0FB2E526A77}"/>
              </a:ext>
            </a:extLst>
          </p:cNvPr>
          <p:cNvSpPr txBox="1"/>
          <p:nvPr/>
        </p:nvSpPr>
        <p:spPr>
          <a:xfrm>
            <a:off x="1190340" y="1766925"/>
            <a:ext cx="4683918" cy="452431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a typeface="Calibri"/>
                <a:cs typeface="Calibri"/>
              </a:rPr>
              <a:t>Es la forma </a:t>
            </a:r>
            <a:r>
              <a:rPr lang="en-US" dirty="0" err="1">
                <a:ea typeface="Calibri"/>
                <a:cs typeface="Calibri"/>
              </a:rPr>
              <a:t>más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común</a:t>
            </a:r>
            <a:r>
              <a:rPr lang="en-US" dirty="0">
                <a:ea typeface="Calibri"/>
                <a:cs typeface="Calibri"/>
              </a:rPr>
              <a:t> de </a:t>
            </a:r>
            <a:r>
              <a:rPr lang="en-US" dirty="0" err="1">
                <a:ea typeface="Calibri"/>
                <a:cs typeface="Calibri"/>
              </a:rPr>
              <a:t>Inversión</a:t>
            </a:r>
            <a:r>
              <a:rPr lang="en-US" dirty="0">
                <a:ea typeface="Calibri"/>
                <a:cs typeface="Calibri"/>
              </a:rPr>
              <a:t> de </a:t>
            </a:r>
            <a:r>
              <a:rPr lang="en-US" dirty="0" err="1">
                <a:ea typeface="Calibri"/>
                <a:cs typeface="Calibri"/>
              </a:rPr>
              <a:t>Dependencia</a:t>
            </a:r>
            <a:r>
              <a:rPr lang="en-US" dirty="0">
                <a:ea typeface="Calibri"/>
                <a:cs typeface="Calibri"/>
              </a:rPr>
              <a:t>(DI) 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ea typeface="Calibri"/>
              <a:cs typeface="Calibri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Patrón</a:t>
            </a:r>
            <a:r>
              <a:rPr lang="en-US" dirty="0"/>
              <a:t> de </a:t>
            </a:r>
            <a:r>
              <a:rPr lang="en-US" dirty="0" err="1"/>
              <a:t>diseño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que las </a:t>
            </a:r>
            <a:r>
              <a:rPr lang="en-US" dirty="0" err="1"/>
              <a:t>dependencias</a:t>
            </a:r>
            <a:r>
              <a:rPr lang="en-US" dirty="0"/>
              <a:t> de una </a:t>
            </a:r>
            <a:r>
              <a:rPr lang="en-US" dirty="0" err="1"/>
              <a:t>clase</a:t>
            </a:r>
            <a:r>
              <a:rPr lang="en-US" dirty="0"/>
              <a:t> se </a:t>
            </a:r>
            <a:r>
              <a:rPr lang="en-US" dirty="0" err="1"/>
              <a:t>proporcionan</a:t>
            </a:r>
            <a:r>
              <a:rPr lang="en-US" dirty="0"/>
              <a:t> </a:t>
            </a:r>
            <a:r>
              <a:rPr lang="en-US" dirty="0" err="1"/>
              <a:t>desde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exterior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lugar</a:t>
            </a:r>
            <a:r>
              <a:rPr lang="en-US" dirty="0"/>
              <a:t> de ser </a:t>
            </a:r>
            <a:r>
              <a:rPr lang="en-US" dirty="0" err="1"/>
              <a:t>creadas</a:t>
            </a:r>
            <a:r>
              <a:rPr lang="en-US" dirty="0"/>
              <a:t> dentro de la </a:t>
            </a:r>
            <a:r>
              <a:rPr lang="en-US" dirty="0" err="1"/>
              <a:t>clase</a:t>
            </a:r>
            <a:r>
              <a:rPr lang="en-US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ea typeface="+mn-lt"/>
              <a:cs typeface="+mn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ea typeface="+mn-lt"/>
                <a:cs typeface="+mn-lt"/>
              </a:rPr>
              <a:t>Consiste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en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proporcionar</a:t>
            </a:r>
            <a:r>
              <a:rPr lang="en-US" dirty="0">
                <a:ea typeface="+mn-lt"/>
                <a:cs typeface="+mn-lt"/>
              </a:rPr>
              <a:t> las </a:t>
            </a:r>
            <a:r>
              <a:rPr lang="en-US" dirty="0" err="1">
                <a:ea typeface="+mn-lt"/>
                <a:cs typeface="+mn-lt"/>
              </a:rPr>
              <a:t>dependencias</a:t>
            </a:r>
            <a:r>
              <a:rPr lang="en-US" dirty="0">
                <a:ea typeface="+mn-lt"/>
                <a:cs typeface="+mn-lt"/>
              </a:rPr>
              <a:t> a </a:t>
            </a:r>
            <a:r>
              <a:rPr lang="en-US" dirty="0" err="1">
                <a:ea typeface="+mn-lt"/>
                <a:cs typeface="+mn-lt"/>
              </a:rPr>
              <a:t>través</a:t>
            </a:r>
            <a:r>
              <a:rPr lang="en-US" dirty="0">
                <a:ea typeface="+mn-lt"/>
                <a:cs typeface="+mn-lt"/>
              </a:rPr>
              <a:t> del constructor de la </a:t>
            </a:r>
            <a:r>
              <a:rPr lang="en-US" dirty="0" err="1">
                <a:ea typeface="+mn-lt"/>
                <a:cs typeface="+mn-lt"/>
              </a:rPr>
              <a:t>clase</a:t>
            </a:r>
            <a:r>
              <a:rPr lang="en-US" dirty="0">
                <a:ea typeface="+mn-lt"/>
                <a:cs typeface="+mn-lt"/>
              </a:rPr>
              <a:t>. 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ea typeface="Calibri"/>
              <a:cs typeface="Calibri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ea typeface="Calibri"/>
                <a:cs typeface="Calibri"/>
              </a:rPr>
              <a:t>Ventajas</a:t>
            </a:r>
            <a:r>
              <a:rPr lang="en-US" dirty="0">
                <a:ea typeface="Calibri"/>
                <a:cs typeface="Calibri"/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ea typeface="+mn-lt"/>
                <a:cs typeface="+mn-lt"/>
              </a:rPr>
              <a:t>Reducción</a:t>
            </a:r>
            <a:r>
              <a:rPr lang="en-US" dirty="0">
                <a:ea typeface="+mn-lt"/>
                <a:cs typeface="+mn-lt"/>
              </a:rPr>
              <a:t> del </a:t>
            </a:r>
            <a:r>
              <a:rPr lang="en-US" dirty="0" err="1">
                <a:ea typeface="+mn-lt"/>
                <a:cs typeface="+mn-lt"/>
              </a:rPr>
              <a:t>acoplamiento</a:t>
            </a:r>
            <a:r>
              <a:rPr lang="en-US" dirty="0">
                <a:ea typeface="+mn-lt"/>
                <a:cs typeface="+mn-lt"/>
              </a:rPr>
              <a:t> --&gt; La </a:t>
            </a:r>
            <a:r>
              <a:rPr lang="en-US" dirty="0" err="1">
                <a:ea typeface="+mn-lt"/>
                <a:cs typeface="+mn-lt"/>
              </a:rPr>
              <a:t>clase</a:t>
            </a:r>
            <a:r>
              <a:rPr lang="en-US" dirty="0">
                <a:ea typeface="+mn-lt"/>
                <a:cs typeface="+mn-lt"/>
              </a:rPr>
              <a:t> no </a:t>
            </a:r>
            <a:r>
              <a:rPr lang="en-US" dirty="0" err="1">
                <a:ea typeface="+mn-lt"/>
                <a:cs typeface="+mn-lt"/>
              </a:rPr>
              <a:t>crea</a:t>
            </a:r>
            <a:r>
              <a:rPr lang="en-US" dirty="0">
                <a:ea typeface="+mn-lt"/>
                <a:cs typeface="+mn-lt"/>
              </a:rPr>
              <a:t> sus </a:t>
            </a:r>
            <a:r>
              <a:rPr lang="en-US" dirty="0" err="1">
                <a:ea typeface="+mn-lt"/>
                <a:cs typeface="+mn-lt"/>
              </a:rPr>
              <a:t>dependencias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directamente</a:t>
            </a:r>
            <a:r>
              <a:rPr lang="en-US" dirty="0">
                <a:ea typeface="+mn-lt"/>
                <a:cs typeface="+mn-lt"/>
              </a:rPr>
              <a:t>, </a:t>
            </a:r>
            <a:r>
              <a:rPr lang="en-US" dirty="0" err="1">
                <a:ea typeface="+mn-lt"/>
                <a:cs typeface="+mn-lt"/>
              </a:rPr>
              <a:t>sino</a:t>
            </a:r>
            <a:r>
              <a:rPr lang="en-US" dirty="0">
                <a:ea typeface="+mn-lt"/>
                <a:cs typeface="+mn-lt"/>
              </a:rPr>
              <a:t> que las </a:t>
            </a:r>
            <a:r>
              <a:rPr lang="en-US" dirty="0" err="1">
                <a:ea typeface="+mn-lt"/>
                <a:cs typeface="+mn-lt"/>
              </a:rPr>
              <a:t>recibe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en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su</a:t>
            </a:r>
            <a:r>
              <a:rPr lang="en-US" dirty="0">
                <a:ea typeface="+mn-lt"/>
                <a:cs typeface="+mn-lt"/>
              </a:rPr>
              <a:t> constructor.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ea typeface="Calibri"/>
              <a:cs typeface="Calibri"/>
            </a:endParaRPr>
          </a:p>
        </p:txBody>
      </p:sp>
      <p:grpSp>
        <p:nvGrpSpPr>
          <p:cNvPr id="15" name="Grupo 14">
            <a:extLst>
              <a:ext uri="{FF2B5EF4-FFF2-40B4-BE49-F238E27FC236}">
                <a16:creationId xmlns:a16="http://schemas.microsoft.com/office/drawing/2014/main" id="{9F329B79-5455-431A-B30A-1404750BD807}"/>
              </a:ext>
            </a:extLst>
          </p:cNvPr>
          <p:cNvGrpSpPr/>
          <p:nvPr/>
        </p:nvGrpSpPr>
        <p:grpSpPr>
          <a:xfrm>
            <a:off x="7704182" y="1405187"/>
            <a:ext cx="4082754" cy="4581526"/>
            <a:chOff x="7704182" y="1405187"/>
            <a:chExt cx="4082754" cy="4581526"/>
          </a:xfrm>
        </p:grpSpPr>
        <p:pic>
          <p:nvPicPr>
            <p:cNvPr id="7" name="Picture 6" descr="A diagram of a computer flowchart&#10;&#10;AI-generated content may be incorrect.">
              <a:extLst>
                <a:ext uri="{FF2B5EF4-FFF2-40B4-BE49-F238E27FC236}">
                  <a16:creationId xmlns:a16="http://schemas.microsoft.com/office/drawing/2014/main" id="{3E3A8480-CAED-D55C-14E4-8B19807A34E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704182" y="1405187"/>
              <a:ext cx="2047876" cy="4581526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B6C2CDBA-E6DC-928E-DD03-39499FB3486E}"/>
                </a:ext>
              </a:extLst>
            </p:cNvPr>
            <p:cNvSpPr txBox="1"/>
            <p:nvPr/>
          </p:nvSpPr>
          <p:spPr>
            <a:xfrm>
              <a:off x="8045424" y="1849687"/>
              <a:ext cx="1378857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pPr algn="ctr"/>
              <a:r>
                <a:rPr lang="en-US" sz="1600" dirty="0">
                  <a:ea typeface="Calibri"/>
                  <a:cs typeface="Calibri"/>
                </a:rPr>
                <a:t>Automovil</a:t>
              </a:r>
              <a:endParaRPr lang="en-US" sz="1600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223CDF68-0130-B877-8683-3E3FCB500743}"/>
                </a:ext>
              </a:extLst>
            </p:cNvPr>
            <p:cNvSpPr txBox="1"/>
            <p:nvPr/>
          </p:nvSpPr>
          <p:spPr>
            <a:xfrm>
              <a:off x="7962080" y="5338218"/>
              <a:ext cx="1545544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pPr algn="ctr"/>
              <a:r>
                <a:rPr lang="en-US" sz="1400" err="1">
                  <a:ea typeface="Calibri"/>
                  <a:cs typeface="Calibri"/>
                </a:rPr>
                <a:t>MotorCombustion</a:t>
              </a:r>
              <a:endParaRPr lang="en-US" sz="1400">
                <a:ea typeface="Calibri"/>
                <a:cs typeface="Calibri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5ACA217D-CD02-A959-33A6-BC660BDDB86D}"/>
                </a:ext>
              </a:extLst>
            </p:cNvPr>
            <p:cNvSpPr txBox="1"/>
            <p:nvPr/>
          </p:nvSpPr>
          <p:spPr>
            <a:xfrm>
              <a:off x="8081142" y="3576093"/>
              <a:ext cx="1378857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pPr algn="ctr"/>
              <a:r>
                <a:rPr lang="en-US" sz="1600" dirty="0" err="1">
                  <a:ea typeface="Calibri"/>
                  <a:cs typeface="Calibri"/>
                </a:rPr>
                <a:t>IMotor</a:t>
              </a:r>
              <a:endParaRPr lang="en-US" sz="1600" dirty="0" err="1"/>
            </a:p>
          </p:txBody>
        </p:sp>
        <p:pic>
          <p:nvPicPr>
            <p:cNvPr id="12" name="Picture 11" descr="A white rectangular object with black text&#10;&#10;AI-generated content may be incorrect.">
              <a:extLst>
                <a:ext uri="{FF2B5EF4-FFF2-40B4-BE49-F238E27FC236}">
                  <a16:creationId xmlns:a16="http://schemas.microsoft.com/office/drawing/2014/main" id="{88C07D73-CDD7-590B-3F8B-B78C6574481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758112" y="4943726"/>
              <a:ext cx="2028824" cy="1042987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13DCC2A-46EB-F18C-C6C1-88B3958C1C52}"/>
                </a:ext>
              </a:extLst>
            </p:cNvPr>
            <p:cNvSpPr txBox="1"/>
            <p:nvPr/>
          </p:nvSpPr>
          <p:spPr>
            <a:xfrm>
              <a:off x="9995668" y="5312024"/>
              <a:ext cx="1545544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pPr algn="ctr"/>
              <a:r>
                <a:rPr lang="en-US" sz="1400" dirty="0" err="1">
                  <a:ea typeface="Calibri"/>
                  <a:cs typeface="Calibri"/>
                </a:rPr>
                <a:t>MotorElectrico</a:t>
              </a: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B2DC5CA1-11F5-B55D-6994-456D9D04E3EC}"/>
                </a:ext>
              </a:extLst>
            </p:cNvPr>
            <p:cNvCxnSpPr/>
            <p:nvPr/>
          </p:nvCxnSpPr>
          <p:spPr>
            <a:xfrm>
              <a:off x="10763576" y="4433344"/>
              <a:ext cx="4660" cy="496093"/>
            </a:xfrm>
            <a:prstGeom prst="straightConnector1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D7AC96B8-7EB9-4FD1-D1F4-61083F1A2951}"/>
                </a:ext>
              </a:extLst>
            </p:cNvPr>
            <p:cNvSpPr txBox="1"/>
            <p:nvPr/>
          </p:nvSpPr>
          <p:spPr>
            <a:xfrm>
              <a:off x="7959699" y="4371431"/>
              <a:ext cx="1545544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pPr algn="ctr"/>
              <a:r>
                <a:rPr lang="en-US" sz="1400" dirty="0" err="1">
                  <a:ea typeface="Calibri"/>
                  <a:cs typeface="Calibri"/>
                </a:rPr>
                <a:t>Implementa</a:t>
              </a:r>
              <a:endParaRPr lang="en-US" dirty="0" err="1"/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A95342A2-2B38-94D3-8C3A-FCBCE0DF319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347739" y="4453186"/>
              <a:ext cx="1421504" cy="27782"/>
            </a:xfrm>
            <a:prstGeom prst="straightConnector1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DE3DF8BC-0D37-F4AD-F67F-A1C6FEDC2F6D}"/>
                </a:ext>
              </a:extLst>
            </p:cNvPr>
            <p:cNvCxnSpPr>
              <a:cxnSpLocks/>
            </p:cNvCxnSpPr>
            <p:nvPr/>
          </p:nvCxnSpPr>
          <p:spPr>
            <a:xfrm>
              <a:off x="8735880" y="4639988"/>
              <a:ext cx="4660" cy="496093"/>
            </a:xfrm>
            <a:prstGeom prst="straightConnector1">
              <a:avLst/>
            </a:prstGeom>
            <a:ln>
              <a:prstDash val="dash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Conector recto 12">
              <a:extLst>
                <a:ext uri="{FF2B5EF4-FFF2-40B4-BE49-F238E27FC236}">
                  <a16:creationId xmlns:a16="http://schemas.microsoft.com/office/drawing/2014/main" id="{CE22FCEE-8BC3-4F42-ACAE-EEE8E500BF85}"/>
                </a:ext>
              </a:extLst>
            </p:cNvPr>
            <p:cNvCxnSpPr/>
            <p:nvPr/>
          </p:nvCxnSpPr>
          <p:spPr>
            <a:xfrm>
              <a:off x="8735880" y="2423711"/>
              <a:ext cx="0" cy="683046"/>
            </a:xfrm>
            <a:prstGeom prst="line">
              <a:avLst/>
            </a:prstGeom>
            <a:ln w="76200">
              <a:solidFill>
                <a:srgbClr val="FF000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CuadroTexto 15">
            <a:extLst>
              <a:ext uri="{FF2B5EF4-FFF2-40B4-BE49-F238E27FC236}">
                <a16:creationId xmlns:a16="http://schemas.microsoft.com/office/drawing/2014/main" id="{739F4E1E-800E-4EFB-90EB-C2229EC6D08B}"/>
              </a:ext>
            </a:extLst>
          </p:cNvPr>
          <p:cNvSpPr txBox="1"/>
          <p:nvPr/>
        </p:nvSpPr>
        <p:spPr>
          <a:xfrm>
            <a:off x="8777204" y="2593470"/>
            <a:ext cx="10390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>
                <a:solidFill>
                  <a:srgbClr val="FF0000"/>
                </a:solidFill>
              </a:rPr>
              <a:t>Depende</a:t>
            </a:r>
            <a:endParaRPr lang="es-419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842651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A44B4CC5-FD9E-DBA9-266A-0AC60B2B51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44" y="413742"/>
            <a:ext cx="9062106" cy="836674"/>
          </a:xfr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>
            <a:normAutofit/>
          </a:bodyPr>
          <a:lstStyle/>
          <a:p>
            <a:pPr algn="ctr"/>
            <a:r>
              <a:rPr lang="es-ES" sz="3600" dirty="0">
                <a:ea typeface="Calibri"/>
                <a:cs typeface="Calibri"/>
              </a:rPr>
              <a:t>Inyección de Dependencias en el Constructor</a:t>
            </a:r>
          </a:p>
        </p:txBody>
      </p:sp>
      <p:pic>
        <p:nvPicPr>
          <p:cNvPr id="5" name="Picture 4" descr="A close-up of a computer code&#10;&#10;AI-generated content may be incorrect.">
            <a:extLst>
              <a:ext uri="{FF2B5EF4-FFF2-40B4-BE49-F238E27FC236}">
                <a16:creationId xmlns:a16="http://schemas.microsoft.com/office/drawing/2014/main" id="{8D565635-B512-EAC2-05FF-70BA8CFC7D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5660" y="1450221"/>
            <a:ext cx="2229497" cy="1206609"/>
          </a:xfrm>
          <a:prstGeom prst="rect">
            <a:avLst/>
          </a:prstGeom>
        </p:spPr>
      </p:pic>
      <p:pic>
        <p:nvPicPr>
          <p:cNvPr id="6" name="Picture 5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8FDB3BC4-097E-B66C-6A71-8985EBDCED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8697" y="2887447"/>
            <a:ext cx="3970471" cy="1496393"/>
          </a:xfrm>
          <a:prstGeom prst="rect">
            <a:avLst/>
          </a:prstGeom>
        </p:spPr>
      </p:pic>
      <p:pic>
        <p:nvPicPr>
          <p:cNvPr id="7" name="Picture 6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E505BA86-E126-A5E0-6FCB-7E4BB49CD5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1755" y="2887446"/>
            <a:ext cx="4006797" cy="1496394"/>
          </a:xfrm>
          <a:prstGeom prst="rect">
            <a:avLst/>
          </a:prstGeom>
        </p:spPr>
      </p:pic>
      <p:pic>
        <p:nvPicPr>
          <p:cNvPr id="9" name="Picture 8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B144FBC1-7639-52BB-B0B8-F6C635A29E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2207" y="1697548"/>
            <a:ext cx="3183449" cy="3863276"/>
          </a:xfrm>
          <a:prstGeom prst="rect">
            <a:avLst/>
          </a:prstGeom>
        </p:spPr>
      </p:pic>
      <p:sp>
        <p:nvSpPr>
          <p:cNvPr id="10" name="Arrow: Down 9">
            <a:extLst>
              <a:ext uri="{FF2B5EF4-FFF2-40B4-BE49-F238E27FC236}">
                <a16:creationId xmlns:a16="http://schemas.microsoft.com/office/drawing/2014/main" id="{5A8756EE-251A-2394-7A0D-AE0CC1B7459C}"/>
              </a:ext>
            </a:extLst>
          </p:cNvPr>
          <p:cNvSpPr/>
          <p:nvPr/>
        </p:nvSpPr>
        <p:spPr>
          <a:xfrm rot="1800000">
            <a:off x="3961444" y="1262231"/>
            <a:ext cx="430777" cy="163270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err="1">
                <a:ea typeface="Calibri"/>
                <a:cs typeface="Calibri"/>
              </a:rPr>
              <a:t>Inyección</a:t>
            </a:r>
            <a:endParaRPr lang="en-US" sz="1200" dirty="0" err="1">
              <a:ea typeface="Calibri" panose="020F0502020204030204"/>
              <a:cs typeface="Calibri" panose="020F0502020204030204"/>
            </a:endParaRPr>
          </a:p>
        </p:txBody>
      </p:sp>
      <p:pic>
        <p:nvPicPr>
          <p:cNvPr id="13" name="Picture 12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FE365F45-573F-16FD-FA44-C1B00490493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36502" y="4761773"/>
            <a:ext cx="5535639" cy="1518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13278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D8D408-AE2C-C6EA-294B-2382F2962E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1">
            <a:extLst>
              <a:ext uri="{FF2B5EF4-FFF2-40B4-BE49-F238E27FC236}">
                <a16:creationId xmlns:a16="http://schemas.microsoft.com/office/drawing/2014/main" id="{040CDF18-D528-BB4B-EBEE-90F891700E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44" y="413742"/>
            <a:ext cx="9062106" cy="836674"/>
          </a:xfr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>
            <a:normAutofit/>
          </a:bodyPr>
          <a:lstStyle/>
          <a:p>
            <a:pPr algn="ctr"/>
            <a:r>
              <a:rPr lang="es-ES" sz="3600" dirty="0">
                <a:ea typeface="+mn-lt"/>
                <a:cs typeface="+mn-lt"/>
              </a:rPr>
              <a:t>DIP: Principio de Inversión de Dependencia</a:t>
            </a:r>
            <a:endParaRPr lang="en-US" sz="4000" dirty="0">
              <a:ea typeface="Calibri"/>
              <a:cs typeface="Calibri"/>
            </a:endParaRPr>
          </a:p>
        </p:txBody>
      </p:sp>
      <p:sp>
        <p:nvSpPr>
          <p:cNvPr id="4" name="Rombo 3">
            <a:extLst>
              <a:ext uri="{FF2B5EF4-FFF2-40B4-BE49-F238E27FC236}">
                <a16:creationId xmlns:a16="http://schemas.microsoft.com/office/drawing/2014/main" id="{8D020B79-3A5B-E77D-49DB-C38FF2DED235}"/>
              </a:ext>
            </a:extLst>
          </p:cNvPr>
          <p:cNvSpPr/>
          <p:nvPr/>
        </p:nvSpPr>
        <p:spPr>
          <a:xfrm>
            <a:off x="0" y="418840"/>
            <a:ext cx="1101687" cy="836674"/>
          </a:xfrm>
          <a:prstGeom prst="diamond">
            <a:avLst/>
          </a:prstGeom>
          <a:solidFill>
            <a:srgbClr val="002060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Autofit/>
          </a:bodyPr>
          <a:lstStyle/>
          <a:p>
            <a:pPr algn="ctr" defTabSz="914422">
              <a:lnSpc>
                <a:spcPct val="90000"/>
              </a:lnSpc>
              <a:spcBef>
                <a:spcPct val="0"/>
              </a:spcBef>
            </a:pPr>
            <a:r>
              <a:rPr lang="es-ES" sz="4000" dirty="0">
                <a:latin typeface="Flama Condensed Light"/>
              </a:rPr>
              <a:t>D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1AA330CC-2D15-1229-779D-E0B49211CF47}"/>
              </a:ext>
            </a:extLst>
          </p:cNvPr>
          <p:cNvSpPr txBox="1"/>
          <p:nvPr/>
        </p:nvSpPr>
        <p:spPr>
          <a:xfrm>
            <a:off x="892364" y="1663802"/>
            <a:ext cx="9287221" cy="341632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s-ES" dirty="0">
                <a:ea typeface="Calibri"/>
                <a:cs typeface="Calibri"/>
              </a:rPr>
              <a:t>Recomendaciones para aplicar este principio:</a:t>
            </a:r>
          </a:p>
          <a:p>
            <a:endParaRPr lang="es-ES" dirty="0">
              <a:ea typeface="Calibri"/>
              <a:cs typeface="Calibri"/>
            </a:endParaRPr>
          </a:p>
          <a:p>
            <a:pPr marL="342900" indent="-342900">
              <a:buAutoNum type="arabicPeriod"/>
            </a:pPr>
            <a:r>
              <a:rPr lang="es-ES" dirty="0">
                <a:ea typeface="+mn-lt"/>
                <a:cs typeface="+mn-lt"/>
              </a:rPr>
              <a:t>Es necesario describir las interfaces para las operaciones de bajo nivel en las que se basan las clases de alto nivel, preferiblemente en términos comerciales.</a:t>
            </a:r>
            <a:endParaRPr lang="es-ES" dirty="0">
              <a:ea typeface="Calibri"/>
              <a:cs typeface="Calibri"/>
            </a:endParaRPr>
          </a:p>
          <a:p>
            <a:pPr marL="342900" indent="-342900">
              <a:buAutoNum type="arabicPeriod"/>
            </a:pPr>
            <a:endParaRPr lang="es-ES" dirty="0">
              <a:ea typeface="Calibri"/>
              <a:cs typeface="Calibri"/>
            </a:endParaRPr>
          </a:p>
          <a:p>
            <a:pPr marL="342900" indent="-342900">
              <a:buAutoNum type="arabicPeriod"/>
            </a:pPr>
            <a:r>
              <a:rPr lang="es-ES" dirty="0">
                <a:ea typeface="Calibri"/>
                <a:cs typeface="Calibri"/>
              </a:rPr>
              <a:t>Diseñe de manera que </a:t>
            </a:r>
            <a:r>
              <a:rPr lang="es-ES" dirty="0">
                <a:ea typeface="+mn-lt"/>
                <a:cs typeface="+mn-lt"/>
              </a:rPr>
              <a:t>las clases de alto nivel dependan de esas interfaces, en lugar de clases concretas de bajo nivel.</a:t>
            </a:r>
            <a:endParaRPr lang="es-ES" dirty="0">
              <a:ea typeface="Calibri"/>
              <a:cs typeface="Calibri"/>
            </a:endParaRPr>
          </a:p>
          <a:p>
            <a:pPr marL="342900" indent="-342900">
              <a:buAutoNum type="arabicPeriod"/>
            </a:pPr>
            <a:endParaRPr lang="es-ES" dirty="0">
              <a:ea typeface="Calibri"/>
              <a:cs typeface="Calibri"/>
            </a:endParaRPr>
          </a:p>
          <a:p>
            <a:pPr marL="342900" indent="-342900">
              <a:buAutoNum type="arabicPeriod"/>
            </a:pPr>
            <a:r>
              <a:rPr lang="es-ES" dirty="0">
                <a:ea typeface="Calibri"/>
                <a:cs typeface="Calibri"/>
              </a:rPr>
              <a:t>Una vez que las clases de bajo nivel implementan estas interfaces, se vuelven dependientes del nivel de lógica empresarial, lo que invierte la dirección de la dependencia original.</a:t>
            </a:r>
          </a:p>
          <a:p>
            <a:endParaRPr lang="es-ES" dirty="0">
              <a:ea typeface="Calibri"/>
              <a:cs typeface="Calibri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>
                <a:ea typeface="Calibri"/>
                <a:cs typeface="Calibri"/>
              </a:rPr>
              <a:t>(DIP va de la mano con el principio Open/</a:t>
            </a:r>
            <a:r>
              <a:rPr lang="es-ES" dirty="0" err="1">
                <a:ea typeface="Calibri"/>
                <a:cs typeface="Calibri"/>
              </a:rPr>
              <a:t>Closed</a:t>
            </a:r>
            <a:r>
              <a:rPr lang="es-ES" dirty="0">
                <a:ea typeface="Calibri"/>
                <a:cs typeface="Calibri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1713181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DF7F4A-C3A6-B71E-197F-7C6624D6E7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1">
            <a:extLst>
              <a:ext uri="{FF2B5EF4-FFF2-40B4-BE49-F238E27FC236}">
                <a16:creationId xmlns:a16="http://schemas.microsoft.com/office/drawing/2014/main" id="{AC6BCD79-1FA4-3D04-3156-D2212BFD3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44" y="413742"/>
            <a:ext cx="9062106" cy="836674"/>
          </a:xfr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>
            <a:normAutofit/>
          </a:bodyPr>
          <a:lstStyle/>
          <a:p>
            <a:pPr algn="ctr"/>
            <a:r>
              <a:rPr lang="es-ES" sz="3600" dirty="0">
                <a:ea typeface="+mn-lt"/>
                <a:cs typeface="+mn-lt"/>
              </a:rPr>
              <a:t>DIP: Principio de Inversión de Dependencia</a:t>
            </a:r>
            <a:endParaRPr lang="en-US" sz="4000" dirty="0">
              <a:ea typeface="Calibri"/>
              <a:cs typeface="Calibri"/>
            </a:endParaRPr>
          </a:p>
        </p:txBody>
      </p:sp>
      <p:sp>
        <p:nvSpPr>
          <p:cNvPr id="4" name="Rombo 3">
            <a:extLst>
              <a:ext uri="{FF2B5EF4-FFF2-40B4-BE49-F238E27FC236}">
                <a16:creationId xmlns:a16="http://schemas.microsoft.com/office/drawing/2014/main" id="{3A5A1689-FE9A-C9CE-880F-3B578BC88213}"/>
              </a:ext>
            </a:extLst>
          </p:cNvPr>
          <p:cNvSpPr/>
          <p:nvPr/>
        </p:nvSpPr>
        <p:spPr>
          <a:xfrm>
            <a:off x="0" y="418840"/>
            <a:ext cx="1101687" cy="836674"/>
          </a:xfrm>
          <a:prstGeom prst="diamond">
            <a:avLst/>
          </a:prstGeom>
          <a:solidFill>
            <a:srgbClr val="002060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Autofit/>
          </a:bodyPr>
          <a:lstStyle/>
          <a:p>
            <a:pPr algn="ctr" defTabSz="914422">
              <a:lnSpc>
                <a:spcPct val="90000"/>
              </a:lnSpc>
              <a:spcBef>
                <a:spcPct val="0"/>
              </a:spcBef>
            </a:pPr>
            <a:r>
              <a:rPr lang="es-ES" sz="4000" dirty="0">
                <a:latin typeface="Flama Condensed Light"/>
              </a:rPr>
              <a:t>D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2A3E973-14FB-7504-2EE4-BB8FF16E01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315" y="1574950"/>
            <a:ext cx="3401863" cy="193968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248D4E4-D5FD-BF56-39BB-5A7D4F25C925}"/>
              </a:ext>
            </a:extLst>
          </p:cNvPr>
          <p:cNvSpPr txBox="1"/>
          <p:nvPr/>
        </p:nvSpPr>
        <p:spPr>
          <a:xfrm>
            <a:off x="310552" y="3430437"/>
            <a:ext cx="3648973" cy="181588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600" dirty="0"/>
              <a:t>La </a:t>
            </a:r>
            <a:r>
              <a:rPr lang="en-US" sz="1600" dirty="0" err="1"/>
              <a:t>clase</a:t>
            </a:r>
            <a:r>
              <a:rPr lang="en-US" sz="1600" dirty="0"/>
              <a:t> </a:t>
            </a:r>
            <a:r>
              <a:rPr lang="en-US" sz="1600" dirty="0" err="1"/>
              <a:t>BudgetReport</a:t>
            </a:r>
            <a:r>
              <a:rPr lang="en-US" sz="1600" dirty="0"/>
              <a:t> </a:t>
            </a:r>
            <a:r>
              <a:rPr lang="en-US" sz="1600" dirty="0" err="1"/>
              <a:t>utiliza</a:t>
            </a:r>
            <a:r>
              <a:rPr lang="en-US" sz="1600" dirty="0"/>
              <a:t> la </a:t>
            </a:r>
            <a:r>
              <a:rPr lang="en-US" sz="1600" dirty="0" err="1"/>
              <a:t>clase</a:t>
            </a:r>
            <a:r>
              <a:rPr lang="en-US" sz="1600" dirty="0"/>
              <a:t> </a:t>
            </a:r>
            <a:r>
              <a:rPr lang="en-US" sz="1600" dirty="0" err="1"/>
              <a:t>MySQLDatabase</a:t>
            </a:r>
            <a:r>
              <a:rPr lang="en-US" sz="1600" dirty="0"/>
              <a:t> de bajo </a:t>
            </a:r>
            <a:r>
              <a:rPr lang="en-US" sz="1600" dirty="0" err="1"/>
              <a:t>nivel</a:t>
            </a:r>
            <a:r>
              <a:rPr lang="en-US" sz="1600" dirty="0"/>
              <a:t> para leer y </a:t>
            </a:r>
            <a:r>
              <a:rPr lang="en-US" sz="1600" dirty="0" err="1"/>
              <a:t>conservar</a:t>
            </a:r>
            <a:r>
              <a:rPr lang="en-US" sz="1600" dirty="0"/>
              <a:t> sus </a:t>
            </a:r>
            <a:r>
              <a:rPr lang="en-US" sz="1600" dirty="0" err="1"/>
              <a:t>datos</a:t>
            </a:r>
            <a:r>
              <a:rPr lang="en-US" sz="1600" dirty="0"/>
              <a:t>.</a:t>
            </a:r>
          </a:p>
          <a:p>
            <a:endParaRPr lang="en-US" sz="1600" dirty="0">
              <a:ea typeface="Calibri"/>
              <a:cs typeface="Calibri"/>
            </a:endParaRPr>
          </a:p>
          <a:p>
            <a:r>
              <a:rPr lang="en-US" sz="1600" dirty="0">
                <a:ea typeface="Calibri"/>
                <a:cs typeface="Calibri"/>
              </a:rPr>
              <a:t>Un </a:t>
            </a:r>
            <a:r>
              <a:rPr lang="en-US" sz="1600" dirty="0" err="1">
                <a:ea typeface="Calibri"/>
                <a:cs typeface="Calibri"/>
              </a:rPr>
              <a:t>cambio</a:t>
            </a:r>
            <a:r>
              <a:rPr lang="en-US" sz="1600" dirty="0">
                <a:ea typeface="Calibri"/>
                <a:cs typeface="Calibri"/>
              </a:rPr>
              <a:t> </a:t>
            </a:r>
            <a:r>
              <a:rPr lang="en-US" sz="1600" dirty="0" err="1">
                <a:ea typeface="Calibri"/>
                <a:cs typeface="Calibri"/>
              </a:rPr>
              <a:t>en</a:t>
            </a:r>
            <a:r>
              <a:rPr lang="en-US" sz="1600" dirty="0">
                <a:ea typeface="Calibri"/>
                <a:cs typeface="Calibri"/>
              </a:rPr>
              <a:t> </a:t>
            </a:r>
            <a:r>
              <a:rPr lang="en-US" sz="1600" dirty="0" err="1">
                <a:ea typeface="Calibri"/>
                <a:cs typeface="Calibri"/>
              </a:rPr>
              <a:t>MySQLDatabase</a:t>
            </a:r>
            <a:r>
              <a:rPr lang="en-US" sz="1600" dirty="0">
                <a:ea typeface="Calibri"/>
                <a:cs typeface="Calibri"/>
              </a:rPr>
              <a:t>, </a:t>
            </a:r>
            <a:r>
              <a:rPr lang="en-US" sz="1600" dirty="0" err="1">
                <a:ea typeface="Calibri"/>
                <a:cs typeface="Calibri"/>
              </a:rPr>
              <a:t>podría</a:t>
            </a:r>
            <a:r>
              <a:rPr lang="en-US" sz="1600" dirty="0">
                <a:ea typeface="Calibri"/>
                <a:cs typeface="Calibri"/>
              </a:rPr>
              <a:t> </a:t>
            </a:r>
            <a:r>
              <a:rPr lang="en-US" sz="1600" dirty="0" err="1">
                <a:ea typeface="Calibri"/>
                <a:cs typeface="Calibri"/>
              </a:rPr>
              <a:t>alterar</a:t>
            </a:r>
            <a:r>
              <a:rPr lang="en-US" sz="1600" dirty="0">
                <a:ea typeface="Calibri"/>
                <a:cs typeface="Calibri"/>
              </a:rPr>
              <a:t> </a:t>
            </a:r>
            <a:r>
              <a:rPr lang="en-US" sz="1600" dirty="0" err="1">
                <a:ea typeface="Calibri"/>
                <a:cs typeface="Calibri"/>
              </a:rPr>
              <a:t>el</a:t>
            </a:r>
            <a:r>
              <a:rPr lang="en-US" sz="1600" dirty="0">
                <a:ea typeface="Calibri"/>
                <a:cs typeface="Calibri"/>
              </a:rPr>
              <a:t> </a:t>
            </a:r>
            <a:r>
              <a:rPr lang="en-US" sz="1600" dirty="0" err="1">
                <a:ea typeface="Calibri"/>
                <a:cs typeface="Calibri"/>
              </a:rPr>
              <a:t>funcionamiento</a:t>
            </a:r>
            <a:r>
              <a:rPr lang="en-US" sz="1600" dirty="0">
                <a:ea typeface="Calibri"/>
                <a:cs typeface="Calibri"/>
              </a:rPr>
              <a:t> de </a:t>
            </a:r>
            <a:r>
              <a:rPr lang="en-US" sz="1600" dirty="0" err="1">
                <a:ea typeface="Calibri"/>
                <a:cs typeface="Calibri"/>
              </a:rPr>
              <a:t>BudgetReport</a:t>
            </a:r>
            <a:endParaRPr lang="en-US" sz="1600" dirty="0">
              <a:ea typeface="Calibri"/>
              <a:cs typeface="Calibri"/>
            </a:endParaRPr>
          </a:p>
        </p:txBody>
      </p:sp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05E1D08-CF62-D12C-6871-8D8875881F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20587" y="2508400"/>
            <a:ext cx="990600" cy="1381125"/>
          </a:xfrm>
          <a:prstGeom prst="rect">
            <a:avLst/>
          </a:prstGeom>
        </p:spPr>
      </p:pic>
      <p:pic>
        <p:nvPicPr>
          <p:cNvPr id="7" name="Picture 6" descr="A diagram of a computer&#10;&#10;AI-generated content may be incorrect.">
            <a:extLst>
              <a:ext uri="{FF2B5EF4-FFF2-40B4-BE49-F238E27FC236}">
                <a16:creationId xmlns:a16="http://schemas.microsoft.com/office/drawing/2014/main" id="{61D2D213-89A8-DB31-5E84-01A1755174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99846" y="3861309"/>
            <a:ext cx="3143250" cy="1838325"/>
          </a:xfrm>
          <a:prstGeom prst="rect">
            <a:avLst/>
          </a:prstGeom>
        </p:spPr>
      </p:pic>
      <p:pic>
        <p:nvPicPr>
          <p:cNvPr id="8" name="Picture 7" descr="A diagram of a data flow&#10;&#10;AI-generated content may be incorrect.">
            <a:extLst>
              <a:ext uri="{FF2B5EF4-FFF2-40B4-BE49-F238E27FC236}">
                <a16:creationId xmlns:a16="http://schemas.microsoft.com/office/drawing/2014/main" id="{5375F971-6D7A-9592-394A-BA3344540B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54687" y="2365703"/>
            <a:ext cx="1790700" cy="172402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A4C57B9-09C1-F52A-88E6-2E462122F044}"/>
              </a:ext>
            </a:extLst>
          </p:cNvPr>
          <p:cNvSpPr txBox="1"/>
          <p:nvPr/>
        </p:nvSpPr>
        <p:spPr>
          <a:xfrm>
            <a:off x="9468928" y="1431985"/>
            <a:ext cx="2398144" cy="1077218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600" dirty="0"/>
              <a:t>Se </a:t>
            </a:r>
            <a:r>
              <a:rPr lang="en-US" sz="1600" dirty="0" err="1"/>
              <a:t>crea</a:t>
            </a:r>
            <a:r>
              <a:rPr lang="en-US" sz="1600" dirty="0"/>
              <a:t> </a:t>
            </a:r>
            <a:r>
              <a:rPr lang="en-US" sz="1600" dirty="0" err="1"/>
              <a:t>una</a:t>
            </a:r>
            <a:r>
              <a:rPr lang="en-US" sz="1600" dirty="0"/>
              <a:t> </a:t>
            </a:r>
            <a:r>
              <a:rPr lang="en-US" sz="1600" dirty="0" err="1"/>
              <a:t>interfaz</a:t>
            </a:r>
            <a:r>
              <a:rPr lang="en-US" sz="1600" dirty="0"/>
              <a:t> de alto </a:t>
            </a:r>
            <a:r>
              <a:rPr lang="en-US" sz="1600" dirty="0" err="1"/>
              <a:t>nivel</a:t>
            </a:r>
            <a:r>
              <a:rPr lang="en-US" sz="1600" dirty="0"/>
              <a:t> que </a:t>
            </a:r>
            <a:r>
              <a:rPr lang="en-US" sz="1600" dirty="0" err="1"/>
              <a:t>describa</a:t>
            </a:r>
            <a:r>
              <a:rPr lang="en-US" sz="1600" dirty="0"/>
              <a:t> las </a:t>
            </a:r>
            <a:r>
              <a:rPr lang="en-US" sz="1600" dirty="0" err="1"/>
              <a:t>operaciones</a:t>
            </a:r>
            <a:r>
              <a:rPr lang="en-US" sz="1600" dirty="0"/>
              <a:t> de </a:t>
            </a:r>
            <a:r>
              <a:rPr lang="en-US" sz="1600" dirty="0" err="1"/>
              <a:t>lectura</a:t>
            </a:r>
            <a:r>
              <a:rPr lang="en-US" sz="1600" dirty="0"/>
              <a:t>/</a:t>
            </a:r>
            <a:r>
              <a:rPr lang="en-US" sz="1600" dirty="0" err="1"/>
              <a:t>escritura</a:t>
            </a:r>
            <a:endParaRPr lang="en-US" sz="1600" dirty="0" err="1">
              <a:ea typeface="Calibri"/>
              <a:cs typeface="Calibri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2358B9D-C549-CE93-B192-D75E5DB2DD38}"/>
              </a:ext>
            </a:extLst>
          </p:cNvPr>
          <p:cNvSpPr txBox="1"/>
          <p:nvPr/>
        </p:nvSpPr>
        <p:spPr>
          <a:xfrm>
            <a:off x="5270740" y="1575758"/>
            <a:ext cx="3835879" cy="83099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600" dirty="0"/>
              <a:t>La </a:t>
            </a:r>
            <a:r>
              <a:rPr lang="en-US" sz="1600" dirty="0" err="1"/>
              <a:t>clase</a:t>
            </a:r>
            <a:r>
              <a:rPr lang="en-US" sz="1600" dirty="0"/>
              <a:t> </a:t>
            </a:r>
            <a:r>
              <a:rPr lang="en-US" sz="1600" dirty="0" err="1"/>
              <a:t>BudgetReport</a:t>
            </a:r>
            <a:r>
              <a:rPr lang="en-US" sz="1600" dirty="0"/>
              <a:t> </a:t>
            </a:r>
            <a:r>
              <a:rPr lang="en-US" sz="1600" dirty="0" err="1"/>
              <a:t>utiliza</a:t>
            </a:r>
            <a:r>
              <a:rPr lang="en-US" sz="1600" dirty="0"/>
              <a:t> la </a:t>
            </a:r>
            <a:r>
              <a:rPr lang="en-US" sz="1600" dirty="0" err="1"/>
              <a:t>interfaz</a:t>
            </a:r>
            <a:r>
              <a:rPr lang="en-US" sz="1600" dirty="0"/>
              <a:t>, </a:t>
            </a:r>
            <a:r>
              <a:rPr lang="en-US" sz="1600" dirty="0" err="1"/>
              <a:t>en</a:t>
            </a:r>
            <a:r>
              <a:rPr lang="en-US" sz="1600" dirty="0"/>
              <a:t> </a:t>
            </a:r>
            <a:r>
              <a:rPr lang="en-US" sz="1600" dirty="0" err="1"/>
              <a:t>lugar</a:t>
            </a:r>
            <a:r>
              <a:rPr lang="en-US" sz="1600" dirty="0"/>
              <a:t> de </a:t>
            </a:r>
            <a:r>
              <a:rPr lang="en-US" sz="1600" dirty="0" err="1"/>
              <a:t>conectarse</a:t>
            </a:r>
            <a:r>
              <a:rPr lang="en-US" sz="1600" dirty="0"/>
              <a:t> con las </a:t>
            </a:r>
            <a:r>
              <a:rPr lang="en-US" sz="1600" dirty="0" err="1"/>
              <a:t>clases</a:t>
            </a:r>
            <a:r>
              <a:rPr lang="en-US" sz="1600" dirty="0"/>
              <a:t> de bajo </a:t>
            </a:r>
            <a:r>
              <a:rPr lang="en-US" sz="1600" dirty="0" err="1"/>
              <a:t>nivel</a:t>
            </a:r>
            <a:endParaRPr lang="en-US" sz="1600" dirty="0" err="1">
              <a:ea typeface="Calibri"/>
              <a:cs typeface="Calibri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1B92CCA-7D58-6949-DFC2-F96D21F9F7C4}"/>
              </a:ext>
            </a:extLst>
          </p:cNvPr>
          <p:cNvSpPr txBox="1"/>
          <p:nvPr/>
        </p:nvSpPr>
        <p:spPr>
          <a:xfrm>
            <a:off x="4666891" y="4767532"/>
            <a:ext cx="2743200" cy="15696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600" dirty="0"/>
              <a:t>La </a:t>
            </a:r>
            <a:r>
              <a:rPr lang="en-US" sz="1600" dirty="0" err="1"/>
              <a:t>clase</a:t>
            </a:r>
            <a:r>
              <a:rPr lang="en-US" sz="1600" dirty="0"/>
              <a:t> de bajo </a:t>
            </a:r>
            <a:r>
              <a:rPr lang="en-US" sz="1600" dirty="0" err="1"/>
              <a:t>nivel</a:t>
            </a:r>
            <a:r>
              <a:rPr lang="en-US" sz="1600" dirty="0"/>
              <a:t> original se </a:t>
            </a:r>
            <a:r>
              <a:rPr lang="en-US" sz="1600" dirty="0" err="1"/>
              <a:t>puede</a:t>
            </a:r>
            <a:r>
              <a:rPr lang="en-US" sz="1600" dirty="0"/>
              <a:t> </a:t>
            </a:r>
            <a:r>
              <a:rPr lang="en-US" sz="1600" dirty="0" err="1"/>
              <a:t>cambiar</a:t>
            </a:r>
            <a:r>
              <a:rPr lang="en-US" sz="1600" dirty="0"/>
              <a:t> o </a:t>
            </a:r>
            <a:r>
              <a:rPr lang="en-US" sz="1600" dirty="0" err="1"/>
              <a:t>ampliar</a:t>
            </a:r>
            <a:r>
              <a:rPr lang="en-US" sz="1600" dirty="0"/>
              <a:t> </a:t>
            </a:r>
            <a:r>
              <a:rPr lang="en-US" sz="1600" dirty="0" err="1"/>
              <a:t>implementando</a:t>
            </a:r>
            <a:r>
              <a:rPr lang="en-US" sz="1600" dirty="0"/>
              <a:t> la </a:t>
            </a:r>
            <a:r>
              <a:rPr lang="en-US" sz="1600" dirty="0" err="1"/>
              <a:t>nueva</a:t>
            </a:r>
            <a:r>
              <a:rPr lang="en-US" sz="1600" dirty="0"/>
              <a:t> </a:t>
            </a:r>
            <a:r>
              <a:rPr lang="en-US" sz="1600" dirty="0" err="1"/>
              <a:t>Linterfaz</a:t>
            </a:r>
            <a:r>
              <a:rPr lang="en-US" sz="1600" dirty="0"/>
              <a:t> de </a:t>
            </a:r>
            <a:r>
              <a:rPr lang="en-US" sz="1600" dirty="0" err="1"/>
              <a:t>lectura</a:t>
            </a:r>
            <a:r>
              <a:rPr lang="en-US" sz="1600" dirty="0"/>
              <a:t>/</a:t>
            </a:r>
            <a:r>
              <a:rPr lang="en-US" sz="1600" dirty="0" err="1"/>
              <a:t>escritura</a:t>
            </a:r>
            <a:r>
              <a:rPr lang="en-US" sz="1600" dirty="0"/>
              <a:t> </a:t>
            </a:r>
            <a:r>
              <a:rPr lang="en-US" sz="1600" dirty="0" err="1"/>
              <a:t>declarada</a:t>
            </a:r>
            <a:r>
              <a:rPr lang="en-US" sz="1600" dirty="0"/>
              <a:t> </a:t>
            </a:r>
            <a:r>
              <a:rPr lang="en-US" sz="1600" dirty="0" err="1"/>
              <a:t>por</a:t>
            </a:r>
            <a:r>
              <a:rPr lang="en-US" sz="1600" dirty="0"/>
              <a:t> la </a:t>
            </a:r>
            <a:r>
              <a:rPr lang="en-US" sz="1600" dirty="0" err="1"/>
              <a:t>lógica</a:t>
            </a:r>
            <a:r>
              <a:rPr lang="en-US" sz="1600" dirty="0"/>
              <a:t> de </a:t>
            </a:r>
            <a:r>
              <a:rPr lang="en-US" sz="1600" dirty="0" err="1"/>
              <a:t>negocio</a:t>
            </a:r>
            <a:endParaRPr lang="en-US" sz="1600" dirty="0" err="1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725558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0" grpId="0"/>
      <p:bldP spid="11" grpId="0"/>
      <p:bldP spid="14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57C3485C-D667-CFE2-B05C-C14AE3E96E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44" y="413742"/>
            <a:ext cx="9062106" cy="836674"/>
          </a:xfr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>
            <a:normAutofit/>
          </a:bodyPr>
          <a:lstStyle/>
          <a:p>
            <a:pPr algn="ctr"/>
            <a:r>
              <a:rPr lang="es-ES" sz="3600" dirty="0">
                <a:ea typeface="+mn-lt"/>
                <a:cs typeface="+mn-lt"/>
              </a:rPr>
              <a:t>DIP: Principio de Inversión de Dependencia</a:t>
            </a:r>
            <a:endParaRPr lang="en-US" sz="4000" dirty="0">
              <a:ea typeface="Calibri"/>
              <a:cs typeface="Calibri"/>
            </a:endParaRPr>
          </a:p>
        </p:txBody>
      </p:sp>
      <p:sp>
        <p:nvSpPr>
          <p:cNvPr id="6" name="Rombo 3">
            <a:extLst>
              <a:ext uri="{FF2B5EF4-FFF2-40B4-BE49-F238E27FC236}">
                <a16:creationId xmlns:a16="http://schemas.microsoft.com/office/drawing/2014/main" id="{744F4BDE-807D-41B4-9897-CF818062504A}"/>
              </a:ext>
            </a:extLst>
          </p:cNvPr>
          <p:cNvSpPr/>
          <p:nvPr/>
        </p:nvSpPr>
        <p:spPr>
          <a:xfrm>
            <a:off x="0" y="418840"/>
            <a:ext cx="1101687" cy="836674"/>
          </a:xfrm>
          <a:prstGeom prst="diamond">
            <a:avLst/>
          </a:prstGeom>
          <a:solidFill>
            <a:srgbClr val="002060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Autofit/>
          </a:bodyPr>
          <a:lstStyle/>
          <a:p>
            <a:pPr algn="ctr" defTabSz="914422">
              <a:lnSpc>
                <a:spcPct val="90000"/>
              </a:lnSpc>
              <a:spcBef>
                <a:spcPct val="0"/>
              </a:spcBef>
            </a:pPr>
            <a:r>
              <a:rPr lang="es-ES" sz="4000" dirty="0">
                <a:latin typeface="Flama Condensed Light"/>
              </a:rPr>
              <a:t>D</a:t>
            </a:r>
          </a:p>
        </p:txBody>
      </p:sp>
      <p:pic>
        <p:nvPicPr>
          <p:cNvPr id="8" name="Picture 7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0B12A1AD-683A-CDF5-1AC7-1E2BE91DC6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4515705"/>
            <a:ext cx="3091808" cy="1516184"/>
          </a:xfrm>
          <a:prstGeom prst="rect">
            <a:avLst/>
          </a:prstGeom>
        </p:spPr>
      </p:pic>
      <p:pic>
        <p:nvPicPr>
          <p:cNvPr id="9" name="Picture 8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DEB32EB3-A336-D88A-F268-7D2F74EC29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6302" y="1352416"/>
            <a:ext cx="2426133" cy="299983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E49015A-229D-8A20-3270-E2498D0FB361}"/>
              </a:ext>
            </a:extLst>
          </p:cNvPr>
          <p:cNvSpPr txBox="1"/>
          <p:nvPr/>
        </p:nvSpPr>
        <p:spPr>
          <a:xfrm>
            <a:off x="3959256" y="4145037"/>
            <a:ext cx="3096119" cy="73866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dirty="0"/>
              <a:t>🚨 VIOLA DIP: Hay </a:t>
            </a:r>
            <a:r>
              <a:rPr lang="en-US" sz="1400" dirty="0" err="1"/>
              <a:t>una</a:t>
            </a:r>
            <a:r>
              <a:rPr lang="en-US" sz="1400" dirty="0"/>
              <a:t> </a:t>
            </a:r>
            <a:r>
              <a:rPr lang="en-US" sz="1400" dirty="0" err="1"/>
              <a:t>Dependencia</a:t>
            </a:r>
            <a:r>
              <a:rPr lang="en-US" sz="1400" dirty="0"/>
              <a:t> </a:t>
            </a:r>
            <a:r>
              <a:rPr lang="en-US" sz="1400" dirty="0" err="1"/>
              <a:t>directa</a:t>
            </a:r>
            <a:r>
              <a:rPr lang="en-US" sz="1400" dirty="0"/>
              <a:t> de </a:t>
            </a:r>
            <a:r>
              <a:rPr lang="en-US" sz="1400" dirty="0" err="1"/>
              <a:t>una</a:t>
            </a:r>
            <a:r>
              <a:rPr lang="en-US" sz="1400" dirty="0"/>
              <a:t> </a:t>
            </a:r>
            <a:r>
              <a:rPr lang="en-US" sz="1400" dirty="0" err="1"/>
              <a:t>implementación</a:t>
            </a:r>
            <a:r>
              <a:rPr lang="en-US" sz="1400" dirty="0"/>
              <a:t> </a:t>
            </a:r>
            <a:r>
              <a:rPr lang="en-US" sz="1400" dirty="0" err="1"/>
              <a:t>concreta</a:t>
            </a:r>
            <a:endParaRPr lang="en-US" sz="1400" dirty="0" err="1">
              <a:ea typeface="Calibri"/>
              <a:cs typeface="Calibri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FDD68A7-198F-DEB3-D03B-46B18FCE5D6E}"/>
              </a:ext>
            </a:extLst>
          </p:cNvPr>
          <p:cNvSpPr txBox="1"/>
          <p:nvPr/>
        </p:nvSpPr>
        <p:spPr>
          <a:xfrm>
            <a:off x="3528068" y="5779140"/>
            <a:ext cx="1314452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i="1" dirty="0">
                <a:ea typeface="Calibri"/>
                <a:cs typeface="Calibri"/>
              </a:rPr>
              <a:t>Clase de bajo </a:t>
            </a:r>
            <a:r>
              <a:rPr lang="en-US" sz="1400" i="1" dirty="0" err="1">
                <a:ea typeface="Calibri"/>
                <a:cs typeface="Calibri"/>
              </a:rPr>
              <a:t>nivel</a:t>
            </a:r>
            <a:endParaRPr lang="en-US" sz="1400" i="1" dirty="0">
              <a:ea typeface="Calibri"/>
              <a:cs typeface="Calibri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5E76766-2ACF-A20B-6770-3C8A715AE40E}"/>
              </a:ext>
            </a:extLst>
          </p:cNvPr>
          <p:cNvSpPr txBox="1"/>
          <p:nvPr/>
        </p:nvSpPr>
        <p:spPr>
          <a:xfrm>
            <a:off x="3042383" y="1350014"/>
            <a:ext cx="1338263" cy="52208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i="1" dirty="0">
                <a:ea typeface="Calibri"/>
                <a:cs typeface="Calibri"/>
              </a:rPr>
              <a:t>Clase de alto </a:t>
            </a:r>
            <a:r>
              <a:rPr lang="en-US" sz="1400" i="1" dirty="0" err="1">
                <a:ea typeface="Calibri"/>
                <a:cs typeface="Calibri"/>
              </a:rPr>
              <a:t>nivel</a:t>
            </a:r>
            <a:endParaRPr lang="en-US" sz="1400" i="1" dirty="0">
              <a:ea typeface="Calibri"/>
              <a:cs typeface="Calibri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FA6B029-2564-F9D4-3168-12C5BCED2A1F}"/>
              </a:ext>
            </a:extLst>
          </p:cNvPr>
          <p:cNvSpPr txBox="1"/>
          <p:nvPr/>
        </p:nvSpPr>
        <p:spPr>
          <a:xfrm>
            <a:off x="7911007" y="2038979"/>
            <a:ext cx="3602248" cy="378565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600" b="1" dirty="0"/>
              <a:t>❌ </a:t>
            </a:r>
            <a:endParaRPr lang="en-US" sz="1600" b="1" dirty="0">
              <a:ea typeface="Calibri"/>
              <a:cs typeface="Calibri"/>
            </a:endParaRPr>
          </a:p>
          <a:p>
            <a:endParaRPr lang="en-US" sz="1600" b="1" dirty="0"/>
          </a:p>
          <a:p>
            <a:pPr>
              <a:buFont typeface=""/>
              <a:buChar char="•"/>
            </a:pPr>
            <a:r>
              <a:rPr lang="en-US" sz="1600" dirty="0"/>
              <a:t>La </a:t>
            </a:r>
            <a:r>
              <a:rPr lang="en-US" sz="1600" dirty="0" err="1"/>
              <a:t>clase</a:t>
            </a:r>
            <a:r>
              <a:rPr lang="en-US" sz="1600" dirty="0"/>
              <a:t> Automovil </a:t>
            </a:r>
            <a:r>
              <a:rPr lang="en-US" sz="1600" dirty="0" err="1"/>
              <a:t>está</a:t>
            </a:r>
            <a:r>
              <a:rPr lang="en-US" sz="1600" dirty="0"/>
              <a:t> </a:t>
            </a:r>
            <a:r>
              <a:rPr lang="en-US" sz="1600" b="1" dirty="0" err="1"/>
              <a:t>directamente</a:t>
            </a:r>
            <a:r>
              <a:rPr lang="en-US" sz="1600" b="1" dirty="0"/>
              <a:t> </a:t>
            </a:r>
            <a:r>
              <a:rPr lang="en-US" sz="1600" b="1" dirty="0" err="1"/>
              <a:t>acoplada</a:t>
            </a:r>
            <a:r>
              <a:rPr lang="en-US" sz="1600" dirty="0"/>
              <a:t> a la </a:t>
            </a:r>
            <a:r>
              <a:rPr lang="en-US" sz="1600" dirty="0" err="1"/>
              <a:t>implementación</a:t>
            </a:r>
            <a:r>
              <a:rPr lang="en-US" sz="1600" dirty="0"/>
              <a:t> </a:t>
            </a:r>
            <a:r>
              <a:rPr lang="en-US" sz="1600" dirty="0" err="1"/>
              <a:t>concreta</a:t>
            </a:r>
            <a:r>
              <a:rPr lang="en-US" sz="1600" dirty="0"/>
              <a:t> de Motor.</a:t>
            </a:r>
            <a:endParaRPr lang="en-US" sz="1600" dirty="0">
              <a:ea typeface="Calibri" panose="020F0502020204030204"/>
              <a:cs typeface="Calibri" panose="020F0502020204030204"/>
            </a:endParaRPr>
          </a:p>
          <a:p>
            <a:endParaRPr lang="en-US" sz="1600" dirty="0">
              <a:ea typeface="Calibri" panose="020F0502020204030204"/>
              <a:cs typeface="Calibri" panose="020F0502020204030204"/>
            </a:endParaRPr>
          </a:p>
          <a:p>
            <a:pPr>
              <a:buFont typeface="Arial"/>
              <a:buChar char="•"/>
            </a:pPr>
            <a:r>
              <a:rPr lang="en-US" sz="1600" dirty="0"/>
              <a:t>Si se </a:t>
            </a:r>
            <a:r>
              <a:rPr lang="en-US" sz="1600" dirty="0" err="1"/>
              <a:t>quiere</a:t>
            </a:r>
            <a:r>
              <a:rPr lang="en-US" sz="1600" dirty="0"/>
              <a:t> </a:t>
            </a:r>
            <a:r>
              <a:rPr lang="en-US" sz="1600" dirty="0" err="1"/>
              <a:t>cambiar</a:t>
            </a:r>
            <a:r>
              <a:rPr lang="en-US" sz="1600" dirty="0"/>
              <a:t> Motor por </a:t>
            </a:r>
            <a:r>
              <a:rPr lang="en-US" sz="1600" dirty="0" err="1"/>
              <a:t>MotorElectrico</a:t>
            </a:r>
            <a:r>
              <a:rPr lang="en-US" sz="1600" dirty="0"/>
              <a:t>, se </a:t>
            </a:r>
            <a:r>
              <a:rPr lang="en-US" sz="1600" dirty="0" err="1"/>
              <a:t>tendría</a:t>
            </a:r>
            <a:r>
              <a:rPr lang="en-US" sz="1600" dirty="0"/>
              <a:t> que </a:t>
            </a:r>
            <a:r>
              <a:rPr lang="en-US" sz="1600" dirty="0" err="1"/>
              <a:t>modificar</a:t>
            </a:r>
            <a:r>
              <a:rPr lang="en-US" sz="1600" dirty="0"/>
              <a:t> Automovil, lo que </a:t>
            </a:r>
            <a:r>
              <a:rPr lang="en-US" sz="1600" dirty="0" err="1"/>
              <a:t>rompe</a:t>
            </a:r>
            <a:r>
              <a:rPr lang="en-US" sz="1600" dirty="0"/>
              <a:t> </a:t>
            </a:r>
            <a:r>
              <a:rPr lang="en-US" sz="1600" dirty="0" err="1"/>
              <a:t>el</a:t>
            </a:r>
            <a:r>
              <a:rPr lang="en-US" sz="1600" dirty="0"/>
              <a:t> principio de </a:t>
            </a:r>
            <a:r>
              <a:rPr lang="en-US" sz="1600" b="1" dirty="0" err="1"/>
              <a:t>abierto</a:t>
            </a:r>
            <a:r>
              <a:rPr lang="en-US" sz="1600" b="1" dirty="0"/>
              <a:t>/</a:t>
            </a:r>
            <a:r>
              <a:rPr lang="en-US" sz="1600" b="1" dirty="0" err="1"/>
              <a:t>cerrado</a:t>
            </a:r>
            <a:r>
              <a:rPr lang="en-US" sz="1600" b="1" dirty="0"/>
              <a:t> (OCP)</a:t>
            </a:r>
            <a:r>
              <a:rPr lang="en-US" sz="1600" dirty="0"/>
              <a:t>.</a:t>
            </a:r>
            <a:endParaRPr lang="en-US" sz="1600" dirty="0">
              <a:ea typeface="Calibri"/>
              <a:cs typeface="Calibri"/>
            </a:endParaRPr>
          </a:p>
          <a:p>
            <a:pPr>
              <a:buFont typeface="Arial"/>
              <a:buChar char="•"/>
            </a:pPr>
            <a:endParaRPr lang="en-US" sz="1600" dirty="0">
              <a:ea typeface="Calibri"/>
              <a:cs typeface="Calibri"/>
            </a:endParaRPr>
          </a:p>
          <a:p>
            <a:pPr>
              <a:buFont typeface="Arial"/>
              <a:buChar char="•"/>
            </a:pPr>
            <a:r>
              <a:rPr lang="en-US" sz="1600" dirty="0"/>
              <a:t>No se </a:t>
            </a:r>
            <a:r>
              <a:rPr lang="en-US" sz="1600" dirty="0" err="1"/>
              <a:t>puede</a:t>
            </a:r>
            <a:r>
              <a:rPr lang="en-US" sz="1600" dirty="0"/>
              <a:t> </a:t>
            </a:r>
            <a:r>
              <a:rPr lang="en-US" sz="1600" dirty="0" err="1"/>
              <a:t>realizar</a:t>
            </a:r>
            <a:r>
              <a:rPr lang="en-US" sz="1600" dirty="0"/>
              <a:t> </a:t>
            </a:r>
            <a:r>
              <a:rPr lang="en-US" sz="1600" dirty="0" err="1"/>
              <a:t>pruebas</a:t>
            </a:r>
            <a:r>
              <a:rPr lang="en-US" sz="1600" dirty="0"/>
              <a:t> </a:t>
            </a:r>
            <a:r>
              <a:rPr lang="en-US" sz="1600" dirty="0" err="1"/>
              <a:t>unitarias</a:t>
            </a:r>
            <a:r>
              <a:rPr lang="en-US" sz="1600" dirty="0"/>
              <a:t> de Automovil </a:t>
            </a:r>
            <a:r>
              <a:rPr lang="en-US" sz="1600" dirty="0" err="1"/>
              <a:t>fácilmente</a:t>
            </a:r>
            <a:r>
              <a:rPr lang="en-US" sz="1600" dirty="0"/>
              <a:t> </a:t>
            </a:r>
            <a:r>
              <a:rPr lang="en-US" sz="1600" dirty="0" err="1"/>
              <a:t>porque</a:t>
            </a:r>
            <a:r>
              <a:rPr lang="en-US" sz="1600" dirty="0"/>
              <a:t> </a:t>
            </a:r>
            <a:r>
              <a:rPr lang="en-US" sz="1600" dirty="0" err="1"/>
              <a:t>depende</a:t>
            </a:r>
            <a:r>
              <a:rPr lang="en-US" sz="1600" dirty="0"/>
              <a:t> de una </a:t>
            </a:r>
            <a:r>
              <a:rPr lang="en-US" sz="1600" dirty="0" err="1"/>
              <a:t>implementación</a:t>
            </a:r>
            <a:r>
              <a:rPr lang="en-US" sz="1600" dirty="0"/>
              <a:t> </a:t>
            </a:r>
            <a:r>
              <a:rPr lang="en-US" sz="1600" dirty="0" err="1"/>
              <a:t>específica</a:t>
            </a:r>
            <a:r>
              <a:rPr lang="en-US" sz="1600" dirty="0"/>
              <a:t> de Motor.</a:t>
            </a:r>
            <a:endParaRPr lang="en-US" sz="1600" dirty="0">
              <a:ea typeface="Calibri"/>
              <a:cs typeface="Calibri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BCF3A72-9F4E-B897-1E81-C5ECFB41FB95}"/>
              </a:ext>
            </a:extLst>
          </p:cNvPr>
          <p:cNvGrpSpPr/>
          <p:nvPr/>
        </p:nvGrpSpPr>
        <p:grpSpPr>
          <a:xfrm>
            <a:off x="4186237" y="2040731"/>
            <a:ext cx="1914525" cy="1907382"/>
            <a:chOff x="4376737" y="2433637"/>
            <a:chExt cx="1914525" cy="1907382"/>
          </a:xfrm>
        </p:grpSpPr>
        <p:pic>
          <p:nvPicPr>
            <p:cNvPr id="2" name="Picture 1" descr="A diagram of a car&#10;&#10;AI-generated content may be incorrect.">
              <a:extLst>
                <a:ext uri="{FF2B5EF4-FFF2-40B4-BE49-F238E27FC236}">
                  <a16:creationId xmlns:a16="http://schemas.microsoft.com/office/drawing/2014/main" id="{BE074A6F-B51A-4BF5-11AD-E38A3E3CC52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376737" y="2433637"/>
              <a:ext cx="1914525" cy="1907382"/>
            </a:xfrm>
            <a:prstGeom prst="rect">
              <a:avLst/>
            </a:prstGeom>
          </p:spPr>
        </p:pic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E45C22FD-7126-AFA7-6BC5-26F6BFD2087C}"/>
                </a:ext>
              </a:extLst>
            </p:cNvPr>
            <p:cNvSpPr txBox="1"/>
            <p:nvPr/>
          </p:nvSpPr>
          <p:spPr>
            <a:xfrm>
              <a:off x="4642869" y="2587624"/>
              <a:ext cx="1378857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pPr algn="ctr"/>
              <a:r>
                <a:rPr lang="en-US" sz="1600" dirty="0">
                  <a:ea typeface="Calibri"/>
                  <a:cs typeface="Calibri"/>
                </a:rPr>
                <a:t>Automovil</a:t>
              </a:r>
              <a:endParaRPr lang="en-US" sz="1600" dirty="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02E9E341-7097-45DB-7A7F-FECA64EB7864}"/>
                </a:ext>
              </a:extLst>
            </p:cNvPr>
            <p:cNvSpPr txBox="1"/>
            <p:nvPr/>
          </p:nvSpPr>
          <p:spPr>
            <a:xfrm>
              <a:off x="4642868" y="3849687"/>
              <a:ext cx="1378857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pPr algn="ctr"/>
              <a:r>
                <a:rPr lang="en-US" sz="1600" dirty="0">
                  <a:ea typeface="Calibri"/>
                  <a:cs typeface="Calibri"/>
                </a:rPr>
                <a:t>Motor</a:t>
              </a:r>
              <a:endParaRPr lang="en-US" sz="1600" dirty="0"/>
            </a:p>
          </p:txBody>
        </p:sp>
      </p:grpSp>
    </p:spTree>
    <p:extLst>
      <p:ext uri="{BB962C8B-B14F-4D97-AF65-F5344CB8AC3E}">
        <p14:creationId xmlns:p14="http://schemas.microsoft.com/office/powerpoint/2010/main" val="40541795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2" grpId="0"/>
      <p:bldP spid="13" grpId="0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45BAB5-3744-7C64-40A1-90AF56D46B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6D1B1F06-71B5-7512-CE2B-DA6DD12FE9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44" y="413742"/>
            <a:ext cx="9062106" cy="836674"/>
          </a:xfr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>
            <a:normAutofit/>
          </a:bodyPr>
          <a:lstStyle/>
          <a:p>
            <a:pPr algn="ctr"/>
            <a:r>
              <a:rPr lang="es-ES" sz="3600" dirty="0">
                <a:ea typeface="+mn-lt"/>
                <a:cs typeface="+mn-lt"/>
              </a:rPr>
              <a:t>DIP: Principio de Inversión de Dependencia</a:t>
            </a:r>
            <a:endParaRPr lang="en-US" sz="4000" dirty="0">
              <a:ea typeface="Calibri"/>
              <a:cs typeface="Calibri"/>
            </a:endParaRPr>
          </a:p>
        </p:txBody>
      </p:sp>
      <p:sp>
        <p:nvSpPr>
          <p:cNvPr id="6" name="Rombo 3">
            <a:extLst>
              <a:ext uri="{FF2B5EF4-FFF2-40B4-BE49-F238E27FC236}">
                <a16:creationId xmlns:a16="http://schemas.microsoft.com/office/drawing/2014/main" id="{30335AA7-0600-9B66-86B9-1B7901568647}"/>
              </a:ext>
            </a:extLst>
          </p:cNvPr>
          <p:cNvSpPr/>
          <p:nvPr/>
        </p:nvSpPr>
        <p:spPr>
          <a:xfrm>
            <a:off x="0" y="418840"/>
            <a:ext cx="1101687" cy="836674"/>
          </a:xfrm>
          <a:prstGeom prst="diamond">
            <a:avLst/>
          </a:prstGeom>
          <a:solidFill>
            <a:srgbClr val="002060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Autofit/>
          </a:bodyPr>
          <a:lstStyle/>
          <a:p>
            <a:pPr algn="ctr" defTabSz="914422">
              <a:lnSpc>
                <a:spcPct val="90000"/>
              </a:lnSpc>
              <a:spcBef>
                <a:spcPct val="0"/>
              </a:spcBef>
            </a:pPr>
            <a:r>
              <a:rPr lang="es-ES" sz="4000" dirty="0">
                <a:latin typeface="Flama Condensed Light"/>
              </a:rPr>
              <a:t>D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0DD4F3B-0ADC-81A0-88A7-8D634766B687}"/>
              </a:ext>
            </a:extLst>
          </p:cNvPr>
          <p:cNvGrpSpPr/>
          <p:nvPr/>
        </p:nvGrpSpPr>
        <p:grpSpPr>
          <a:xfrm>
            <a:off x="4214810" y="1483518"/>
            <a:ext cx="2047876" cy="4581526"/>
            <a:chOff x="1107280" y="1531143"/>
            <a:chExt cx="2047876" cy="4581526"/>
          </a:xfrm>
        </p:grpSpPr>
        <p:pic>
          <p:nvPicPr>
            <p:cNvPr id="2" name="Picture 1" descr="A diagram of a computer flowchart&#10;&#10;AI-generated content may be incorrect.">
              <a:extLst>
                <a:ext uri="{FF2B5EF4-FFF2-40B4-BE49-F238E27FC236}">
                  <a16:creationId xmlns:a16="http://schemas.microsoft.com/office/drawing/2014/main" id="{07F7CEB7-6977-C45E-3162-E17F23CC9F4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07280" y="1531143"/>
              <a:ext cx="2047876" cy="4581526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053F3A67-9ACE-2B7D-2F78-5FE342A23921}"/>
                </a:ext>
              </a:extLst>
            </p:cNvPr>
            <p:cNvSpPr txBox="1"/>
            <p:nvPr/>
          </p:nvSpPr>
          <p:spPr>
            <a:xfrm>
              <a:off x="1440088" y="1956593"/>
              <a:ext cx="1378857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pPr algn="ctr"/>
              <a:r>
                <a:rPr lang="en-US" sz="1600" dirty="0">
                  <a:ea typeface="Calibri"/>
                  <a:cs typeface="Calibri"/>
                </a:rPr>
                <a:t>Automovil</a:t>
              </a:r>
              <a:endParaRPr lang="en-US" sz="1600" dirty="0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855764E-31DE-53CA-2283-70F960EE2DBC}"/>
                </a:ext>
              </a:extLst>
            </p:cNvPr>
            <p:cNvSpPr txBox="1"/>
            <p:nvPr/>
          </p:nvSpPr>
          <p:spPr>
            <a:xfrm>
              <a:off x="1356744" y="5445124"/>
              <a:ext cx="1545544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pPr algn="ctr"/>
              <a:r>
                <a:rPr lang="en-US" sz="1400" err="1">
                  <a:ea typeface="Calibri"/>
                  <a:cs typeface="Calibri"/>
                </a:rPr>
                <a:t>MotorCombustion</a:t>
              </a:r>
              <a:endParaRPr lang="en-US" sz="1400">
                <a:ea typeface="Calibri"/>
                <a:cs typeface="Calibri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F501D4B-97F3-5964-4276-EE38296590DE}"/>
                </a:ext>
              </a:extLst>
            </p:cNvPr>
            <p:cNvSpPr txBox="1"/>
            <p:nvPr/>
          </p:nvSpPr>
          <p:spPr>
            <a:xfrm>
              <a:off x="1475806" y="3682999"/>
              <a:ext cx="1378857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pPr algn="ctr"/>
              <a:r>
                <a:rPr lang="en-US" sz="1600" dirty="0" err="1">
                  <a:ea typeface="Calibri"/>
                  <a:cs typeface="Calibri"/>
                </a:rPr>
                <a:t>IMotor</a:t>
              </a:r>
              <a:endParaRPr lang="en-US" sz="1600" dirty="0" err="1"/>
            </a:p>
          </p:txBody>
        </p:sp>
      </p:grpSp>
      <p:pic>
        <p:nvPicPr>
          <p:cNvPr id="15" name="Picture 14" descr="A close-up of a computer code&#10;&#10;AI-generated content may be incorrect.">
            <a:extLst>
              <a:ext uri="{FF2B5EF4-FFF2-40B4-BE49-F238E27FC236}">
                <a16:creationId xmlns:a16="http://schemas.microsoft.com/office/drawing/2014/main" id="{9072B617-7C19-F2B6-67E5-D292993025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6367" y="3286125"/>
            <a:ext cx="2052639" cy="964407"/>
          </a:xfrm>
          <a:prstGeom prst="rect">
            <a:avLst/>
          </a:prstGeom>
        </p:spPr>
      </p:pic>
      <p:pic>
        <p:nvPicPr>
          <p:cNvPr id="16" name="Picture 15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09990F6F-88E9-8EE1-7D10-5DC8830B62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0975" y="4576762"/>
            <a:ext cx="4031455" cy="1490662"/>
          </a:xfrm>
          <a:prstGeom prst="rect">
            <a:avLst/>
          </a:prstGeom>
        </p:spPr>
      </p:pic>
      <p:pic>
        <p:nvPicPr>
          <p:cNvPr id="17" name="Picture 16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2C8EA22B-9BFA-9780-96F0-EEBF488688D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41480" y="1426570"/>
            <a:ext cx="2633663" cy="3302794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8B117F2F-B9C4-0E39-99A6-4DF484CE93C0}"/>
              </a:ext>
            </a:extLst>
          </p:cNvPr>
          <p:cNvSpPr txBox="1"/>
          <p:nvPr/>
        </p:nvSpPr>
        <p:spPr>
          <a:xfrm>
            <a:off x="6581775" y="2307431"/>
            <a:ext cx="2505076" cy="523220"/>
          </a:xfrm>
          <a:prstGeom prst="rect">
            <a:avLst/>
          </a:prstGeom>
          <a:solidFill>
            <a:schemeClr val="bg1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i="1" dirty="0"/>
              <a:t>Se </a:t>
            </a:r>
            <a:r>
              <a:rPr lang="en-US" sz="1400" i="1" dirty="0" err="1"/>
              <a:t>inyecta</a:t>
            </a:r>
            <a:r>
              <a:rPr lang="en-US" sz="1400" i="1" dirty="0"/>
              <a:t> la </a:t>
            </a:r>
            <a:r>
              <a:rPr lang="en-US" sz="1400" i="1" dirty="0" err="1"/>
              <a:t>dependencia</a:t>
            </a:r>
            <a:r>
              <a:rPr lang="en-US" sz="1400" i="1" dirty="0"/>
              <a:t> </a:t>
            </a:r>
            <a:r>
              <a:rPr lang="en-US" sz="1400" i="1" dirty="0" err="1"/>
              <a:t>en</a:t>
            </a:r>
            <a:r>
              <a:rPr lang="en-US" sz="1400" i="1" dirty="0"/>
              <a:t> </a:t>
            </a:r>
            <a:r>
              <a:rPr lang="en-US" sz="1400" i="1" dirty="0" err="1"/>
              <a:t>el</a:t>
            </a:r>
            <a:r>
              <a:rPr lang="en-US" sz="1400" i="1" dirty="0"/>
              <a:t> constructor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04E68FD8-7955-A9A4-8FC0-7B646B9E5688}"/>
              </a:ext>
            </a:extLst>
          </p:cNvPr>
          <p:cNvCxnSpPr/>
          <p:nvPr/>
        </p:nvCxnSpPr>
        <p:spPr>
          <a:xfrm flipV="1">
            <a:off x="5245678" y="2608764"/>
            <a:ext cx="4255978" cy="28250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DD6698F9-4057-B3B4-FF5C-EA076C5D09B8}"/>
              </a:ext>
            </a:extLst>
          </p:cNvPr>
          <p:cNvSpPr txBox="1"/>
          <p:nvPr/>
        </p:nvSpPr>
        <p:spPr>
          <a:xfrm>
            <a:off x="4545237" y="4418805"/>
            <a:ext cx="1545544" cy="30777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400" dirty="0" err="1">
                <a:ea typeface="Calibri"/>
                <a:cs typeface="Calibri"/>
              </a:rPr>
              <a:t>Implementa</a:t>
            </a:r>
            <a:endParaRPr lang="en-US" dirty="0" err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BA6D5CE-1F3F-B9B5-DA5C-DD568064A700}"/>
              </a:ext>
            </a:extLst>
          </p:cNvPr>
          <p:cNvSpPr txBox="1"/>
          <p:nvPr/>
        </p:nvSpPr>
        <p:spPr>
          <a:xfrm>
            <a:off x="6416299" y="4737315"/>
            <a:ext cx="5352081" cy="1600438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es-419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b="1" dirty="0"/>
              <a:t>✅ </a:t>
            </a:r>
            <a:r>
              <a:rPr lang="en-US" sz="1400" b="1" dirty="0" err="1"/>
              <a:t>Beneficios</a:t>
            </a:r>
            <a:r>
              <a:rPr lang="en-US" sz="1400" b="1" dirty="0"/>
              <a:t>:</a:t>
            </a:r>
          </a:p>
          <a:p>
            <a:pPr>
              <a:buFont typeface=""/>
              <a:buChar char="•"/>
            </a:pPr>
            <a:r>
              <a:rPr lang="en-US" sz="1400" b="1" dirty="0" err="1"/>
              <a:t>Desacoplamiento</a:t>
            </a:r>
            <a:r>
              <a:rPr lang="en-US" sz="1400" dirty="0"/>
              <a:t>: Automovil no </a:t>
            </a:r>
            <a:r>
              <a:rPr lang="en-US" sz="1400" dirty="0" err="1"/>
              <a:t>depende</a:t>
            </a:r>
            <a:r>
              <a:rPr lang="en-US" sz="1400" dirty="0"/>
              <a:t> de </a:t>
            </a:r>
            <a:r>
              <a:rPr lang="en-US" sz="1400" dirty="0" err="1"/>
              <a:t>ninguna</a:t>
            </a:r>
            <a:r>
              <a:rPr lang="en-US" sz="1400" dirty="0"/>
              <a:t> </a:t>
            </a:r>
            <a:r>
              <a:rPr lang="en-US" sz="1400" dirty="0" err="1"/>
              <a:t>implementación</a:t>
            </a:r>
            <a:r>
              <a:rPr lang="en-US" sz="1400" dirty="0"/>
              <a:t> </a:t>
            </a:r>
            <a:r>
              <a:rPr lang="en-US" sz="1400" dirty="0" err="1"/>
              <a:t>concreta</a:t>
            </a:r>
            <a:r>
              <a:rPr lang="en-US" sz="1400" dirty="0"/>
              <a:t> de </a:t>
            </a:r>
            <a:r>
              <a:rPr lang="en-US" sz="1400" dirty="0" err="1"/>
              <a:t>IMotor</a:t>
            </a:r>
            <a:r>
              <a:rPr lang="en-US" sz="1400" dirty="0"/>
              <a:t>.</a:t>
            </a:r>
            <a:endParaRPr lang="en-US" sz="1400" dirty="0">
              <a:ea typeface="Calibri"/>
              <a:cs typeface="Calibri"/>
            </a:endParaRPr>
          </a:p>
          <a:p>
            <a:endParaRPr lang="en-US" sz="1400" dirty="0">
              <a:ea typeface="Calibri"/>
              <a:cs typeface="Calibri"/>
            </a:endParaRPr>
          </a:p>
          <a:p>
            <a:pPr>
              <a:buFont typeface=""/>
              <a:buChar char="•"/>
            </a:pPr>
            <a:r>
              <a:rPr lang="en-US" sz="1400" b="1" dirty="0" err="1"/>
              <a:t>Facilidad</a:t>
            </a:r>
            <a:r>
              <a:rPr lang="en-US" sz="1400" b="1" dirty="0"/>
              <a:t> de </a:t>
            </a:r>
            <a:r>
              <a:rPr lang="en-US" sz="1400" b="1" dirty="0" err="1"/>
              <a:t>cambio</a:t>
            </a:r>
            <a:r>
              <a:rPr lang="en-US" sz="1400" dirty="0"/>
              <a:t>: Se </a:t>
            </a:r>
            <a:r>
              <a:rPr lang="en-US" sz="1400" dirty="0" err="1"/>
              <a:t>puede</a:t>
            </a:r>
            <a:r>
              <a:rPr lang="en-US" sz="1400" dirty="0"/>
              <a:t> </a:t>
            </a:r>
            <a:r>
              <a:rPr lang="en-US" sz="1400" dirty="0" err="1"/>
              <a:t>cambiar</a:t>
            </a:r>
            <a:r>
              <a:rPr lang="en-US" sz="1400" dirty="0"/>
              <a:t> </a:t>
            </a:r>
            <a:r>
              <a:rPr lang="en-US" sz="1400" dirty="0" err="1"/>
              <a:t>MotorCombustion</a:t>
            </a:r>
            <a:r>
              <a:rPr lang="en-US" sz="1400" dirty="0"/>
              <a:t> </a:t>
            </a:r>
            <a:r>
              <a:rPr lang="en-US" sz="1400" dirty="0" err="1"/>
              <a:t>por</a:t>
            </a:r>
            <a:r>
              <a:rPr lang="en-US" sz="1400" dirty="0"/>
              <a:t> </a:t>
            </a:r>
            <a:r>
              <a:rPr lang="en-US" sz="1400" dirty="0" err="1"/>
              <a:t>MotorElectrico</a:t>
            </a:r>
            <a:r>
              <a:rPr lang="en-US" sz="1400" dirty="0"/>
              <a:t> sin </a:t>
            </a:r>
            <a:r>
              <a:rPr lang="en-US" sz="1400" dirty="0" err="1"/>
              <a:t>modificar</a:t>
            </a:r>
            <a:r>
              <a:rPr lang="en-US" sz="1400" dirty="0"/>
              <a:t> Automovil.</a:t>
            </a:r>
            <a:endParaRPr lang="en-US" sz="1400" dirty="0">
              <a:ea typeface="Calibri"/>
              <a:cs typeface="Calibri"/>
            </a:endParaRPr>
          </a:p>
          <a:p>
            <a:pPr>
              <a:buFont typeface=""/>
              <a:buChar char="•"/>
            </a:pPr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20769372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23" grpId="0" animBg="1"/>
      <p:bldP spid="3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A8F514-61E1-DAB9-C4C5-AD7F9475A3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BBBBE2D7-4F42-C69B-4CEB-33AC2BF78D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44" y="413742"/>
            <a:ext cx="9062106" cy="836674"/>
          </a:xfr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>
            <a:normAutofit/>
          </a:bodyPr>
          <a:lstStyle/>
          <a:p>
            <a:pPr algn="ctr"/>
            <a:r>
              <a:rPr lang="es-ES" sz="3600" dirty="0">
                <a:ea typeface="+mn-lt"/>
                <a:cs typeface="+mn-lt"/>
              </a:rPr>
              <a:t>DIP: Principio de Inversión de Dependencia</a:t>
            </a:r>
            <a:endParaRPr lang="en-US" sz="4000" dirty="0">
              <a:ea typeface="Calibri"/>
              <a:cs typeface="Calibri"/>
            </a:endParaRPr>
          </a:p>
        </p:txBody>
      </p:sp>
      <p:sp>
        <p:nvSpPr>
          <p:cNvPr id="6" name="Rombo 3">
            <a:extLst>
              <a:ext uri="{FF2B5EF4-FFF2-40B4-BE49-F238E27FC236}">
                <a16:creationId xmlns:a16="http://schemas.microsoft.com/office/drawing/2014/main" id="{5760BA63-22C4-BD51-5886-CB7D35F9B6CA}"/>
              </a:ext>
            </a:extLst>
          </p:cNvPr>
          <p:cNvSpPr/>
          <p:nvPr/>
        </p:nvSpPr>
        <p:spPr>
          <a:xfrm>
            <a:off x="0" y="418840"/>
            <a:ext cx="1101687" cy="836674"/>
          </a:xfrm>
          <a:prstGeom prst="diamond">
            <a:avLst/>
          </a:prstGeom>
          <a:solidFill>
            <a:srgbClr val="002060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Autofit/>
          </a:bodyPr>
          <a:lstStyle/>
          <a:p>
            <a:pPr algn="ctr" defTabSz="914422">
              <a:lnSpc>
                <a:spcPct val="90000"/>
              </a:lnSpc>
              <a:spcBef>
                <a:spcPct val="0"/>
              </a:spcBef>
            </a:pPr>
            <a:r>
              <a:rPr lang="es-ES" sz="4000" dirty="0">
                <a:latin typeface="Flama Condensed Light"/>
              </a:rPr>
              <a:t>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CE84E1F-D4D5-AF27-E773-DFCB4D74D610}"/>
              </a:ext>
            </a:extLst>
          </p:cNvPr>
          <p:cNvSpPr txBox="1"/>
          <p:nvPr/>
        </p:nvSpPr>
        <p:spPr>
          <a:xfrm>
            <a:off x="1637655" y="1715146"/>
            <a:ext cx="8516318" cy="369331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 dirty="0"/>
              <a:t>🔥 Errores </a:t>
            </a:r>
            <a:r>
              <a:rPr lang="en-US" b="1" dirty="0" err="1"/>
              <a:t>Comunes</a:t>
            </a:r>
            <a:r>
              <a:rPr lang="en-US" b="1" dirty="0"/>
              <a:t> al Violar DIP</a:t>
            </a:r>
          </a:p>
          <a:p>
            <a:endParaRPr lang="en-US" b="1" dirty="0"/>
          </a:p>
          <a:p>
            <a:pPr marL="228600" indent="-228600">
              <a:buFont typeface=""/>
              <a:buAutoNum type="arabicPeriod"/>
            </a:pPr>
            <a:r>
              <a:rPr lang="en-US" b="1" dirty="0" err="1"/>
              <a:t>Acoplamiento</a:t>
            </a:r>
            <a:r>
              <a:rPr lang="en-US" b="1" dirty="0"/>
              <a:t> </a:t>
            </a:r>
            <a:r>
              <a:rPr lang="en-US" b="1" dirty="0" err="1"/>
              <a:t>fuerte</a:t>
            </a:r>
            <a:r>
              <a:rPr lang="en-US" b="1" dirty="0"/>
              <a:t> entre </a:t>
            </a:r>
            <a:r>
              <a:rPr lang="en-US" b="1" dirty="0" err="1"/>
              <a:t>clases</a:t>
            </a:r>
            <a:endParaRPr lang="en-US" b="1" dirty="0" err="1">
              <a:ea typeface="Calibri"/>
              <a:cs typeface="Calibri"/>
            </a:endParaRPr>
          </a:p>
          <a:p>
            <a:pPr marL="285750" lvl="1" indent="-285750">
              <a:buFont typeface="Arial"/>
              <a:buChar char="•"/>
            </a:pPr>
            <a:r>
              <a:rPr lang="en-US" dirty="0" err="1"/>
              <a:t>Cuando</a:t>
            </a:r>
            <a:r>
              <a:rPr lang="en-US" dirty="0"/>
              <a:t> una </a:t>
            </a:r>
            <a:r>
              <a:rPr lang="en-US" dirty="0" err="1"/>
              <a:t>clase</a:t>
            </a:r>
            <a:r>
              <a:rPr lang="en-US" dirty="0"/>
              <a:t> de alto </a:t>
            </a:r>
            <a:r>
              <a:rPr lang="en-US" dirty="0" err="1"/>
              <a:t>nivel</a:t>
            </a:r>
            <a:r>
              <a:rPr lang="en-US" dirty="0"/>
              <a:t> </a:t>
            </a:r>
            <a:r>
              <a:rPr lang="en-US" dirty="0" err="1"/>
              <a:t>crea</a:t>
            </a:r>
            <a:r>
              <a:rPr lang="en-US" dirty="0"/>
              <a:t> </a:t>
            </a:r>
            <a:r>
              <a:rPr lang="en-US" dirty="0" err="1"/>
              <a:t>instancias</a:t>
            </a:r>
            <a:r>
              <a:rPr lang="en-US" dirty="0"/>
              <a:t> de </a:t>
            </a:r>
            <a:r>
              <a:rPr lang="en-US" dirty="0" err="1"/>
              <a:t>clases</a:t>
            </a:r>
            <a:r>
              <a:rPr lang="en-US" dirty="0"/>
              <a:t> de bajo </a:t>
            </a:r>
            <a:r>
              <a:rPr lang="en-US" dirty="0" err="1"/>
              <a:t>nivel</a:t>
            </a:r>
            <a:r>
              <a:rPr lang="en-US" dirty="0"/>
              <a:t> (new </a:t>
            </a:r>
            <a:r>
              <a:rPr lang="en-US" dirty="0" err="1"/>
              <a:t>directamente</a:t>
            </a:r>
            <a:r>
              <a:rPr lang="en-US" dirty="0"/>
              <a:t> dentro de la </a:t>
            </a:r>
            <a:r>
              <a:rPr lang="en-US" dirty="0" err="1"/>
              <a:t>clase</a:t>
            </a:r>
            <a:r>
              <a:rPr lang="en-US" dirty="0"/>
              <a:t>).</a:t>
            </a:r>
            <a:endParaRPr lang="en-US" dirty="0">
              <a:ea typeface="Calibri"/>
              <a:cs typeface="Calibri"/>
            </a:endParaRPr>
          </a:p>
          <a:p>
            <a:pPr marL="228600" indent="-228600">
              <a:buFont typeface=""/>
              <a:buAutoNum type="arabicPeriod"/>
            </a:pPr>
            <a:endParaRPr lang="en-US" b="1" dirty="0"/>
          </a:p>
          <a:p>
            <a:pPr marL="228600" indent="-228600">
              <a:buAutoNum type="arabicPeriod"/>
            </a:pPr>
            <a:r>
              <a:rPr lang="en-US" b="1" dirty="0" err="1"/>
              <a:t>Uso</a:t>
            </a:r>
            <a:r>
              <a:rPr lang="en-US" b="1" dirty="0"/>
              <a:t> de </a:t>
            </a:r>
            <a:r>
              <a:rPr lang="en-US" b="1" dirty="0" err="1"/>
              <a:t>implementaciones</a:t>
            </a:r>
            <a:r>
              <a:rPr lang="en-US" b="1" dirty="0"/>
              <a:t> </a:t>
            </a:r>
            <a:r>
              <a:rPr lang="en-US" b="1" dirty="0" err="1"/>
              <a:t>en</a:t>
            </a:r>
            <a:r>
              <a:rPr lang="en-US" b="1" dirty="0"/>
              <a:t> </a:t>
            </a:r>
            <a:r>
              <a:rPr lang="en-US" b="1" dirty="0" err="1"/>
              <a:t>lugar</a:t>
            </a:r>
            <a:r>
              <a:rPr lang="en-US" b="1" dirty="0"/>
              <a:t> de </a:t>
            </a:r>
            <a:r>
              <a:rPr lang="en-US" b="1" dirty="0" err="1"/>
              <a:t>abstracciones</a:t>
            </a:r>
            <a:endParaRPr lang="en-US" b="1" dirty="0" err="1">
              <a:ea typeface="Calibri"/>
              <a:cs typeface="Calibri"/>
            </a:endParaRPr>
          </a:p>
          <a:p>
            <a:pPr marL="285750" lvl="1" indent="-285750">
              <a:buFont typeface="Arial"/>
              <a:buChar char="•"/>
            </a:pPr>
            <a:r>
              <a:rPr lang="en-US" dirty="0"/>
              <a:t>Si un </a:t>
            </a:r>
            <a:r>
              <a:rPr lang="en-US" dirty="0" err="1"/>
              <a:t>método</a:t>
            </a:r>
            <a:r>
              <a:rPr lang="en-US" dirty="0"/>
              <a:t> </a:t>
            </a:r>
            <a:r>
              <a:rPr lang="en-US" dirty="0" err="1"/>
              <a:t>espera</a:t>
            </a:r>
            <a:r>
              <a:rPr lang="en-US" dirty="0"/>
              <a:t> un </a:t>
            </a:r>
            <a:r>
              <a:rPr lang="en-US" dirty="0" err="1"/>
              <a:t>MotorCombustion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lugar</a:t>
            </a:r>
            <a:r>
              <a:rPr lang="en-US" dirty="0"/>
              <a:t> de un </a:t>
            </a:r>
            <a:r>
              <a:rPr lang="en-US" dirty="0" err="1"/>
              <a:t>IMotor</a:t>
            </a:r>
            <a:r>
              <a:rPr lang="en-US" dirty="0"/>
              <a:t>, </a:t>
            </a:r>
            <a:r>
              <a:rPr lang="en-US" dirty="0" err="1"/>
              <a:t>el</a:t>
            </a:r>
            <a:r>
              <a:rPr lang="en-US" dirty="0"/>
              <a:t> </a:t>
            </a:r>
            <a:r>
              <a:rPr lang="en-US" dirty="0" err="1"/>
              <a:t>código</a:t>
            </a:r>
            <a:r>
              <a:rPr lang="en-US" dirty="0"/>
              <a:t> no es extensible.</a:t>
            </a:r>
            <a:endParaRPr lang="en-US" dirty="0">
              <a:ea typeface="Calibri" panose="020F0502020204030204"/>
              <a:cs typeface="Calibri" panose="020F0502020204030204"/>
            </a:endParaRPr>
          </a:p>
          <a:p>
            <a:pPr marL="228600" indent="-228600">
              <a:buFont typeface=""/>
              <a:buAutoNum type="arabicPeriod"/>
            </a:pPr>
            <a:endParaRPr lang="en-US" b="1" dirty="0"/>
          </a:p>
          <a:p>
            <a:pPr marL="228600" indent="-228600">
              <a:buAutoNum type="arabicPeriod"/>
            </a:pPr>
            <a:r>
              <a:rPr lang="en-US" b="1" dirty="0" err="1"/>
              <a:t>Abuso</a:t>
            </a:r>
            <a:r>
              <a:rPr lang="en-US" b="1" dirty="0"/>
              <a:t> de </a:t>
            </a:r>
            <a:r>
              <a:rPr lang="en-US" b="1" dirty="0" err="1"/>
              <a:t>contenedores</a:t>
            </a:r>
            <a:r>
              <a:rPr lang="en-US" b="1" dirty="0"/>
              <a:t> de </a:t>
            </a:r>
            <a:r>
              <a:rPr lang="en-US" b="1" dirty="0" err="1"/>
              <a:t>inyección</a:t>
            </a:r>
            <a:r>
              <a:rPr lang="en-US" b="1" dirty="0"/>
              <a:t> de </a:t>
            </a:r>
            <a:r>
              <a:rPr lang="en-US" b="1" dirty="0" err="1"/>
              <a:t>dependencia</a:t>
            </a:r>
            <a:endParaRPr lang="en-US" b="1" dirty="0" err="1">
              <a:ea typeface="Calibri"/>
              <a:cs typeface="Calibri"/>
            </a:endParaRPr>
          </a:p>
          <a:p>
            <a:pPr marL="228600" lvl="1" indent="-228600">
              <a:buFont typeface="Arial"/>
              <a:buChar char="•"/>
            </a:pPr>
            <a:r>
              <a:rPr lang="en-US" dirty="0" err="1"/>
              <a:t>Aunque</a:t>
            </a:r>
            <a:r>
              <a:rPr lang="en-US" dirty="0"/>
              <a:t> la </a:t>
            </a:r>
            <a:r>
              <a:rPr lang="en-US" dirty="0" err="1"/>
              <a:t>inyección</a:t>
            </a:r>
            <a:r>
              <a:rPr lang="en-US" dirty="0"/>
              <a:t> de </a:t>
            </a:r>
            <a:r>
              <a:rPr lang="en-US" dirty="0" err="1"/>
              <a:t>dependencias</a:t>
            </a:r>
            <a:r>
              <a:rPr lang="en-US" dirty="0"/>
              <a:t> es </a:t>
            </a:r>
            <a:r>
              <a:rPr lang="en-US" dirty="0" err="1"/>
              <a:t>útil</a:t>
            </a:r>
            <a:r>
              <a:rPr lang="en-US" dirty="0"/>
              <a:t>, </a:t>
            </a:r>
            <a:r>
              <a:rPr lang="en-US" dirty="0" err="1"/>
              <a:t>si</a:t>
            </a:r>
            <a:r>
              <a:rPr lang="en-US" dirty="0"/>
              <a:t> se </a:t>
            </a:r>
            <a:r>
              <a:rPr lang="en-US" dirty="0" err="1"/>
              <a:t>abusa</a:t>
            </a:r>
            <a:r>
              <a:rPr lang="en-US" dirty="0"/>
              <a:t> </a:t>
            </a:r>
            <a:r>
              <a:rPr lang="en-US" dirty="0" err="1"/>
              <a:t>creando</a:t>
            </a:r>
            <a:r>
              <a:rPr lang="en-US" dirty="0"/>
              <a:t> </a:t>
            </a:r>
            <a:r>
              <a:rPr lang="en-US" dirty="0" err="1"/>
              <a:t>demasiadas</a:t>
            </a:r>
            <a:r>
              <a:rPr lang="en-US" dirty="0"/>
              <a:t> interfaces </a:t>
            </a:r>
            <a:r>
              <a:rPr lang="en-US" dirty="0" err="1"/>
              <a:t>innecesarias</a:t>
            </a:r>
            <a:r>
              <a:rPr lang="en-US" dirty="0"/>
              <a:t>, </a:t>
            </a:r>
            <a:r>
              <a:rPr lang="en-US" dirty="0" err="1"/>
              <a:t>el</a:t>
            </a:r>
            <a:r>
              <a:rPr lang="en-US" dirty="0"/>
              <a:t> </a:t>
            </a:r>
            <a:r>
              <a:rPr lang="en-US" dirty="0" err="1"/>
              <a:t>código</a:t>
            </a:r>
            <a:r>
              <a:rPr lang="en-US" dirty="0"/>
              <a:t> se </a:t>
            </a:r>
            <a:r>
              <a:rPr lang="en-US" dirty="0" err="1"/>
              <a:t>vuelve</a:t>
            </a:r>
            <a:r>
              <a:rPr lang="en-US" dirty="0"/>
              <a:t> </a:t>
            </a:r>
            <a:r>
              <a:rPr lang="en-US" dirty="0" err="1"/>
              <a:t>complejo</a:t>
            </a:r>
            <a:r>
              <a:rPr lang="en-US" dirty="0"/>
              <a:t> sin </a:t>
            </a:r>
            <a:r>
              <a:rPr lang="en-US" dirty="0" err="1"/>
              <a:t>beneficio</a:t>
            </a:r>
            <a:r>
              <a:rPr lang="en-US" dirty="0"/>
              <a:t> real.</a:t>
            </a:r>
            <a:endParaRPr lang="en-US" dirty="0">
              <a:ea typeface="Calibri" panose="020F0502020204030204"/>
              <a:cs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23489047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9ED67BDB-4CDF-2239-C1E0-816392A24374}"/>
              </a:ext>
            </a:extLst>
          </p:cNvPr>
          <p:cNvSpPr txBox="1">
            <a:spLocks/>
          </p:cNvSpPr>
          <p:nvPr/>
        </p:nvSpPr>
        <p:spPr>
          <a:xfrm>
            <a:off x="550844" y="413742"/>
            <a:ext cx="9062106" cy="836674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2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3600" dirty="0">
                <a:ea typeface="+mn-lt"/>
                <a:cs typeface="+mn-lt"/>
              </a:rPr>
              <a:t>Ejemplo: Aplicación de SOLID al proyecto del Concesionario</a:t>
            </a:r>
            <a:endParaRPr lang="en-US" sz="4000" dirty="0">
              <a:ea typeface="Calibri"/>
              <a:cs typeface="Calibri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1513997-9BC0-D062-EA1C-CBD845D7F327}"/>
              </a:ext>
            </a:extLst>
          </p:cNvPr>
          <p:cNvSpPr txBox="1"/>
          <p:nvPr/>
        </p:nvSpPr>
        <p:spPr>
          <a:xfrm>
            <a:off x="874987" y="1899745"/>
            <a:ext cx="10796751" cy="397031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342900" indent="-342900">
              <a:buAutoNum type="arabicPeriod"/>
            </a:pPr>
            <a:r>
              <a:rPr lang="en-US" b="1" dirty="0">
                <a:ea typeface="+mn-lt"/>
                <a:cs typeface="+mn-lt"/>
              </a:rPr>
              <a:t>SRP (</a:t>
            </a:r>
            <a:r>
              <a:rPr lang="en-US" b="1" dirty="0" err="1">
                <a:ea typeface="+mn-lt"/>
                <a:cs typeface="+mn-lt"/>
              </a:rPr>
              <a:t>Responsabilidad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Única</a:t>
            </a:r>
            <a:r>
              <a:rPr lang="en-US" b="1" dirty="0">
                <a:ea typeface="+mn-lt"/>
                <a:cs typeface="+mn-lt"/>
              </a:rPr>
              <a:t>)</a:t>
            </a:r>
            <a:r>
              <a:rPr lang="en-US" dirty="0">
                <a:ea typeface="+mn-lt"/>
                <a:cs typeface="+mn-lt"/>
              </a:rPr>
              <a:t>: </a:t>
            </a:r>
          </a:p>
          <a:p>
            <a:pPr marL="800100" lvl="1" indent="-342900">
              <a:buFont typeface="Courier New"/>
              <a:buChar char="o"/>
            </a:pPr>
            <a:r>
              <a:rPr lang="en-US" dirty="0">
                <a:ea typeface="+mn-lt"/>
                <a:cs typeface="+mn-lt"/>
              </a:rPr>
              <a:t>Se </a:t>
            </a:r>
            <a:r>
              <a:rPr lang="en-US" dirty="0" err="1">
                <a:ea typeface="+mn-lt"/>
                <a:cs typeface="+mn-lt"/>
              </a:rPr>
              <a:t>separaron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validaciones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en</a:t>
            </a:r>
            <a:r>
              <a:rPr lang="en-US" dirty="0">
                <a:ea typeface="+mn-lt"/>
                <a:cs typeface="+mn-lt"/>
              </a:rPr>
              <a:t> la </a:t>
            </a:r>
            <a:r>
              <a:rPr lang="en-US" dirty="0" err="1">
                <a:ea typeface="+mn-lt"/>
                <a:cs typeface="+mn-lt"/>
              </a:rPr>
              <a:t>clase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latin typeface="Consolas"/>
                <a:ea typeface="Calibri"/>
                <a:cs typeface="Calibri"/>
              </a:rPr>
              <a:t>Validaciones</a:t>
            </a:r>
            <a:r>
              <a:rPr lang="en-US" dirty="0">
                <a:ea typeface="+mn-lt"/>
                <a:cs typeface="+mn-lt"/>
              </a:rPr>
              <a:t>. </a:t>
            </a:r>
          </a:p>
          <a:p>
            <a:pPr marL="800100" lvl="1" indent="-342900">
              <a:buFont typeface="Courier New"/>
              <a:buChar char="o"/>
            </a:pPr>
            <a:r>
              <a:rPr lang="en-US" dirty="0">
                <a:ea typeface="+mn-lt"/>
                <a:cs typeface="+mn-lt"/>
              </a:rPr>
              <a:t>Su </a:t>
            </a:r>
            <a:r>
              <a:rPr lang="en-US" dirty="0" err="1">
                <a:ea typeface="+mn-lt"/>
                <a:cs typeface="+mn-lt"/>
              </a:rPr>
              <a:t>única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responsabilidad</a:t>
            </a:r>
            <a:r>
              <a:rPr lang="en-US" dirty="0">
                <a:ea typeface="+mn-lt"/>
                <a:cs typeface="+mn-lt"/>
              </a:rPr>
              <a:t> es </a:t>
            </a:r>
            <a:r>
              <a:rPr lang="en-US" dirty="0" err="1">
                <a:ea typeface="+mn-lt"/>
                <a:cs typeface="+mn-lt"/>
              </a:rPr>
              <a:t>hacer</a:t>
            </a:r>
            <a:r>
              <a:rPr lang="en-US" dirty="0">
                <a:ea typeface="+mn-lt"/>
                <a:cs typeface="+mn-lt"/>
              </a:rPr>
              <a:t> las </a:t>
            </a:r>
            <a:r>
              <a:rPr lang="en-US" dirty="0" err="1">
                <a:ea typeface="+mn-lt"/>
                <a:cs typeface="+mn-lt"/>
              </a:rPr>
              <a:t>validaciones</a:t>
            </a:r>
            <a:r>
              <a:rPr lang="en-US" dirty="0">
                <a:ea typeface="+mn-lt"/>
                <a:cs typeface="+mn-lt"/>
              </a:rPr>
              <a:t>.</a:t>
            </a:r>
            <a:endParaRPr lang="en-US" dirty="0">
              <a:ea typeface="Calibri" panose="020F0502020204030204"/>
              <a:cs typeface="Calibri" panose="020F0502020204030204"/>
            </a:endParaRPr>
          </a:p>
          <a:p>
            <a:pPr marL="342900" indent="-342900">
              <a:buAutoNum type="arabicPeriod"/>
            </a:pPr>
            <a:r>
              <a:rPr lang="en-US" b="1" dirty="0">
                <a:ea typeface="+mn-lt"/>
                <a:cs typeface="+mn-lt"/>
              </a:rPr>
              <a:t>OCP (Abierto/</a:t>
            </a:r>
            <a:r>
              <a:rPr lang="en-US" b="1" dirty="0" err="1">
                <a:ea typeface="+mn-lt"/>
                <a:cs typeface="+mn-lt"/>
              </a:rPr>
              <a:t>Cerrado</a:t>
            </a:r>
            <a:r>
              <a:rPr lang="en-US" b="1" dirty="0">
                <a:ea typeface="+mn-lt"/>
                <a:cs typeface="+mn-lt"/>
              </a:rPr>
              <a:t>)</a:t>
            </a:r>
            <a:r>
              <a:rPr lang="en-US" dirty="0">
                <a:ea typeface="+mn-lt"/>
                <a:cs typeface="+mn-lt"/>
              </a:rPr>
              <a:t>: </a:t>
            </a:r>
            <a:endParaRPr lang="en-US" dirty="0">
              <a:latin typeface="Calibri"/>
              <a:ea typeface="Calibri"/>
              <a:cs typeface="Calibri"/>
            </a:endParaRPr>
          </a:p>
          <a:p>
            <a:pPr marL="800100" lvl="1" indent="-342900">
              <a:buFont typeface="Courier New"/>
              <a:buChar char="o"/>
            </a:pPr>
            <a:r>
              <a:rPr lang="en-US" dirty="0">
                <a:latin typeface="Consolas"/>
                <a:ea typeface="Calibri"/>
                <a:cs typeface="Calibri"/>
              </a:rPr>
              <a:t>Automovil</a:t>
            </a:r>
            <a:r>
              <a:rPr lang="en-US" dirty="0">
                <a:ea typeface="+mn-lt"/>
                <a:cs typeface="+mn-lt"/>
              </a:rPr>
              <a:t> es </a:t>
            </a:r>
            <a:r>
              <a:rPr lang="en-US" dirty="0" err="1">
                <a:ea typeface="+mn-lt"/>
                <a:cs typeface="+mn-lt"/>
              </a:rPr>
              <a:t>más</a:t>
            </a:r>
            <a:r>
              <a:rPr lang="en-US" dirty="0">
                <a:ea typeface="+mn-lt"/>
                <a:cs typeface="+mn-lt"/>
              </a:rPr>
              <a:t> extensible sin </a:t>
            </a:r>
            <a:r>
              <a:rPr lang="en-US" dirty="0" err="1">
                <a:ea typeface="+mn-lt"/>
                <a:cs typeface="+mn-lt"/>
              </a:rPr>
              <a:t>modificarla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directamente</a:t>
            </a:r>
            <a:r>
              <a:rPr lang="en-US" dirty="0">
                <a:ea typeface="+mn-lt"/>
                <a:cs typeface="+mn-lt"/>
              </a:rPr>
              <a:t>.</a:t>
            </a:r>
            <a:endParaRPr lang="en-US" dirty="0">
              <a:ea typeface="Calibri" panose="020F0502020204030204"/>
              <a:cs typeface="Calibri" panose="020F0502020204030204"/>
            </a:endParaRPr>
          </a:p>
          <a:p>
            <a:pPr marL="800100" lvl="1" indent="-342900">
              <a:buFont typeface="Courier New"/>
              <a:buChar char="o"/>
            </a:pPr>
            <a:r>
              <a:rPr lang="en-US" dirty="0">
                <a:ea typeface="+mn-lt"/>
                <a:cs typeface="+mn-lt"/>
              </a:rPr>
              <a:t>Si cambia la </a:t>
            </a:r>
            <a:r>
              <a:rPr lang="en-US" dirty="0" err="1">
                <a:ea typeface="+mn-lt"/>
                <a:cs typeface="+mn-lt"/>
              </a:rPr>
              <a:t>validación</a:t>
            </a:r>
            <a:r>
              <a:rPr lang="en-US" dirty="0">
                <a:ea typeface="+mn-lt"/>
                <a:cs typeface="+mn-lt"/>
              </a:rPr>
              <a:t> de </a:t>
            </a:r>
            <a:r>
              <a:rPr lang="en-US" dirty="0" err="1">
                <a:ea typeface="+mn-lt"/>
                <a:cs typeface="+mn-lt"/>
              </a:rPr>
              <a:t>algún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atributo</a:t>
            </a:r>
            <a:r>
              <a:rPr lang="en-US" dirty="0">
                <a:ea typeface="+mn-lt"/>
                <a:cs typeface="+mn-lt"/>
              </a:rPr>
              <a:t>, </a:t>
            </a:r>
            <a:r>
              <a:rPr lang="en-US" dirty="0" err="1">
                <a:ea typeface="+mn-lt"/>
                <a:cs typeface="+mn-lt"/>
              </a:rPr>
              <a:t>ya</a:t>
            </a:r>
            <a:r>
              <a:rPr lang="en-US" dirty="0">
                <a:ea typeface="+mn-lt"/>
                <a:cs typeface="+mn-lt"/>
              </a:rPr>
              <a:t> no se </a:t>
            </a:r>
            <a:r>
              <a:rPr lang="en-US" dirty="0" err="1">
                <a:ea typeface="+mn-lt"/>
                <a:cs typeface="+mn-lt"/>
              </a:rPr>
              <a:t>tiene</a:t>
            </a:r>
            <a:r>
              <a:rPr lang="en-US" dirty="0">
                <a:ea typeface="+mn-lt"/>
                <a:cs typeface="+mn-lt"/>
              </a:rPr>
              <a:t> que </a:t>
            </a:r>
            <a:r>
              <a:rPr lang="en-US" dirty="0" err="1">
                <a:ea typeface="+mn-lt"/>
                <a:cs typeface="+mn-lt"/>
              </a:rPr>
              <a:t>cambiar</a:t>
            </a:r>
            <a:r>
              <a:rPr lang="en-US" dirty="0">
                <a:ea typeface="+mn-lt"/>
                <a:cs typeface="+mn-lt"/>
              </a:rPr>
              <a:t> la </a:t>
            </a:r>
            <a:r>
              <a:rPr lang="en-US" dirty="0" err="1">
                <a:ea typeface="+mn-lt"/>
                <a:cs typeface="+mn-lt"/>
              </a:rPr>
              <a:t>implementación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dentro</a:t>
            </a:r>
            <a:r>
              <a:rPr lang="en-US" dirty="0">
                <a:ea typeface="+mn-lt"/>
                <a:cs typeface="+mn-lt"/>
              </a:rPr>
              <a:t> de Automovil</a:t>
            </a:r>
          </a:p>
          <a:p>
            <a:pPr marL="342900" indent="-342900">
              <a:buAutoNum type="arabicPeriod"/>
            </a:pPr>
            <a:r>
              <a:rPr lang="en-US" b="1" dirty="0">
                <a:ea typeface="+mn-lt"/>
                <a:cs typeface="+mn-lt"/>
              </a:rPr>
              <a:t>LSP (</a:t>
            </a:r>
            <a:r>
              <a:rPr lang="en-US" b="1" dirty="0" err="1">
                <a:ea typeface="+mn-lt"/>
                <a:cs typeface="+mn-lt"/>
              </a:rPr>
              <a:t>Sustitución</a:t>
            </a:r>
            <a:r>
              <a:rPr lang="en-US" b="1" dirty="0">
                <a:ea typeface="+mn-lt"/>
                <a:cs typeface="+mn-lt"/>
              </a:rPr>
              <a:t> de </a:t>
            </a:r>
            <a:r>
              <a:rPr lang="en-US" b="1" dirty="0" err="1">
                <a:ea typeface="+mn-lt"/>
                <a:cs typeface="+mn-lt"/>
              </a:rPr>
              <a:t>Liskov</a:t>
            </a:r>
            <a:r>
              <a:rPr lang="en-US" b="1" dirty="0">
                <a:ea typeface="+mn-lt"/>
                <a:cs typeface="+mn-lt"/>
              </a:rPr>
              <a:t>)</a:t>
            </a:r>
            <a:r>
              <a:rPr lang="en-US" dirty="0">
                <a:ea typeface="+mn-lt"/>
                <a:cs typeface="+mn-lt"/>
              </a:rPr>
              <a:t>: </a:t>
            </a:r>
          </a:p>
          <a:p>
            <a:pPr marL="800100" lvl="1" indent="-342900">
              <a:buFont typeface="Courier New"/>
              <a:buChar char="o"/>
            </a:pPr>
            <a:r>
              <a:rPr lang="en-US" dirty="0">
                <a:ea typeface="+mn-lt"/>
                <a:cs typeface="+mn-lt"/>
              </a:rPr>
              <a:t>Se </a:t>
            </a:r>
            <a:r>
              <a:rPr lang="en-US" dirty="0" err="1">
                <a:ea typeface="+mn-lt"/>
                <a:cs typeface="+mn-lt"/>
              </a:rPr>
              <a:t>revisaron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herencias</a:t>
            </a:r>
            <a:r>
              <a:rPr lang="en-US" dirty="0">
                <a:ea typeface="+mn-lt"/>
                <a:cs typeface="+mn-lt"/>
              </a:rPr>
              <a:t> para </a:t>
            </a:r>
            <a:r>
              <a:rPr lang="en-US" dirty="0" err="1">
                <a:ea typeface="+mn-lt"/>
                <a:cs typeface="+mn-lt"/>
              </a:rPr>
              <a:t>evitar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conflictos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en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el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comportamiento</a:t>
            </a:r>
            <a:r>
              <a:rPr lang="en-US" dirty="0">
                <a:ea typeface="+mn-lt"/>
                <a:cs typeface="+mn-lt"/>
              </a:rPr>
              <a:t>.</a:t>
            </a:r>
            <a:endParaRPr lang="en-US" dirty="0">
              <a:ea typeface="Calibri" panose="020F0502020204030204"/>
              <a:cs typeface="Calibri" panose="020F0502020204030204"/>
            </a:endParaRPr>
          </a:p>
          <a:p>
            <a:pPr marL="342900" indent="-342900">
              <a:buAutoNum type="arabicPeriod"/>
            </a:pPr>
            <a:r>
              <a:rPr lang="en-US" b="1" dirty="0">
                <a:ea typeface="+mn-lt"/>
                <a:cs typeface="+mn-lt"/>
              </a:rPr>
              <a:t>ISP (</a:t>
            </a:r>
            <a:r>
              <a:rPr lang="en-US" b="1" dirty="0" err="1">
                <a:ea typeface="+mn-lt"/>
                <a:cs typeface="+mn-lt"/>
              </a:rPr>
              <a:t>Segregación</a:t>
            </a:r>
            <a:r>
              <a:rPr lang="en-US" b="1" dirty="0">
                <a:ea typeface="+mn-lt"/>
                <a:cs typeface="+mn-lt"/>
              </a:rPr>
              <a:t> de Interfaces)</a:t>
            </a:r>
            <a:r>
              <a:rPr lang="en-US" dirty="0">
                <a:ea typeface="+mn-lt"/>
                <a:cs typeface="+mn-lt"/>
              </a:rPr>
              <a:t>: </a:t>
            </a:r>
          </a:p>
          <a:p>
            <a:pPr marL="800100" lvl="1" indent="-342900">
              <a:buFont typeface="Courier New"/>
              <a:buChar char="o"/>
            </a:pPr>
            <a:r>
              <a:rPr lang="en-US" dirty="0">
                <a:ea typeface="+mn-lt"/>
                <a:cs typeface="+mn-lt"/>
              </a:rPr>
              <a:t>Se </a:t>
            </a:r>
            <a:r>
              <a:rPr lang="en-US" dirty="0" err="1">
                <a:ea typeface="+mn-lt"/>
                <a:cs typeface="+mn-lt"/>
              </a:rPr>
              <a:t>mantuvo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latin typeface="Consolas"/>
                <a:ea typeface="Calibri"/>
                <a:cs typeface="Calibri"/>
              </a:rPr>
              <a:t>IMantenimiento</a:t>
            </a:r>
            <a:r>
              <a:rPr lang="en-US" dirty="0">
                <a:ea typeface="+mn-lt"/>
                <a:cs typeface="+mn-lt"/>
              </a:rPr>
              <a:t>, </a:t>
            </a:r>
            <a:r>
              <a:rPr lang="en-US" dirty="0" err="1">
                <a:ea typeface="+mn-lt"/>
                <a:cs typeface="+mn-lt"/>
              </a:rPr>
              <a:t>pero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podría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segmentarse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aún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más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si</a:t>
            </a:r>
            <a:r>
              <a:rPr lang="en-US" dirty="0">
                <a:ea typeface="+mn-lt"/>
                <a:cs typeface="+mn-lt"/>
              </a:rPr>
              <a:t> es </a:t>
            </a:r>
            <a:r>
              <a:rPr lang="en-US" dirty="0" err="1">
                <a:ea typeface="+mn-lt"/>
                <a:cs typeface="+mn-lt"/>
              </a:rPr>
              <a:t>necesario</a:t>
            </a:r>
            <a:r>
              <a:rPr lang="en-US" dirty="0">
                <a:ea typeface="+mn-lt"/>
                <a:cs typeface="+mn-lt"/>
              </a:rPr>
              <a:t>.</a:t>
            </a:r>
            <a:endParaRPr lang="en-US" dirty="0">
              <a:ea typeface="Calibri" panose="020F0502020204030204"/>
              <a:cs typeface="Calibri" panose="020F0502020204030204"/>
            </a:endParaRPr>
          </a:p>
          <a:p>
            <a:pPr marL="342900" indent="-342900">
              <a:buAutoNum type="arabicPeriod"/>
            </a:pPr>
            <a:endParaRPr lang="en-US" dirty="0">
              <a:latin typeface="Consolas"/>
              <a:ea typeface="Calibri"/>
              <a:cs typeface="Calibri"/>
            </a:endParaRPr>
          </a:p>
          <a:p>
            <a:pPr marL="800100" lvl="1" indent="-342900">
              <a:buFont typeface="Courier New"/>
              <a:buChar char="o"/>
            </a:pPr>
            <a:endParaRPr lang="en-US" dirty="0">
              <a:ea typeface="Calibri" panose="020F0502020204030204"/>
              <a:cs typeface="Calibri" panose="020F0502020204030204"/>
            </a:endParaRPr>
          </a:p>
          <a:p>
            <a:pPr marL="342900" indent="-342900">
              <a:buAutoNum type="arabicPeriod"/>
            </a:pPr>
            <a:endParaRPr lang="en-US" b="1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0732874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D080F7-4F17-5AB7-44CA-165A2309E0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B9B290D4-6976-EA75-D09F-E03CC66EB1BA}"/>
              </a:ext>
            </a:extLst>
          </p:cNvPr>
          <p:cNvSpPr txBox="1">
            <a:spLocks/>
          </p:cNvSpPr>
          <p:nvPr/>
        </p:nvSpPr>
        <p:spPr>
          <a:xfrm>
            <a:off x="550844" y="358658"/>
            <a:ext cx="9062106" cy="836674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2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3600" dirty="0">
                <a:ea typeface="+mn-lt"/>
                <a:cs typeface="+mn-lt"/>
              </a:rPr>
              <a:t>Ejemplo: Aplicación de SOLID al proyecto del Concesionario</a:t>
            </a:r>
            <a:endParaRPr lang="en-US" sz="4000" dirty="0">
              <a:ea typeface="Calibri"/>
              <a:cs typeface="Calibri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E3F429A-865F-23F4-D4C6-7BDFFAB3E42D}"/>
              </a:ext>
            </a:extLst>
          </p:cNvPr>
          <p:cNvSpPr txBox="1"/>
          <p:nvPr/>
        </p:nvSpPr>
        <p:spPr>
          <a:xfrm>
            <a:off x="874987" y="1899745"/>
            <a:ext cx="10796751" cy="230832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 dirty="0">
                <a:ea typeface="Calibri" panose="020F0502020204030204"/>
                <a:cs typeface="Calibri" panose="020F0502020204030204"/>
              </a:rPr>
              <a:t>5. DIP (</a:t>
            </a:r>
            <a:r>
              <a:rPr lang="en-US" b="1" dirty="0" err="1">
                <a:ea typeface="Calibri" panose="020F0502020204030204"/>
                <a:cs typeface="Calibri" panose="020F0502020204030204"/>
              </a:rPr>
              <a:t>Inversión</a:t>
            </a:r>
            <a:r>
              <a:rPr lang="en-US" b="1" dirty="0">
                <a:ea typeface="Calibri" panose="020F0502020204030204"/>
                <a:cs typeface="Calibri" panose="020F0502020204030204"/>
              </a:rPr>
              <a:t> de </a:t>
            </a:r>
            <a:r>
              <a:rPr lang="en-US" b="1" dirty="0" err="1">
                <a:ea typeface="Calibri" panose="020F0502020204030204"/>
                <a:cs typeface="Calibri" panose="020F0502020204030204"/>
              </a:rPr>
              <a:t>Dependencias</a:t>
            </a:r>
            <a:r>
              <a:rPr lang="en-US" b="1" dirty="0">
                <a:ea typeface="Calibri" panose="020F0502020204030204"/>
                <a:cs typeface="Calibri" panose="020F0502020204030204"/>
              </a:rPr>
              <a:t>)</a:t>
            </a:r>
            <a:r>
              <a:rPr lang="en-US" dirty="0">
                <a:ea typeface="Calibri" panose="020F0502020204030204"/>
                <a:cs typeface="Calibri" panose="020F0502020204030204"/>
              </a:rPr>
              <a:t>: </a:t>
            </a:r>
            <a:r>
              <a:rPr lang="en-US" dirty="0">
                <a:latin typeface="Consolas"/>
                <a:ea typeface="Calibri" panose="020F0502020204030204"/>
                <a:cs typeface="Calibri" panose="020F0502020204030204"/>
              </a:rPr>
              <a:t> </a:t>
            </a:r>
            <a:endParaRPr lang="en-US" dirty="0"/>
          </a:p>
          <a:p>
            <a:pPr marL="800100" lvl="1" indent="-342900">
              <a:buFont typeface="Courier New,monospace"/>
              <a:buChar char="o"/>
            </a:pPr>
            <a:r>
              <a:rPr lang="en-US" dirty="0">
                <a:latin typeface="Consolas"/>
                <a:ea typeface="Calibri" panose="020F0502020204030204"/>
                <a:cs typeface="Calibri" panose="020F0502020204030204"/>
              </a:rPr>
              <a:t>Automovil</a:t>
            </a:r>
            <a:r>
              <a:rPr lang="en-US" dirty="0">
                <a:ea typeface="Calibri" panose="020F0502020204030204"/>
                <a:cs typeface="Calibri" panose="020F0502020204030204"/>
              </a:rPr>
              <a:t> </a:t>
            </a:r>
            <a:r>
              <a:rPr lang="en-US" dirty="0" err="1">
                <a:ea typeface="Calibri" panose="020F0502020204030204"/>
                <a:cs typeface="Calibri" panose="020F0502020204030204"/>
              </a:rPr>
              <a:t>accedía</a:t>
            </a:r>
            <a:r>
              <a:rPr lang="en-US" dirty="0">
                <a:ea typeface="Calibri" panose="020F0502020204030204"/>
                <a:cs typeface="Calibri" panose="020F0502020204030204"/>
              </a:rPr>
              <a:t> a </a:t>
            </a:r>
            <a:r>
              <a:rPr lang="en-US" dirty="0" err="1">
                <a:ea typeface="Calibri" panose="020F0502020204030204"/>
                <a:cs typeface="Calibri" panose="020F0502020204030204"/>
              </a:rPr>
              <a:t>atributos</a:t>
            </a:r>
            <a:r>
              <a:rPr lang="en-US" dirty="0">
                <a:ea typeface="Calibri" panose="020F0502020204030204"/>
                <a:cs typeface="Calibri" panose="020F0502020204030204"/>
              </a:rPr>
              <a:t> </a:t>
            </a:r>
            <a:r>
              <a:rPr lang="en-US" dirty="0" err="1">
                <a:ea typeface="Calibri" panose="020F0502020204030204"/>
                <a:cs typeface="Calibri" panose="020F0502020204030204"/>
              </a:rPr>
              <a:t>definidos</a:t>
            </a:r>
            <a:r>
              <a:rPr lang="en-US" dirty="0">
                <a:ea typeface="Calibri" panose="020F0502020204030204"/>
                <a:cs typeface="Calibri" panose="020F0502020204030204"/>
              </a:rPr>
              <a:t> </a:t>
            </a:r>
            <a:r>
              <a:rPr lang="en-US" dirty="0" err="1">
                <a:ea typeface="Calibri" panose="020F0502020204030204"/>
                <a:cs typeface="Calibri" panose="020F0502020204030204"/>
              </a:rPr>
              <a:t>en</a:t>
            </a:r>
            <a:r>
              <a:rPr lang="en-US" dirty="0">
                <a:ea typeface="Calibri" panose="020F0502020204030204"/>
                <a:cs typeface="Calibri" panose="020F0502020204030204"/>
              </a:rPr>
              <a:t> </a:t>
            </a:r>
            <a:r>
              <a:rPr lang="en-US" dirty="0" err="1">
                <a:latin typeface="Consolas"/>
                <a:ea typeface="Calibri" panose="020F0502020204030204"/>
                <a:cs typeface="Calibri" panose="020F0502020204030204"/>
              </a:rPr>
              <a:t>Concesionario</a:t>
            </a:r>
            <a:r>
              <a:rPr lang="en-US" dirty="0">
                <a:ea typeface="Calibri" panose="020F0502020204030204"/>
                <a:cs typeface="Calibri" panose="020F0502020204030204"/>
              </a:rPr>
              <a:t>, </a:t>
            </a:r>
            <a:r>
              <a:rPr lang="en-US" dirty="0" err="1">
                <a:ea typeface="Calibri" panose="020F0502020204030204"/>
                <a:cs typeface="Calibri" panose="020F0502020204030204"/>
              </a:rPr>
              <a:t>como</a:t>
            </a:r>
            <a:r>
              <a:rPr lang="en-US" dirty="0">
                <a:ea typeface="Calibri" panose="020F0502020204030204"/>
                <a:cs typeface="Calibri" panose="020F0502020204030204"/>
              </a:rPr>
              <a:t> </a:t>
            </a:r>
            <a:r>
              <a:rPr lang="en-US" dirty="0" err="1">
                <a:latin typeface="Consolas"/>
                <a:ea typeface="Calibri" panose="020F0502020204030204"/>
                <a:cs typeface="Calibri" panose="020F0502020204030204"/>
              </a:rPr>
              <a:t>valor_minimo_nuevo</a:t>
            </a:r>
            <a:r>
              <a:rPr lang="en-US" dirty="0">
                <a:ea typeface="Calibri" panose="020F0502020204030204"/>
                <a:cs typeface="Calibri" panose="020F0502020204030204"/>
              </a:rPr>
              <a:t>, lo que </a:t>
            </a:r>
            <a:r>
              <a:rPr lang="en-US" dirty="0" err="1">
                <a:ea typeface="Calibri" panose="020F0502020204030204"/>
                <a:cs typeface="Calibri" panose="020F0502020204030204"/>
              </a:rPr>
              <a:t>generaba</a:t>
            </a:r>
            <a:r>
              <a:rPr lang="en-US" dirty="0">
                <a:ea typeface="Calibri" panose="020F0502020204030204"/>
                <a:cs typeface="Calibri" panose="020F0502020204030204"/>
              </a:rPr>
              <a:t> </a:t>
            </a:r>
            <a:r>
              <a:rPr lang="en-US" b="1" dirty="0" err="1">
                <a:ea typeface="Calibri" panose="020F0502020204030204"/>
                <a:cs typeface="Calibri" panose="020F0502020204030204"/>
              </a:rPr>
              <a:t>acoplamiento</a:t>
            </a:r>
            <a:r>
              <a:rPr lang="en-US" b="1" dirty="0">
                <a:ea typeface="Calibri" panose="020F0502020204030204"/>
                <a:cs typeface="Calibri" panose="020F0502020204030204"/>
              </a:rPr>
              <a:t> </a:t>
            </a:r>
            <a:r>
              <a:rPr lang="en-US" b="1" dirty="0" err="1">
                <a:ea typeface="Calibri" panose="020F0502020204030204"/>
                <a:cs typeface="Calibri" panose="020F0502020204030204"/>
              </a:rPr>
              <a:t>innecesario</a:t>
            </a:r>
            <a:r>
              <a:rPr lang="en-US" dirty="0">
                <a:ea typeface="Calibri" panose="020F0502020204030204"/>
                <a:cs typeface="Calibri" panose="020F0502020204030204"/>
              </a:rPr>
              <a:t>. </a:t>
            </a:r>
          </a:p>
          <a:p>
            <a:pPr marL="800100" lvl="1" indent="-342900">
              <a:buFont typeface="Courier New,monospace"/>
              <a:buChar char="o"/>
            </a:pPr>
            <a:r>
              <a:rPr lang="en-US" dirty="0">
                <a:latin typeface="Calibri" panose="020F0502020204030204"/>
                <a:ea typeface="Calibri"/>
                <a:cs typeface="Calibri"/>
              </a:rPr>
              <a:t>Para romper </a:t>
            </a:r>
            <a:r>
              <a:rPr lang="en-US" dirty="0" err="1">
                <a:latin typeface="Calibri" panose="020F0502020204030204"/>
                <a:ea typeface="Calibri"/>
                <a:cs typeface="Calibri"/>
              </a:rPr>
              <a:t>el</a:t>
            </a:r>
            <a:r>
              <a:rPr lang="en-US" dirty="0">
                <a:latin typeface="Calibri" panose="020F0502020204030204"/>
                <a:ea typeface="Calibri"/>
                <a:cs typeface="Calibri"/>
              </a:rPr>
              <a:t> </a:t>
            </a:r>
            <a:r>
              <a:rPr lang="en-US" dirty="0" err="1">
                <a:latin typeface="Calibri" panose="020F0502020204030204"/>
                <a:ea typeface="Calibri"/>
                <a:cs typeface="Calibri"/>
              </a:rPr>
              <a:t>acoplamiento</a:t>
            </a:r>
            <a:r>
              <a:rPr lang="en-US" dirty="0">
                <a:latin typeface="Calibri" panose="020F0502020204030204"/>
                <a:ea typeface="Calibri"/>
                <a:cs typeface="Calibri"/>
              </a:rPr>
              <a:t> entre Automovil y </a:t>
            </a:r>
            <a:r>
              <a:rPr lang="en-US" dirty="0" err="1">
                <a:latin typeface="Calibri" panose="020F0502020204030204"/>
                <a:ea typeface="Calibri"/>
                <a:cs typeface="Calibri"/>
              </a:rPr>
              <a:t>Validacion</a:t>
            </a:r>
            <a:r>
              <a:rPr lang="en-US" dirty="0">
                <a:latin typeface="Calibri" panose="020F0502020204030204"/>
                <a:ea typeface="Calibri"/>
                <a:cs typeface="Calibri"/>
              </a:rPr>
              <a:t>, se </a:t>
            </a:r>
            <a:r>
              <a:rPr lang="en-US" dirty="0" err="1">
                <a:latin typeface="Calibri" panose="020F0502020204030204"/>
                <a:ea typeface="Calibri"/>
                <a:cs typeface="Calibri"/>
              </a:rPr>
              <a:t>hace</a:t>
            </a:r>
            <a:r>
              <a:rPr lang="en-US" dirty="0">
                <a:latin typeface="Calibri" panose="020F0502020204030204"/>
                <a:ea typeface="Calibri"/>
                <a:cs typeface="Calibri"/>
              </a:rPr>
              <a:t> lo </a:t>
            </a:r>
            <a:r>
              <a:rPr lang="en-US" dirty="0" err="1">
                <a:latin typeface="Calibri" panose="020F0502020204030204"/>
                <a:ea typeface="Calibri"/>
                <a:cs typeface="Calibri"/>
              </a:rPr>
              <a:t>siguente</a:t>
            </a:r>
            <a:r>
              <a:rPr lang="en-US" dirty="0">
                <a:latin typeface="Calibri" panose="020F0502020204030204"/>
                <a:ea typeface="Calibri"/>
                <a:cs typeface="Calibri"/>
              </a:rPr>
              <a:t>:</a:t>
            </a:r>
            <a:r>
              <a:rPr lang="en-US" dirty="0">
                <a:ea typeface="Calibri" panose="020F0502020204030204"/>
                <a:cs typeface="Calibri" panose="020F0502020204030204"/>
              </a:rPr>
              <a:t> Se </a:t>
            </a:r>
            <a:r>
              <a:rPr lang="en-US" dirty="0" err="1">
                <a:ea typeface="Calibri" panose="020F0502020204030204"/>
                <a:cs typeface="Calibri" panose="020F0502020204030204"/>
              </a:rPr>
              <a:t>diseña</a:t>
            </a:r>
            <a:r>
              <a:rPr lang="en-US" dirty="0">
                <a:ea typeface="Calibri" panose="020F0502020204030204"/>
                <a:cs typeface="Calibri" panose="020F0502020204030204"/>
              </a:rPr>
              <a:t> </a:t>
            </a:r>
            <a:r>
              <a:rPr lang="en-US" dirty="0" err="1">
                <a:ea typeface="Calibri" panose="020F0502020204030204"/>
                <a:cs typeface="Calibri" panose="020F0502020204030204"/>
              </a:rPr>
              <a:t>una</a:t>
            </a:r>
            <a:r>
              <a:rPr lang="en-US" dirty="0">
                <a:ea typeface="Calibri" panose="020F0502020204030204"/>
                <a:cs typeface="Calibri" panose="020F0502020204030204"/>
              </a:rPr>
              <a:t> </a:t>
            </a:r>
            <a:r>
              <a:rPr lang="en-US" dirty="0" err="1">
                <a:ea typeface="Calibri" panose="020F0502020204030204"/>
                <a:cs typeface="Calibri" panose="020F0502020204030204"/>
              </a:rPr>
              <a:t>aquitectura</a:t>
            </a:r>
            <a:r>
              <a:rPr lang="en-US" dirty="0">
                <a:ea typeface="Calibri" panose="020F0502020204030204"/>
                <a:cs typeface="Calibri" panose="020F0502020204030204"/>
              </a:rPr>
              <a:t> </a:t>
            </a:r>
            <a:r>
              <a:rPr lang="en-US" dirty="0" err="1">
                <a:ea typeface="Calibri" panose="020F0502020204030204"/>
                <a:cs typeface="Calibri" panose="020F0502020204030204"/>
              </a:rPr>
              <a:t>donde</a:t>
            </a:r>
            <a:r>
              <a:rPr lang="en-US" dirty="0">
                <a:ea typeface="Calibri" panose="020F0502020204030204"/>
                <a:cs typeface="Calibri" panose="020F0502020204030204"/>
              </a:rPr>
              <a:t> Automovil no </a:t>
            </a:r>
            <a:r>
              <a:rPr lang="en-US" dirty="0" err="1">
                <a:ea typeface="Calibri" panose="020F0502020204030204"/>
                <a:cs typeface="Calibri" panose="020F0502020204030204"/>
              </a:rPr>
              <a:t>dependa</a:t>
            </a:r>
            <a:r>
              <a:rPr lang="en-US" dirty="0">
                <a:ea typeface="Calibri" panose="020F0502020204030204"/>
                <a:cs typeface="Calibri" panose="020F0502020204030204"/>
              </a:rPr>
              <a:t> </a:t>
            </a:r>
            <a:r>
              <a:rPr lang="en-US" dirty="0" err="1">
                <a:ea typeface="Calibri" panose="020F0502020204030204"/>
                <a:cs typeface="Calibri" panose="020F0502020204030204"/>
              </a:rPr>
              <a:t>directamente</a:t>
            </a:r>
            <a:r>
              <a:rPr lang="en-US" dirty="0">
                <a:ea typeface="Calibri" panose="020F0502020204030204"/>
                <a:cs typeface="Calibri" panose="020F0502020204030204"/>
              </a:rPr>
              <a:t> de </a:t>
            </a:r>
            <a:r>
              <a:rPr lang="en-US" dirty="0" err="1">
                <a:ea typeface="Calibri" panose="020F0502020204030204"/>
                <a:cs typeface="Calibri" panose="020F0502020204030204"/>
              </a:rPr>
              <a:t>Validaciones</a:t>
            </a:r>
            <a:r>
              <a:rPr lang="en-US" dirty="0">
                <a:ea typeface="Calibri" panose="020F0502020204030204"/>
                <a:cs typeface="Calibri" panose="020F0502020204030204"/>
              </a:rPr>
              <a:t>, </a:t>
            </a:r>
            <a:r>
              <a:rPr lang="en-US" dirty="0" err="1">
                <a:ea typeface="Calibri" panose="020F0502020204030204"/>
                <a:cs typeface="Calibri" panose="020F0502020204030204"/>
              </a:rPr>
              <a:t>sino</a:t>
            </a:r>
            <a:r>
              <a:rPr lang="en-US" dirty="0">
                <a:ea typeface="Calibri" panose="020F0502020204030204"/>
                <a:cs typeface="Calibri" panose="020F0502020204030204"/>
              </a:rPr>
              <a:t> que </a:t>
            </a:r>
            <a:r>
              <a:rPr lang="en-US" dirty="0" err="1">
                <a:ea typeface="Calibri" panose="020F0502020204030204"/>
                <a:cs typeface="Calibri" panose="020F0502020204030204"/>
              </a:rPr>
              <a:t>reciba</a:t>
            </a:r>
            <a:r>
              <a:rPr lang="en-US" dirty="0">
                <a:ea typeface="Calibri" panose="020F0502020204030204"/>
                <a:cs typeface="Calibri" panose="020F0502020204030204"/>
              </a:rPr>
              <a:t> </a:t>
            </a:r>
            <a:r>
              <a:rPr lang="en-US" dirty="0" err="1">
                <a:ea typeface="Calibri" panose="020F0502020204030204"/>
                <a:cs typeface="Calibri" panose="020F0502020204030204"/>
              </a:rPr>
              <a:t>una</a:t>
            </a:r>
            <a:r>
              <a:rPr lang="en-US" dirty="0">
                <a:ea typeface="Calibri" panose="020F0502020204030204"/>
                <a:cs typeface="Calibri" panose="020F0502020204030204"/>
              </a:rPr>
              <a:t> </a:t>
            </a:r>
            <a:r>
              <a:rPr lang="en-US" dirty="0" err="1">
                <a:ea typeface="Calibri" panose="020F0502020204030204"/>
                <a:cs typeface="Calibri" panose="020F0502020204030204"/>
              </a:rPr>
              <a:t>instancia</a:t>
            </a:r>
            <a:r>
              <a:rPr lang="en-US" dirty="0">
                <a:ea typeface="Calibri" panose="020F0502020204030204"/>
                <a:cs typeface="Calibri" panose="020F0502020204030204"/>
              </a:rPr>
              <a:t> de un </a:t>
            </a:r>
            <a:r>
              <a:rPr lang="en-US" dirty="0" err="1">
                <a:ea typeface="Calibri" panose="020F0502020204030204"/>
                <a:cs typeface="Calibri" panose="020F0502020204030204"/>
              </a:rPr>
              <a:t>servicio</a:t>
            </a:r>
            <a:r>
              <a:rPr lang="en-US" dirty="0">
                <a:ea typeface="Calibri" panose="020F0502020204030204"/>
                <a:cs typeface="Calibri" panose="020F0502020204030204"/>
              </a:rPr>
              <a:t> de </a:t>
            </a:r>
            <a:r>
              <a:rPr lang="en-US" dirty="0" err="1">
                <a:ea typeface="Calibri" panose="020F0502020204030204"/>
                <a:cs typeface="Calibri" panose="020F0502020204030204"/>
              </a:rPr>
              <a:t>validación</a:t>
            </a:r>
            <a:r>
              <a:rPr lang="en-US" dirty="0">
                <a:ea typeface="Calibri" panose="020F0502020204030204"/>
                <a:cs typeface="Calibri" panose="020F0502020204030204"/>
              </a:rPr>
              <a:t> a </a:t>
            </a:r>
            <a:r>
              <a:rPr lang="en-US" dirty="0" err="1">
                <a:ea typeface="Calibri" panose="020F0502020204030204"/>
                <a:cs typeface="Calibri" panose="020F0502020204030204"/>
              </a:rPr>
              <a:t>través</a:t>
            </a:r>
            <a:r>
              <a:rPr lang="en-US" dirty="0">
                <a:ea typeface="Calibri" panose="020F0502020204030204"/>
                <a:cs typeface="Calibri" panose="020F0502020204030204"/>
              </a:rPr>
              <a:t> de </a:t>
            </a:r>
            <a:r>
              <a:rPr lang="en-US" dirty="0" err="1">
                <a:ea typeface="Calibri" panose="020F0502020204030204"/>
                <a:cs typeface="Calibri" panose="020F0502020204030204"/>
              </a:rPr>
              <a:t>inyección</a:t>
            </a:r>
            <a:r>
              <a:rPr lang="en-US" dirty="0">
                <a:ea typeface="Calibri" panose="020F0502020204030204"/>
                <a:cs typeface="Calibri" panose="020F0502020204030204"/>
              </a:rPr>
              <a:t> de </a:t>
            </a:r>
            <a:r>
              <a:rPr lang="en-US" dirty="0" err="1">
                <a:ea typeface="Calibri" panose="020F0502020204030204"/>
                <a:cs typeface="Calibri" panose="020F0502020204030204"/>
              </a:rPr>
              <a:t>dependencias</a:t>
            </a:r>
            <a:r>
              <a:rPr lang="en-US" dirty="0">
                <a:ea typeface="Calibri" panose="020F0502020204030204"/>
                <a:cs typeface="Calibri" panose="020F0502020204030204"/>
              </a:rPr>
              <a:t> (DIP).</a:t>
            </a:r>
          </a:p>
          <a:p>
            <a:pPr marL="800100" lvl="1" indent="-342900">
              <a:buFont typeface="Courier New"/>
              <a:buChar char="o"/>
            </a:pPr>
            <a:endParaRPr lang="en-US" dirty="0">
              <a:ea typeface="Calibri" panose="020F0502020204030204"/>
              <a:cs typeface="Calibri" panose="020F0502020204030204"/>
            </a:endParaRPr>
          </a:p>
          <a:p>
            <a:pPr marL="342900" indent="-342900">
              <a:buFontTx/>
              <a:buAutoNum type="arabicPeriod"/>
            </a:pPr>
            <a:endParaRPr lang="en-US" b="1" dirty="0">
              <a:ea typeface="Calibri" panose="020F0502020204030204"/>
              <a:cs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1197823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363B329F-EC50-4B3B-B3DB-53007A138E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577" y="667267"/>
            <a:ext cx="8687246" cy="4578585"/>
          </a:xfrm>
          <a:prstGeom prst="rect">
            <a:avLst/>
          </a:prstGeom>
        </p:spPr>
      </p:pic>
      <p:sp>
        <p:nvSpPr>
          <p:cNvPr id="5" name="Título 1">
            <a:extLst>
              <a:ext uri="{FF2B5EF4-FFF2-40B4-BE49-F238E27FC236}">
                <a16:creationId xmlns:a16="http://schemas.microsoft.com/office/drawing/2014/main" id="{5536A62D-CE2D-4CCB-80F9-E360EDD3FB09}"/>
              </a:ext>
            </a:extLst>
          </p:cNvPr>
          <p:cNvSpPr txBox="1">
            <a:spLocks/>
          </p:cNvSpPr>
          <p:nvPr/>
        </p:nvSpPr>
        <p:spPr>
          <a:xfrm>
            <a:off x="8866743" y="1276547"/>
            <a:ext cx="3111897" cy="1207573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 fontScale="77500" lnSpcReduction="20000"/>
          </a:bodyPr>
          <a:lstStyle>
            <a:lvl1pPr algn="l" defTabSz="91442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3600" dirty="0">
                <a:ea typeface="+mn-lt"/>
                <a:cs typeface="+mn-lt"/>
              </a:rPr>
              <a:t>Caso Estudio: Análisis Estructura: Transito</a:t>
            </a:r>
          </a:p>
        </p:txBody>
      </p:sp>
    </p:spTree>
    <p:extLst>
      <p:ext uri="{BB962C8B-B14F-4D97-AF65-F5344CB8AC3E}">
        <p14:creationId xmlns:p14="http://schemas.microsoft.com/office/powerpoint/2010/main" val="300656035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1">
            <a:extLst>
              <a:ext uri="{FF2B5EF4-FFF2-40B4-BE49-F238E27FC236}">
                <a16:creationId xmlns:a16="http://schemas.microsoft.com/office/drawing/2014/main" id="{42DDE59C-9689-4F8A-A72C-327D8717BA77}"/>
              </a:ext>
            </a:extLst>
          </p:cNvPr>
          <p:cNvSpPr txBox="1">
            <a:spLocks/>
          </p:cNvSpPr>
          <p:nvPr/>
        </p:nvSpPr>
        <p:spPr>
          <a:xfrm>
            <a:off x="484743" y="468827"/>
            <a:ext cx="9062106" cy="836674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l" defTabSz="91442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3600" dirty="0">
                <a:ea typeface="+mn-lt"/>
                <a:cs typeface="+mn-lt"/>
              </a:rPr>
              <a:t>Análisis Clase a Clase: Transito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D98904D7-742F-4CD1-A0D1-B9B64A3E4FCF}"/>
              </a:ext>
            </a:extLst>
          </p:cNvPr>
          <p:cNvSpPr txBox="1"/>
          <p:nvPr/>
        </p:nvSpPr>
        <p:spPr>
          <a:xfrm>
            <a:off x="484743" y="1630981"/>
            <a:ext cx="6193315" cy="4585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000" b="1" dirty="0">
                <a:highlight>
                  <a:srgbClr val="00FF00"/>
                </a:highlight>
              </a:rPr>
              <a:t>Principios Cumplidos: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/>
              <a:t>SRP: Maneja la gestión de multas y datos de tránsito.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/>
              <a:t>Validaciones: Correctas en propiedades.</a:t>
            </a:r>
          </a:p>
          <a:p>
            <a:endParaRPr lang="es-ES" dirty="0"/>
          </a:p>
          <a:p>
            <a:r>
              <a:rPr lang="es-ES" sz="2000" b="1" dirty="0">
                <a:solidFill>
                  <a:schemeClr val="bg1"/>
                </a:solidFill>
                <a:highlight>
                  <a:srgbClr val="FF0000"/>
                </a:highlight>
              </a:rPr>
              <a:t>Principios No Cumplidos: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/>
              <a:t>SRP: Violación parcial - tiene dos responsabilidades: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dirty="0"/>
              <a:t>Gestión de datos de entidad tránsito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dirty="0"/>
              <a:t>Cálculo de totalización de multas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/>
              <a:t>DIP (</a:t>
            </a:r>
            <a:r>
              <a:rPr lang="es-ES" dirty="0" err="1"/>
              <a:t>Dependency</a:t>
            </a:r>
            <a:r>
              <a:rPr lang="es-ES" dirty="0"/>
              <a:t> </a:t>
            </a:r>
            <a:r>
              <a:rPr lang="es-ES" dirty="0" err="1"/>
              <a:t>Inversion</a:t>
            </a:r>
            <a:r>
              <a:rPr lang="es-ES" dirty="0"/>
              <a:t>): Depende directamente de clases concretas (Mayor, Menor).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/>
              <a:t>ISP (Interface </a:t>
            </a:r>
            <a:r>
              <a:rPr lang="es-ES" dirty="0" err="1"/>
              <a:t>Segregation</a:t>
            </a:r>
            <a:r>
              <a:rPr lang="es-ES" dirty="0"/>
              <a:t>): No utiliza interfaces para el cálculo.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ABFF5AB5-C588-4832-B4CC-5C99237A81DB}"/>
              </a:ext>
            </a:extLst>
          </p:cNvPr>
          <p:cNvSpPr txBox="1"/>
          <p:nvPr/>
        </p:nvSpPr>
        <p:spPr>
          <a:xfrm>
            <a:off x="6589923" y="1586429"/>
            <a:ext cx="5385412" cy="2893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000" b="1" dirty="0">
                <a:highlight>
                  <a:srgbClr val="00FFFF"/>
                </a:highlight>
              </a:rPr>
              <a:t>Qué Hacer?</a:t>
            </a:r>
          </a:p>
          <a:p>
            <a:endParaRPr lang="es-E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/>
              <a:t>Extraer lógica de totalización a un servicio </a:t>
            </a:r>
            <a:r>
              <a:rPr lang="es-ES" dirty="0" err="1"/>
              <a:t>CalculadoraMultas</a:t>
            </a:r>
            <a:r>
              <a:rPr lang="es-ES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/>
              <a:t>Usar interfaces en lugar de tipos concretos en </a:t>
            </a:r>
            <a:r>
              <a:rPr lang="es-ES" dirty="0" err="1"/>
              <a:t>Totalizar_multas</a:t>
            </a:r>
            <a:r>
              <a:rPr lang="es-ES" dirty="0"/>
              <a:t>().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/>
              <a:t>Inyectar dependencias en lugar de crearlas internamente.</a:t>
            </a:r>
            <a:endParaRPr lang="es-419" dirty="0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AFDF04E5-80FA-4F60-B651-BFFF13558BF0}"/>
              </a:ext>
            </a:extLst>
          </p:cNvPr>
          <p:cNvSpPr txBox="1"/>
          <p:nvPr/>
        </p:nvSpPr>
        <p:spPr>
          <a:xfrm>
            <a:off x="3256861" y="1350053"/>
            <a:ext cx="1148509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6000" dirty="0"/>
              <a:t>✅</a:t>
            </a:r>
            <a:endParaRPr lang="es-419" sz="6000" dirty="0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AE6753C2-4679-492D-9C58-6ED15C9CB043}"/>
              </a:ext>
            </a:extLst>
          </p:cNvPr>
          <p:cNvSpPr txBox="1"/>
          <p:nvPr/>
        </p:nvSpPr>
        <p:spPr>
          <a:xfrm>
            <a:off x="3255024" y="2805425"/>
            <a:ext cx="1148509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6000" dirty="0"/>
              <a:t>🚫</a:t>
            </a:r>
            <a:endParaRPr lang="es-419" sz="6000" dirty="0"/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9CC9D85C-CAD5-4968-B073-E86798EBADA3}"/>
              </a:ext>
            </a:extLst>
          </p:cNvPr>
          <p:cNvSpPr txBox="1"/>
          <p:nvPr/>
        </p:nvSpPr>
        <p:spPr>
          <a:xfrm>
            <a:off x="10672591" y="1317002"/>
            <a:ext cx="1148509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6000" dirty="0"/>
              <a:t>👷</a:t>
            </a:r>
            <a:endParaRPr lang="es-419" sz="6000" dirty="0"/>
          </a:p>
        </p:txBody>
      </p:sp>
    </p:spTree>
    <p:extLst>
      <p:ext uri="{BB962C8B-B14F-4D97-AF65-F5344CB8AC3E}">
        <p14:creationId xmlns:p14="http://schemas.microsoft.com/office/powerpoint/2010/main" val="229139365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1">
            <a:extLst>
              <a:ext uri="{FF2B5EF4-FFF2-40B4-BE49-F238E27FC236}">
                <a16:creationId xmlns:a16="http://schemas.microsoft.com/office/drawing/2014/main" id="{B2CD311E-F41C-417A-8DE7-18680DF8DAAB}"/>
              </a:ext>
            </a:extLst>
          </p:cNvPr>
          <p:cNvSpPr txBox="1">
            <a:spLocks/>
          </p:cNvSpPr>
          <p:nvPr/>
        </p:nvSpPr>
        <p:spPr>
          <a:xfrm>
            <a:off x="8866743" y="1276547"/>
            <a:ext cx="3111897" cy="1207573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 fontScale="85000" lnSpcReduction="20000"/>
          </a:bodyPr>
          <a:lstStyle>
            <a:lvl1pPr algn="l" defTabSz="91442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3600" dirty="0">
                <a:ea typeface="+mn-lt"/>
                <a:cs typeface="+mn-lt"/>
              </a:rPr>
              <a:t>Caso Estudio: Análisis Estructura: Multa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7ED0CF76-1423-443C-A752-E5D22F3C96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979" y="436779"/>
            <a:ext cx="8119529" cy="5613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568846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1">
            <a:extLst>
              <a:ext uri="{FF2B5EF4-FFF2-40B4-BE49-F238E27FC236}">
                <a16:creationId xmlns:a16="http://schemas.microsoft.com/office/drawing/2014/main" id="{42DDE59C-9689-4F8A-A72C-327D8717BA77}"/>
              </a:ext>
            </a:extLst>
          </p:cNvPr>
          <p:cNvSpPr txBox="1">
            <a:spLocks/>
          </p:cNvSpPr>
          <p:nvPr/>
        </p:nvSpPr>
        <p:spPr>
          <a:xfrm>
            <a:off x="484743" y="468827"/>
            <a:ext cx="9062106" cy="836674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l" defTabSz="91442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3600" dirty="0">
                <a:ea typeface="+mn-lt"/>
                <a:cs typeface="+mn-lt"/>
              </a:rPr>
              <a:t>Caso Estudio: Análisis Clase a Clase: Multa 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D98904D7-742F-4CD1-A0D1-B9B64A3E4FCF}"/>
              </a:ext>
            </a:extLst>
          </p:cNvPr>
          <p:cNvSpPr txBox="1"/>
          <p:nvPr/>
        </p:nvSpPr>
        <p:spPr>
          <a:xfrm>
            <a:off x="669274" y="1975393"/>
            <a:ext cx="4773058" cy="430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000" b="1" dirty="0">
                <a:highlight>
                  <a:srgbClr val="00FF00"/>
                </a:highlight>
              </a:rPr>
              <a:t>Principios Cumplidos: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/>
              <a:t>SRP: Bien definida como clase base abstracta.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/>
              <a:t>OCP: Diseñada para extensión a través de herencia.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/>
              <a:t>LSP: Estructurada para que Mayor y Menor sean sustituibles.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dirty="0"/>
          </a:p>
          <a:p>
            <a:r>
              <a:rPr lang="es-ES" sz="2000" b="1" dirty="0">
                <a:solidFill>
                  <a:schemeClr val="bg1"/>
                </a:solidFill>
                <a:highlight>
                  <a:srgbClr val="FF0000"/>
                </a:highlight>
              </a:rPr>
              <a:t>Principios No Cumplidos: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/>
              <a:t>ISP: Implementa </a:t>
            </a:r>
            <a:r>
              <a:rPr lang="es-ES" dirty="0" err="1"/>
              <a:t>ISancionEconomica</a:t>
            </a:r>
            <a:r>
              <a:rPr lang="es-ES" dirty="0"/>
              <a:t> directamente, pero no todas las multas podrían necesitar esta interfaz en el futuro.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ABFF5AB5-C588-4832-B4CC-5C99237A81DB}"/>
              </a:ext>
            </a:extLst>
          </p:cNvPr>
          <p:cNvSpPr txBox="1"/>
          <p:nvPr/>
        </p:nvSpPr>
        <p:spPr>
          <a:xfrm>
            <a:off x="6567889" y="1975393"/>
            <a:ext cx="4773058" cy="178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000" b="1" dirty="0">
                <a:highlight>
                  <a:srgbClr val="00FFFF"/>
                </a:highlight>
              </a:rPr>
              <a:t>Qué Hacer?</a:t>
            </a:r>
          </a:p>
          <a:p>
            <a:endParaRPr lang="es-E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/>
              <a:t>Considerar rediseño por composición en lugar de herencia para mayor flexibilidad.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/>
              <a:t>Separar responsabilidades de valor y cálculo.</a:t>
            </a:r>
            <a:endParaRPr lang="es-419" dirty="0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AFDF04E5-80FA-4F60-B651-BFFF13558BF0}"/>
              </a:ext>
            </a:extLst>
          </p:cNvPr>
          <p:cNvSpPr txBox="1"/>
          <p:nvPr/>
        </p:nvSpPr>
        <p:spPr>
          <a:xfrm>
            <a:off x="3291290" y="1638625"/>
            <a:ext cx="1148509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6000" dirty="0"/>
              <a:t>✅</a:t>
            </a:r>
            <a:endParaRPr lang="es-419" sz="6000" dirty="0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AE6753C2-4679-492D-9C58-6ED15C9CB043}"/>
              </a:ext>
            </a:extLst>
          </p:cNvPr>
          <p:cNvSpPr txBox="1"/>
          <p:nvPr/>
        </p:nvSpPr>
        <p:spPr>
          <a:xfrm>
            <a:off x="3291290" y="4398785"/>
            <a:ext cx="1148509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6000" dirty="0"/>
              <a:t>🚫</a:t>
            </a:r>
            <a:endParaRPr lang="es-419" sz="6000" dirty="0"/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9CC9D85C-CAD5-4968-B073-E86798EBADA3}"/>
              </a:ext>
            </a:extLst>
          </p:cNvPr>
          <p:cNvSpPr txBox="1"/>
          <p:nvPr/>
        </p:nvSpPr>
        <p:spPr>
          <a:xfrm>
            <a:off x="9416668" y="1638625"/>
            <a:ext cx="1148509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6000" dirty="0"/>
              <a:t>👷</a:t>
            </a:r>
            <a:endParaRPr lang="es-419" sz="6000" dirty="0"/>
          </a:p>
        </p:txBody>
      </p:sp>
    </p:spTree>
    <p:extLst>
      <p:ext uri="{BB962C8B-B14F-4D97-AF65-F5344CB8AC3E}">
        <p14:creationId xmlns:p14="http://schemas.microsoft.com/office/powerpoint/2010/main" val="15270881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1">
            <a:extLst>
              <a:ext uri="{FF2B5EF4-FFF2-40B4-BE49-F238E27FC236}">
                <a16:creationId xmlns:a16="http://schemas.microsoft.com/office/drawing/2014/main" id="{42DDE59C-9689-4F8A-A72C-327D8717BA77}"/>
              </a:ext>
            </a:extLst>
          </p:cNvPr>
          <p:cNvSpPr txBox="1">
            <a:spLocks/>
          </p:cNvSpPr>
          <p:nvPr/>
        </p:nvSpPr>
        <p:spPr>
          <a:xfrm>
            <a:off x="484743" y="468827"/>
            <a:ext cx="9062106" cy="836674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l" defTabSz="91442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3600" dirty="0">
                <a:ea typeface="+mn-lt"/>
                <a:cs typeface="+mn-lt"/>
              </a:rPr>
              <a:t>Caso Estudio: Análisis Clase a Clase: Menor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D98904D7-742F-4CD1-A0D1-B9B64A3E4FCF}"/>
              </a:ext>
            </a:extLst>
          </p:cNvPr>
          <p:cNvSpPr txBox="1"/>
          <p:nvPr/>
        </p:nvSpPr>
        <p:spPr>
          <a:xfrm>
            <a:off x="669274" y="1975393"/>
            <a:ext cx="4773058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000" b="1" dirty="0">
                <a:highlight>
                  <a:srgbClr val="00FF00"/>
                </a:highlight>
              </a:rPr>
              <a:t>Principios Cumplidos: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/>
              <a:t>LSP: Correctamente sustituible por Multa.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/>
              <a:t>SRP: Maneja solo infracciones menores.</a:t>
            </a:r>
          </a:p>
          <a:p>
            <a:endParaRPr lang="es-ES" dirty="0"/>
          </a:p>
          <a:p>
            <a:r>
              <a:rPr lang="es-ES" sz="2000" b="1" dirty="0">
                <a:solidFill>
                  <a:schemeClr val="bg1"/>
                </a:solidFill>
                <a:highlight>
                  <a:srgbClr val="FF0000"/>
                </a:highlight>
              </a:rPr>
              <a:t>Principios No Cumplidos: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/>
              <a:t>DIP: Depende directamente de </a:t>
            </a:r>
            <a:r>
              <a:rPr lang="es-ES" dirty="0" err="1"/>
              <a:t>Transito.val_sal_minimo</a:t>
            </a:r>
            <a:r>
              <a:rPr lang="es-ES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/>
              <a:t>Valores </a:t>
            </a:r>
            <a:r>
              <a:rPr lang="es-ES" dirty="0" err="1"/>
              <a:t>hardcodeados</a:t>
            </a:r>
            <a:r>
              <a:rPr lang="es-ES" dirty="0"/>
              <a:t>: </a:t>
            </a:r>
            <a:r>
              <a:rPr lang="es-ES" dirty="0" err="1"/>
              <a:t>cant_sal_min</a:t>
            </a:r>
            <a:r>
              <a:rPr lang="es-ES" dirty="0"/>
              <a:t> = 3 debería venir de configuración.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ABFF5AB5-C588-4832-B4CC-5C99237A81DB}"/>
              </a:ext>
            </a:extLst>
          </p:cNvPr>
          <p:cNvSpPr txBox="1"/>
          <p:nvPr/>
        </p:nvSpPr>
        <p:spPr>
          <a:xfrm>
            <a:off x="6567889" y="1975393"/>
            <a:ext cx="4773058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000" b="1" dirty="0">
                <a:highlight>
                  <a:srgbClr val="00FFFF"/>
                </a:highlight>
              </a:rPr>
              <a:t>Qué Hacer?</a:t>
            </a:r>
          </a:p>
          <a:p>
            <a:endParaRPr lang="es-E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/>
              <a:t>Inyectar valores de configuración en constructor.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/>
              <a:t>Extraer cálculo a estrategia para cambiar fórmulas fácilmente.</a:t>
            </a:r>
            <a:endParaRPr lang="es-419" dirty="0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AFDF04E5-80FA-4F60-B651-BFFF13558BF0}"/>
              </a:ext>
            </a:extLst>
          </p:cNvPr>
          <p:cNvSpPr txBox="1"/>
          <p:nvPr/>
        </p:nvSpPr>
        <p:spPr>
          <a:xfrm>
            <a:off x="3291290" y="1638625"/>
            <a:ext cx="1148509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6000" dirty="0"/>
              <a:t>✅</a:t>
            </a:r>
            <a:endParaRPr lang="es-419" sz="6000" dirty="0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AE6753C2-4679-492D-9C58-6ED15C9CB043}"/>
              </a:ext>
            </a:extLst>
          </p:cNvPr>
          <p:cNvSpPr txBox="1"/>
          <p:nvPr/>
        </p:nvSpPr>
        <p:spPr>
          <a:xfrm>
            <a:off x="3291290" y="3038114"/>
            <a:ext cx="1148509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6000" dirty="0"/>
              <a:t>🚫</a:t>
            </a:r>
            <a:endParaRPr lang="es-419" sz="6000" dirty="0"/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9CC9D85C-CAD5-4968-B073-E86798EBADA3}"/>
              </a:ext>
            </a:extLst>
          </p:cNvPr>
          <p:cNvSpPr txBox="1"/>
          <p:nvPr/>
        </p:nvSpPr>
        <p:spPr>
          <a:xfrm>
            <a:off x="9416668" y="1638625"/>
            <a:ext cx="1148509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6000" dirty="0"/>
              <a:t>👷</a:t>
            </a:r>
            <a:endParaRPr lang="es-419" sz="6000" dirty="0"/>
          </a:p>
        </p:txBody>
      </p:sp>
    </p:spTree>
    <p:extLst>
      <p:ext uri="{BB962C8B-B14F-4D97-AF65-F5344CB8AC3E}">
        <p14:creationId xmlns:p14="http://schemas.microsoft.com/office/powerpoint/2010/main" val="127375760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1">
            <a:extLst>
              <a:ext uri="{FF2B5EF4-FFF2-40B4-BE49-F238E27FC236}">
                <a16:creationId xmlns:a16="http://schemas.microsoft.com/office/drawing/2014/main" id="{42DDE59C-9689-4F8A-A72C-327D8717BA77}"/>
              </a:ext>
            </a:extLst>
          </p:cNvPr>
          <p:cNvSpPr txBox="1">
            <a:spLocks/>
          </p:cNvSpPr>
          <p:nvPr/>
        </p:nvSpPr>
        <p:spPr>
          <a:xfrm>
            <a:off x="484743" y="468827"/>
            <a:ext cx="9062106" cy="836674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l" defTabSz="91442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3600" dirty="0">
                <a:ea typeface="+mn-lt"/>
                <a:cs typeface="+mn-lt"/>
              </a:rPr>
              <a:t>Caso Estudio: Análisis Clase a Clase: Mayor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D98904D7-742F-4CD1-A0D1-B9B64A3E4FCF}"/>
              </a:ext>
            </a:extLst>
          </p:cNvPr>
          <p:cNvSpPr txBox="1"/>
          <p:nvPr/>
        </p:nvSpPr>
        <p:spPr>
          <a:xfrm>
            <a:off x="669274" y="1975393"/>
            <a:ext cx="4773058" cy="4585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000" b="1" dirty="0">
                <a:highlight>
                  <a:srgbClr val="00FF00"/>
                </a:highlight>
              </a:rPr>
              <a:t>Principios Cumplidos: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dirty="0"/>
          </a:p>
          <a:p>
            <a:r>
              <a:rPr lang="es-ES" sz="2000" b="1" dirty="0">
                <a:solidFill>
                  <a:schemeClr val="bg1"/>
                </a:solidFill>
                <a:highlight>
                  <a:srgbClr val="FF0000"/>
                </a:highlight>
              </a:rPr>
              <a:t>Principios No Cumplidos: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/>
              <a:t>SRP Violado: Tiene múltiples responsabilidades: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dirty="0"/>
              <a:t>Cálculo de sanción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dirty="0"/>
              <a:t>Asignación trabajo social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dirty="0"/>
              <a:t>Anulación de licencia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dirty="0"/>
              <a:t>Manejo de eventos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/>
              <a:t>OCP: Difícil de extender con nuevas funcionalidades.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/>
              <a:t>DIP: Maneja directamente eventos y lógica de negocio.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/>
              <a:t>Control de flujo confuso: Lanza excepciones como mecanismo de notificación.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ABFF5AB5-C588-4832-B4CC-5C99237A81DB}"/>
              </a:ext>
            </a:extLst>
          </p:cNvPr>
          <p:cNvSpPr txBox="1"/>
          <p:nvPr/>
        </p:nvSpPr>
        <p:spPr>
          <a:xfrm>
            <a:off x="6567889" y="1975393"/>
            <a:ext cx="4773058" cy="3724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000" b="1" dirty="0">
                <a:highlight>
                  <a:srgbClr val="00FFFF"/>
                </a:highlight>
              </a:rPr>
              <a:t>Qué Hacer?</a:t>
            </a:r>
          </a:p>
          <a:p>
            <a:endParaRPr lang="es-E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/>
              <a:t>Separar en múltiples servicios: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dirty="0" err="1"/>
              <a:t>ServicioCalculoMayor</a:t>
            </a:r>
            <a:endParaRPr lang="es-E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dirty="0" err="1"/>
              <a:t>ServicioTrabajoSocial</a:t>
            </a:r>
            <a:endParaRPr lang="es-E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dirty="0" err="1"/>
              <a:t>ServicioLicencias</a:t>
            </a:r>
            <a:endParaRPr lang="es-E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/>
              <a:t>Usar </a:t>
            </a:r>
            <a:r>
              <a:rPr lang="es-ES" dirty="0" err="1"/>
              <a:t>patron</a:t>
            </a:r>
            <a:r>
              <a:rPr lang="es-ES" dirty="0"/>
              <a:t> </a:t>
            </a:r>
            <a:r>
              <a:rPr lang="es-ES" dirty="0" err="1"/>
              <a:t>Observer</a:t>
            </a:r>
            <a:r>
              <a:rPr lang="es-ES" dirty="0"/>
              <a:t> para eventos en lugar de excepciones.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/>
              <a:t>Inyectar dependencias para cada responsabilidad.</a:t>
            </a:r>
            <a:endParaRPr lang="es-419" dirty="0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AFDF04E5-80FA-4F60-B651-BFFF13558BF0}"/>
              </a:ext>
            </a:extLst>
          </p:cNvPr>
          <p:cNvSpPr txBox="1"/>
          <p:nvPr/>
        </p:nvSpPr>
        <p:spPr>
          <a:xfrm>
            <a:off x="3867287" y="1638624"/>
            <a:ext cx="1148509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6000" dirty="0"/>
              <a:t>✅</a:t>
            </a:r>
            <a:endParaRPr lang="es-419" sz="6000" dirty="0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AE6753C2-4679-492D-9C58-6ED15C9CB043}"/>
              </a:ext>
            </a:extLst>
          </p:cNvPr>
          <p:cNvSpPr txBox="1"/>
          <p:nvPr/>
        </p:nvSpPr>
        <p:spPr>
          <a:xfrm>
            <a:off x="3867287" y="2654288"/>
            <a:ext cx="1148509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6000" dirty="0"/>
              <a:t>🚫</a:t>
            </a:r>
            <a:endParaRPr lang="es-419" sz="6000" dirty="0"/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9CC9D85C-CAD5-4968-B073-E86798EBADA3}"/>
              </a:ext>
            </a:extLst>
          </p:cNvPr>
          <p:cNvSpPr txBox="1"/>
          <p:nvPr/>
        </p:nvSpPr>
        <p:spPr>
          <a:xfrm>
            <a:off x="9416668" y="1638625"/>
            <a:ext cx="1148509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6000" dirty="0"/>
              <a:t>👷</a:t>
            </a:r>
            <a:endParaRPr lang="es-419" sz="6000" dirty="0"/>
          </a:p>
        </p:txBody>
      </p:sp>
    </p:spTree>
    <p:extLst>
      <p:ext uri="{BB962C8B-B14F-4D97-AF65-F5344CB8AC3E}">
        <p14:creationId xmlns:p14="http://schemas.microsoft.com/office/powerpoint/2010/main" val="374436132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1">
            <a:extLst>
              <a:ext uri="{FF2B5EF4-FFF2-40B4-BE49-F238E27FC236}">
                <a16:creationId xmlns:a16="http://schemas.microsoft.com/office/drawing/2014/main" id="{6D1074F3-79F4-4BA5-A787-470874FD379E}"/>
              </a:ext>
            </a:extLst>
          </p:cNvPr>
          <p:cNvSpPr txBox="1">
            <a:spLocks/>
          </p:cNvSpPr>
          <p:nvPr/>
        </p:nvSpPr>
        <p:spPr>
          <a:xfrm>
            <a:off x="1292463" y="590747"/>
            <a:ext cx="7775337" cy="963733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 fontScale="92500"/>
          </a:bodyPr>
          <a:lstStyle>
            <a:lvl1pPr algn="l" defTabSz="91442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3600" dirty="0">
                <a:ea typeface="+mn-lt"/>
                <a:cs typeface="+mn-lt"/>
              </a:rPr>
              <a:t>Caso Estudio: Análisis Estructura: </a:t>
            </a:r>
            <a:r>
              <a:rPr lang="es-ES" sz="3600" dirty="0" err="1">
                <a:ea typeface="+mn-lt"/>
                <a:cs typeface="+mn-lt"/>
              </a:rPr>
              <a:t>Vehiculo</a:t>
            </a:r>
            <a:endParaRPr lang="es-ES" sz="3600" dirty="0">
              <a:ea typeface="+mn-lt"/>
              <a:cs typeface="+mn-lt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AA52DD58-F322-431C-B86F-80305007A1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6112" y="2453944"/>
            <a:ext cx="5530519" cy="22094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347565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1">
            <a:extLst>
              <a:ext uri="{FF2B5EF4-FFF2-40B4-BE49-F238E27FC236}">
                <a16:creationId xmlns:a16="http://schemas.microsoft.com/office/drawing/2014/main" id="{42DDE59C-9689-4F8A-A72C-327D8717BA77}"/>
              </a:ext>
            </a:extLst>
          </p:cNvPr>
          <p:cNvSpPr txBox="1">
            <a:spLocks/>
          </p:cNvSpPr>
          <p:nvPr/>
        </p:nvSpPr>
        <p:spPr>
          <a:xfrm>
            <a:off x="484743" y="468827"/>
            <a:ext cx="9062106" cy="836674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l" defTabSz="91442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3600" dirty="0">
                <a:ea typeface="+mn-lt"/>
                <a:cs typeface="+mn-lt"/>
              </a:rPr>
              <a:t>Análisis Clase a Clase: </a:t>
            </a:r>
            <a:r>
              <a:rPr lang="es-ES" sz="3600" dirty="0" err="1">
                <a:ea typeface="+mn-lt"/>
                <a:cs typeface="+mn-lt"/>
              </a:rPr>
              <a:t>Vehiculo</a:t>
            </a:r>
            <a:endParaRPr lang="es-ES" sz="3600" dirty="0">
              <a:ea typeface="+mn-lt"/>
              <a:cs typeface="+mn-lt"/>
            </a:endParaRP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D98904D7-742F-4CD1-A0D1-B9B64A3E4FCF}"/>
              </a:ext>
            </a:extLst>
          </p:cNvPr>
          <p:cNvSpPr txBox="1"/>
          <p:nvPr/>
        </p:nvSpPr>
        <p:spPr>
          <a:xfrm>
            <a:off x="669274" y="1975393"/>
            <a:ext cx="4773058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000" b="1" dirty="0">
                <a:highlight>
                  <a:srgbClr val="00FF00"/>
                </a:highlight>
              </a:rPr>
              <a:t>Principios Cumplidos: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/>
              <a:t>SRP (Single </a:t>
            </a:r>
            <a:r>
              <a:rPr lang="es-ES" dirty="0" err="1"/>
              <a:t>Responsibility</a:t>
            </a:r>
            <a:r>
              <a:rPr lang="es-ES" dirty="0"/>
              <a:t>): Maneja solo la lógica de un vehículo.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/>
              <a:t>Cumplimiento de contratos: Validaciones consistentes en propiedades.</a:t>
            </a:r>
          </a:p>
          <a:p>
            <a:endParaRPr lang="es-ES" dirty="0"/>
          </a:p>
          <a:p>
            <a:r>
              <a:rPr lang="es-ES" sz="2000" b="1" dirty="0">
                <a:solidFill>
                  <a:schemeClr val="bg1"/>
                </a:solidFill>
                <a:highlight>
                  <a:srgbClr val="FF0000"/>
                </a:highlight>
              </a:rPr>
              <a:t>Principios No Cumplidos: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/>
              <a:t>OCP (Open/</a:t>
            </a:r>
            <a:r>
              <a:rPr lang="es-ES" dirty="0" err="1"/>
              <a:t>Closed</a:t>
            </a:r>
            <a:r>
              <a:rPr lang="es-ES" dirty="0"/>
              <a:t>): No está diseñada para extensión. Si se necesitan nuevos tipos de vehículos, habría que modificar la clase. 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ABFF5AB5-C588-4832-B4CC-5C99237A81DB}"/>
              </a:ext>
            </a:extLst>
          </p:cNvPr>
          <p:cNvSpPr txBox="1"/>
          <p:nvPr/>
        </p:nvSpPr>
        <p:spPr>
          <a:xfrm>
            <a:off x="6567889" y="1975393"/>
            <a:ext cx="4773058" cy="2893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000" b="1" dirty="0">
                <a:highlight>
                  <a:srgbClr val="00FFFF"/>
                </a:highlight>
              </a:rPr>
              <a:t>Qué Hacer?</a:t>
            </a:r>
          </a:p>
          <a:p>
            <a:endParaRPr lang="es-E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/>
              <a:t>Crear interfaz </a:t>
            </a:r>
            <a:r>
              <a:rPr lang="es-ES" dirty="0" err="1"/>
              <a:t>IVehiculo</a:t>
            </a:r>
            <a:r>
              <a:rPr lang="es-ES" dirty="0"/>
              <a:t> para permitir diferentes implementaciones.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/>
              <a:t>Mover constantes de año a configuración (</a:t>
            </a:r>
            <a:r>
              <a:rPr lang="es-ES" dirty="0" err="1"/>
              <a:t>appsettings</a:t>
            </a:r>
            <a:r>
              <a:rPr lang="es-ES" dirty="0"/>
              <a:t> o clase de constantes).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i="1" dirty="0"/>
              <a:t>Considerar usar </a:t>
            </a:r>
            <a:r>
              <a:rPr lang="es-ES" i="1" dirty="0" err="1"/>
              <a:t>Value</a:t>
            </a:r>
            <a:r>
              <a:rPr lang="es-ES" i="1" dirty="0"/>
              <a:t> </a:t>
            </a:r>
            <a:r>
              <a:rPr lang="es-ES" i="1" dirty="0" err="1"/>
              <a:t>Objects</a:t>
            </a:r>
            <a:r>
              <a:rPr lang="es-ES" i="1" dirty="0"/>
              <a:t> para propiedades como Placa. </a:t>
            </a:r>
            <a:r>
              <a:rPr lang="es-ES" i="1" dirty="0">
                <a:highlight>
                  <a:srgbClr val="FFFF00"/>
                </a:highlight>
              </a:rPr>
              <a:t>➡️ Luego</a:t>
            </a:r>
            <a:endParaRPr lang="es-419" i="1" dirty="0">
              <a:highlight>
                <a:srgbClr val="FFFF00"/>
              </a:highlight>
            </a:endParaRP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AFDF04E5-80FA-4F60-B651-BFFF13558BF0}"/>
              </a:ext>
            </a:extLst>
          </p:cNvPr>
          <p:cNvSpPr txBox="1"/>
          <p:nvPr/>
        </p:nvSpPr>
        <p:spPr>
          <a:xfrm>
            <a:off x="3291290" y="1638625"/>
            <a:ext cx="1148509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6000" dirty="0"/>
              <a:t>✅</a:t>
            </a:r>
            <a:endParaRPr lang="es-419" sz="6000" dirty="0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AE6753C2-4679-492D-9C58-6ED15C9CB043}"/>
              </a:ext>
            </a:extLst>
          </p:cNvPr>
          <p:cNvSpPr txBox="1"/>
          <p:nvPr/>
        </p:nvSpPr>
        <p:spPr>
          <a:xfrm>
            <a:off x="3291290" y="3544543"/>
            <a:ext cx="1148509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6000" dirty="0"/>
              <a:t>🚫</a:t>
            </a:r>
            <a:endParaRPr lang="es-419" sz="6000" dirty="0"/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9CC9D85C-CAD5-4968-B073-E86798EBADA3}"/>
              </a:ext>
            </a:extLst>
          </p:cNvPr>
          <p:cNvSpPr txBox="1"/>
          <p:nvPr/>
        </p:nvSpPr>
        <p:spPr>
          <a:xfrm>
            <a:off x="9416668" y="1638625"/>
            <a:ext cx="1148509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6000" dirty="0"/>
              <a:t>👷</a:t>
            </a:r>
            <a:endParaRPr lang="es-419" sz="6000" dirty="0"/>
          </a:p>
        </p:txBody>
      </p:sp>
    </p:spTree>
    <p:extLst>
      <p:ext uri="{BB962C8B-B14F-4D97-AF65-F5344CB8AC3E}">
        <p14:creationId xmlns:p14="http://schemas.microsoft.com/office/powerpoint/2010/main" val="106134839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96779EB8-4515-4CA2-9A9E-DA6308629C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4112" y="2249194"/>
            <a:ext cx="5347848" cy="3023845"/>
          </a:xfrm>
          <a:prstGeom prst="rect">
            <a:avLst/>
          </a:prstGeom>
        </p:spPr>
      </p:pic>
      <p:sp>
        <p:nvSpPr>
          <p:cNvPr id="5" name="Título 1">
            <a:extLst>
              <a:ext uri="{FF2B5EF4-FFF2-40B4-BE49-F238E27FC236}">
                <a16:creationId xmlns:a16="http://schemas.microsoft.com/office/drawing/2014/main" id="{6D1074F3-79F4-4BA5-A787-470874FD379E}"/>
              </a:ext>
            </a:extLst>
          </p:cNvPr>
          <p:cNvSpPr txBox="1">
            <a:spLocks/>
          </p:cNvSpPr>
          <p:nvPr/>
        </p:nvSpPr>
        <p:spPr>
          <a:xfrm>
            <a:off x="1292463" y="590747"/>
            <a:ext cx="7775337" cy="963733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 fontScale="92500"/>
          </a:bodyPr>
          <a:lstStyle>
            <a:lvl1pPr algn="l" defTabSz="91442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3600" dirty="0">
                <a:ea typeface="+mn-lt"/>
                <a:cs typeface="+mn-lt"/>
              </a:rPr>
              <a:t>Caso Estudio: Análisis Estructura: Conductor</a:t>
            </a:r>
          </a:p>
        </p:txBody>
      </p:sp>
    </p:spTree>
    <p:extLst>
      <p:ext uri="{BB962C8B-B14F-4D97-AF65-F5344CB8AC3E}">
        <p14:creationId xmlns:p14="http://schemas.microsoft.com/office/powerpoint/2010/main" val="373053211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1">
            <a:extLst>
              <a:ext uri="{FF2B5EF4-FFF2-40B4-BE49-F238E27FC236}">
                <a16:creationId xmlns:a16="http://schemas.microsoft.com/office/drawing/2014/main" id="{42DDE59C-9689-4F8A-A72C-327D8717BA77}"/>
              </a:ext>
            </a:extLst>
          </p:cNvPr>
          <p:cNvSpPr txBox="1">
            <a:spLocks/>
          </p:cNvSpPr>
          <p:nvPr/>
        </p:nvSpPr>
        <p:spPr>
          <a:xfrm>
            <a:off x="484743" y="468827"/>
            <a:ext cx="9062106" cy="836674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l" defTabSz="91442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3600" dirty="0">
                <a:ea typeface="+mn-lt"/>
                <a:cs typeface="+mn-lt"/>
              </a:rPr>
              <a:t>Caso Estudio: Análisis Clase a Clase: Conductor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D98904D7-742F-4CD1-A0D1-B9B64A3E4FCF}"/>
              </a:ext>
            </a:extLst>
          </p:cNvPr>
          <p:cNvSpPr txBox="1"/>
          <p:nvPr/>
        </p:nvSpPr>
        <p:spPr>
          <a:xfrm>
            <a:off x="669274" y="1975393"/>
            <a:ext cx="4773058" cy="4031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000" b="1" dirty="0">
                <a:highlight>
                  <a:srgbClr val="00FF00"/>
                </a:highlight>
              </a:rPr>
              <a:t>Principios Cumplidos: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/>
              <a:t>SRP: Maneja solo datos y validaciones del conductor.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/>
              <a:t>Encapsulamiento: Correcto con validaciones en propiedades.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dirty="0"/>
          </a:p>
          <a:p>
            <a:r>
              <a:rPr lang="es-ES" sz="2000" b="1" dirty="0">
                <a:solidFill>
                  <a:schemeClr val="bg1"/>
                </a:solidFill>
                <a:highlight>
                  <a:srgbClr val="FF0000"/>
                </a:highlight>
              </a:rPr>
              <a:t>Principios No Cumplidos: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/>
              <a:t>OCP: Si necesitamos nuevos tipos de identificación o estados, hay que modificar </a:t>
            </a:r>
            <a:r>
              <a:rPr lang="es-ES" dirty="0" err="1"/>
              <a:t>enums</a:t>
            </a:r>
            <a:r>
              <a:rPr lang="es-ES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/>
              <a:t>Responsabilidad de generación: Genera su propio número de licencia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ABFF5AB5-C588-4832-B4CC-5C99237A81DB}"/>
              </a:ext>
            </a:extLst>
          </p:cNvPr>
          <p:cNvSpPr txBox="1"/>
          <p:nvPr/>
        </p:nvSpPr>
        <p:spPr>
          <a:xfrm>
            <a:off x="6567889" y="1975393"/>
            <a:ext cx="4773058" cy="2893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000" b="1" dirty="0">
                <a:highlight>
                  <a:srgbClr val="00FFFF"/>
                </a:highlight>
              </a:rPr>
              <a:t>Qué Hacer?</a:t>
            </a:r>
          </a:p>
          <a:p>
            <a:endParaRPr lang="es-E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/>
              <a:t>Extraer generación de licencia a un servicio </a:t>
            </a:r>
            <a:r>
              <a:rPr lang="es-ES" dirty="0" err="1"/>
              <a:t>GeneradorLicencias</a:t>
            </a:r>
            <a:r>
              <a:rPr lang="es-ES" dirty="0"/>
              <a:t>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/>
              <a:t>Considerar usar </a:t>
            </a:r>
            <a:r>
              <a:rPr lang="es-ES" dirty="0" err="1"/>
              <a:t>pattern</a:t>
            </a:r>
            <a:r>
              <a:rPr lang="es-ES" dirty="0"/>
              <a:t> </a:t>
            </a:r>
            <a:r>
              <a:rPr lang="es-ES" dirty="0" err="1"/>
              <a:t>matching</a:t>
            </a:r>
            <a:r>
              <a:rPr lang="es-ES" dirty="0"/>
              <a:t> para validaciones complejas. (No es  mejora </a:t>
            </a:r>
            <a:r>
              <a:rPr lang="es-ES" dirty="0" err="1"/>
              <a:t>solid</a:t>
            </a:r>
            <a:r>
              <a:rPr lang="es-ES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/>
              <a:t>Mover </a:t>
            </a:r>
            <a:r>
              <a:rPr lang="es-ES" dirty="0" err="1"/>
              <a:t>enums</a:t>
            </a:r>
            <a:r>
              <a:rPr lang="es-ES" dirty="0"/>
              <a:t> a archivos separados si crecen. (No es mejora </a:t>
            </a:r>
            <a:r>
              <a:rPr lang="es-ES" dirty="0" err="1"/>
              <a:t>solid</a:t>
            </a:r>
            <a:r>
              <a:rPr lang="es-ES" dirty="0"/>
              <a:t>)</a:t>
            </a:r>
            <a:endParaRPr lang="es-419" dirty="0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AFDF04E5-80FA-4F60-B651-BFFF13558BF0}"/>
              </a:ext>
            </a:extLst>
          </p:cNvPr>
          <p:cNvSpPr txBox="1"/>
          <p:nvPr/>
        </p:nvSpPr>
        <p:spPr>
          <a:xfrm>
            <a:off x="3291290" y="1638625"/>
            <a:ext cx="1148509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6000" dirty="0"/>
              <a:t>✅</a:t>
            </a:r>
            <a:endParaRPr lang="es-419" sz="6000" dirty="0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AE6753C2-4679-492D-9C58-6ED15C9CB043}"/>
              </a:ext>
            </a:extLst>
          </p:cNvPr>
          <p:cNvSpPr txBox="1"/>
          <p:nvPr/>
        </p:nvSpPr>
        <p:spPr>
          <a:xfrm>
            <a:off x="3291290" y="3575831"/>
            <a:ext cx="1148509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6000" dirty="0"/>
              <a:t>🚫</a:t>
            </a:r>
            <a:endParaRPr lang="es-419" sz="6000" dirty="0"/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9CC9D85C-CAD5-4968-B073-E86798EBADA3}"/>
              </a:ext>
            </a:extLst>
          </p:cNvPr>
          <p:cNvSpPr txBox="1"/>
          <p:nvPr/>
        </p:nvSpPr>
        <p:spPr>
          <a:xfrm>
            <a:off x="9416668" y="1638625"/>
            <a:ext cx="1148509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6000" dirty="0"/>
              <a:t>👷</a:t>
            </a:r>
            <a:endParaRPr lang="es-419" sz="6000" dirty="0"/>
          </a:p>
        </p:txBody>
      </p:sp>
    </p:spTree>
    <p:extLst>
      <p:ext uri="{BB962C8B-B14F-4D97-AF65-F5344CB8AC3E}">
        <p14:creationId xmlns:p14="http://schemas.microsoft.com/office/powerpoint/2010/main" val="303268378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1">
            <a:extLst>
              <a:ext uri="{FF2B5EF4-FFF2-40B4-BE49-F238E27FC236}">
                <a16:creationId xmlns:a16="http://schemas.microsoft.com/office/drawing/2014/main" id="{42DDE59C-9689-4F8A-A72C-327D8717BA77}"/>
              </a:ext>
            </a:extLst>
          </p:cNvPr>
          <p:cNvSpPr txBox="1">
            <a:spLocks/>
          </p:cNvSpPr>
          <p:nvPr/>
        </p:nvSpPr>
        <p:spPr>
          <a:xfrm>
            <a:off x="484743" y="468827"/>
            <a:ext cx="9062106" cy="836674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 fontScale="92500"/>
          </a:bodyPr>
          <a:lstStyle>
            <a:lvl1pPr algn="l" defTabSz="91442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3600" dirty="0">
                <a:ea typeface="+mn-lt"/>
                <a:cs typeface="+mn-lt"/>
              </a:rPr>
              <a:t>Caso Estudio: Análisis Clase a Clase: </a:t>
            </a:r>
            <a:r>
              <a:rPr lang="es-ES" sz="3600" dirty="0" err="1">
                <a:ea typeface="+mn-lt"/>
                <a:cs typeface="+mn-lt"/>
              </a:rPr>
              <a:t>ReglaNegocio</a:t>
            </a:r>
            <a:endParaRPr lang="es-ES" sz="3600" dirty="0">
              <a:ea typeface="+mn-lt"/>
              <a:cs typeface="+mn-lt"/>
            </a:endParaRP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D98904D7-742F-4CD1-A0D1-B9B64A3E4FCF}"/>
              </a:ext>
            </a:extLst>
          </p:cNvPr>
          <p:cNvSpPr txBox="1"/>
          <p:nvPr/>
        </p:nvSpPr>
        <p:spPr>
          <a:xfrm>
            <a:off x="669274" y="1975393"/>
            <a:ext cx="4773058" cy="29546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000" b="1" dirty="0">
                <a:highlight>
                  <a:srgbClr val="00FF00"/>
                </a:highlight>
              </a:rPr>
              <a:t>Principios Cumplidos: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/>
              <a:t>SRP: Solo contiene constantes de negocio.</a:t>
            </a:r>
          </a:p>
          <a:p>
            <a:endParaRPr lang="es-ES" sz="2000" b="1" dirty="0">
              <a:solidFill>
                <a:schemeClr val="bg1"/>
              </a:solidFill>
              <a:highlight>
                <a:srgbClr val="FF0000"/>
              </a:highlight>
            </a:endParaRPr>
          </a:p>
          <a:p>
            <a:r>
              <a:rPr lang="es-ES" sz="2000" b="1" dirty="0">
                <a:highlight>
                  <a:srgbClr val="FFFF00"/>
                </a:highlight>
              </a:rPr>
              <a:t>Alertas:</a:t>
            </a:r>
            <a:r>
              <a:rPr lang="es-ES" sz="2000" b="1" dirty="0">
                <a:highlight>
                  <a:srgbClr val="FF0000"/>
                </a:highlight>
              </a:rPr>
              <a:t>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/>
              <a:t>OCP: Está cerrada para modificación pero también para extensión.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/>
              <a:t>DIP: Depende de valores fijos.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ABFF5AB5-C588-4832-B4CC-5C99237A81DB}"/>
              </a:ext>
            </a:extLst>
          </p:cNvPr>
          <p:cNvSpPr txBox="1"/>
          <p:nvPr/>
        </p:nvSpPr>
        <p:spPr>
          <a:xfrm>
            <a:off x="6567889" y="1975393"/>
            <a:ext cx="4773058" cy="2893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000" b="1" dirty="0">
                <a:highlight>
                  <a:srgbClr val="00FFFF"/>
                </a:highlight>
              </a:rPr>
              <a:t>Qué Hacer?</a:t>
            </a:r>
          </a:p>
          <a:p>
            <a:endParaRPr lang="es-E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/>
              <a:t>Convertir en interfaz para permitir diferentes configuraciones.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/>
              <a:t>Mover a configuración externa (JSON, base de datos).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/>
              <a:t>Agrupar constantes relacionadas en clases específicas.</a:t>
            </a:r>
            <a:endParaRPr lang="es-419" dirty="0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AFDF04E5-80FA-4F60-B651-BFFF13558BF0}"/>
              </a:ext>
            </a:extLst>
          </p:cNvPr>
          <p:cNvSpPr txBox="1"/>
          <p:nvPr/>
        </p:nvSpPr>
        <p:spPr>
          <a:xfrm>
            <a:off x="3291290" y="1638625"/>
            <a:ext cx="1148509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6000" dirty="0"/>
              <a:t>✅</a:t>
            </a:r>
            <a:endParaRPr lang="es-419" sz="6000" dirty="0"/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9CC9D85C-CAD5-4968-B073-E86798EBADA3}"/>
              </a:ext>
            </a:extLst>
          </p:cNvPr>
          <p:cNvSpPr txBox="1"/>
          <p:nvPr/>
        </p:nvSpPr>
        <p:spPr>
          <a:xfrm>
            <a:off x="9416668" y="1638625"/>
            <a:ext cx="1148509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6000" dirty="0"/>
              <a:t>👷</a:t>
            </a:r>
            <a:endParaRPr lang="es-419" sz="6000" dirty="0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907BE941-6ABE-4E6F-8D64-6C024C47BA3C}"/>
              </a:ext>
            </a:extLst>
          </p:cNvPr>
          <p:cNvSpPr txBox="1"/>
          <p:nvPr/>
        </p:nvSpPr>
        <p:spPr>
          <a:xfrm>
            <a:off x="3291289" y="2776504"/>
            <a:ext cx="1148509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419" sz="6000" b="1" dirty="0">
                <a:solidFill>
                  <a:srgbClr val="0F1115"/>
                </a:solidFill>
                <a:effectLst/>
                <a:latin typeface="quote-cjk-patch"/>
              </a:rPr>
              <a:t>⚠️</a:t>
            </a:r>
          </a:p>
        </p:txBody>
      </p:sp>
    </p:spTree>
    <p:extLst>
      <p:ext uri="{BB962C8B-B14F-4D97-AF65-F5344CB8AC3E}">
        <p14:creationId xmlns:p14="http://schemas.microsoft.com/office/powerpoint/2010/main" val="420155454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201" y="365127"/>
            <a:ext cx="8129530" cy="824696"/>
          </a:xfr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 fontScale="92500"/>
          </a:bodyPr>
          <a:lstStyle/>
          <a:p>
            <a:pPr algn="ctr"/>
            <a:r>
              <a:rPr lang="es-CO" sz="3900" dirty="0">
                <a:solidFill>
                  <a:schemeClr val="lt1"/>
                </a:solidFill>
                <a:latin typeface="+mn-lt"/>
                <a:ea typeface="+mn-lt"/>
                <a:cs typeface="+mn-lt"/>
              </a:rPr>
              <a:t>Bibliografía</a:t>
            </a:r>
            <a:endParaRPr lang="es-CO" sz="3600" dirty="0">
              <a:solidFill>
                <a:schemeClr val="lt1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15636315-93BD-47D3-9B45-776339287A50}"/>
              </a:ext>
            </a:extLst>
          </p:cNvPr>
          <p:cNvSpPr txBox="1"/>
          <p:nvPr/>
        </p:nvSpPr>
        <p:spPr>
          <a:xfrm>
            <a:off x="838200" y="1723740"/>
            <a:ext cx="10515600" cy="3708558"/>
          </a:xfrm>
          <a:prstGeom prst="rect">
            <a:avLst/>
          </a:prstGeom>
        </p:spPr>
        <p:txBody>
          <a:bodyPr vert="horz" lIns="80682" tIns="40341" rIns="80682" bIns="40341" rtlCol="0">
            <a:noAutofit/>
          </a:bodyPr>
          <a:lstStyle>
            <a:lvl1pPr marL="259072" indent="-259072" defTabSz="1036290">
              <a:lnSpc>
                <a:spcPct val="90000"/>
              </a:lnSpc>
              <a:spcBef>
                <a:spcPts val="1133"/>
              </a:spcBef>
              <a:buFont typeface="Arial" panose="020B0604020202020204" pitchFamily="34" charset="0"/>
              <a:buChar char="•"/>
              <a:defRPr sz="2400">
                <a:solidFill>
                  <a:schemeClr val="tx1">
                    <a:lumMod val="75000"/>
                    <a:lumOff val="25000"/>
                  </a:schemeClr>
                </a:solidFill>
                <a:latin typeface="Flama Condensed Light" panose="02000000000000000000" pitchFamily="50" charset="0"/>
              </a:defRPr>
            </a:lvl1pPr>
            <a:lvl2pPr marL="777217" indent="-259072" defTabSz="1036290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720">
                <a:solidFill>
                  <a:schemeClr val="tx1">
                    <a:lumMod val="75000"/>
                    <a:lumOff val="25000"/>
                  </a:schemeClr>
                </a:solidFill>
                <a:latin typeface="Flama Condensed Light" panose="02000000000000000000" pitchFamily="50" charset="0"/>
              </a:defRPr>
            </a:lvl2pPr>
            <a:lvl3pPr marL="1295362" indent="-259072" defTabSz="1036290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267">
                <a:solidFill>
                  <a:schemeClr val="tx1">
                    <a:lumMod val="75000"/>
                    <a:lumOff val="25000"/>
                  </a:schemeClr>
                </a:solidFill>
                <a:latin typeface="Flama Condensed Light" panose="02000000000000000000" pitchFamily="50" charset="0"/>
              </a:defRPr>
            </a:lvl3pPr>
            <a:lvl4pPr marL="1813507" indent="-259072" defTabSz="1036290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>
                <a:solidFill>
                  <a:schemeClr val="tx1">
                    <a:lumMod val="75000"/>
                    <a:lumOff val="25000"/>
                  </a:schemeClr>
                </a:solidFill>
                <a:latin typeface="Flama Condensed Light" panose="02000000000000000000" pitchFamily="50" charset="0"/>
              </a:defRPr>
            </a:lvl4pPr>
            <a:lvl5pPr marL="2331651" indent="-259072" defTabSz="1036290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>
                <a:solidFill>
                  <a:schemeClr val="tx1">
                    <a:lumMod val="75000"/>
                    <a:lumOff val="25000"/>
                  </a:schemeClr>
                </a:solidFill>
                <a:latin typeface="Flama Condensed Light" panose="02000000000000000000" pitchFamily="50" charset="0"/>
              </a:defRPr>
            </a:lvl5pPr>
            <a:lvl6pPr marL="2849796" indent="-259072" defTabSz="1036290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/>
            </a:lvl6pPr>
            <a:lvl7pPr marL="3367941" indent="-259072" defTabSz="1036290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/>
            </a:lvl7pPr>
            <a:lvl8pPr marL="3886086" indent="-259072" defTabSz="1036290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/>
            </a:lvl8pPr>
            <a:lvl9pPr marL="4404230" indent="-259072" defTabSz="1036290">
              <a:lnSpc>
                <a:spcPct val="90000"/>
              </a:lnSpc>
              <a:spcBef>
                <a:spcPts val="567"/>
              </a:spcBef>
              <a:buFont typeface="Arial" panose="020B0604020202020204" pitchFamily="34" charset="0"/>
              <a:buChar char="•"/>
              <a:defRPr sz="2040"/>
            </a:lvl9pPr>
          </a:lstStyle>
          <a:p>
            <a:r>
              <a:rPr lang="es-419" sz="2000" dirty="0" err="1"/>
              <a:t>Shvets</a:t>
            </a:r>
            <a:r>
              <a:rPr lang="es-419" sz="2000" dirty="0"/>
              <a:t> Alexander. Dive </a:t>
            </a:r>
            <a:r>
              <a:rPr lang="es-419" sz="2000" dirty="0" err="1"/>
              <a:t>into</a:t>
            </a:r>
            <a:r>
              <a:rPr lang="es-419" sz="2000" dirty="0"/>
              <a:t> Design </a:t>
            </a:r>
            <a:r>
              <a:rPr lang="es-419" sz="2000" dirty="0" err="1"/>
              <a:t>Patterns</a:t>
            </a:r>
            <a:r>
              <a:rPr lang="es-419" sz="2000" dirty="0"/>
              <a:t>. </a:t>
            </a:r>
            <a:r>
              <a:rPr lang="es-419" sz="2000" dirty="0" err="1"/>
              <a:t>Refactoring.guru</a:t>
            </a:r>
            <a:r>
              <a:rPr lang="es-419" sz="2000" dirty="0"/>
              <a:t>. 2019. 				</a:t>
            </a:r>
          </a:p>
          <a:p>
            <a:r>
              <a:rPr lang="es-419" sz="2000" dirty="0"/>
              <a:t>Perera </a:t>
            </a:r>
            <a:r>
              <a:rPr lang="es-419" sz="2000" dirty="0" err="1"/>
              <a:t>Srinath</a:t>
            </a:r>
            <a:r>
              <a:rPr lang="es-419" sz="2000" dirty="0"/>
              <a:t>. Software </a:t>
            </a:r>
            <a:r>
              <a:rPr lang="es-419" sz="2000" dirty="0" err="1"/>
              <a:t>Architecture</a:t>
            </a:r>
            <a:r>
              <a:rPr lang="es-419" sz="2000" dirty="0"/>
              <a:t> and </a:t>
            </a:r>
            <a:r>
              <a:rPr lang="es-419" sz="2000" dirty="0" err="1"/>
              <a:t>Decision-Making</a:t>
            </a:r>
            <a:r>
              <a:rPr lang="es-419" sz="2000" dirty="0"/>
              <a:t>_ </a:t>
            </a:r>
            <a:r>
              <a:rPr lang="es-419" sz="2000" dirty="0" err="1"/>
              <a:t>Leveraging</a:t>
            </a:r>
            <a:r>
              <a:rPr lang="es-419" sz="2000" dirty="0"/>
              <a:t> </a:t>
            </a:r>
            <a:r>
              <a:rPr lang="es-419" sz="2000" dirty="0" err="1"/>
              <a:t>Leadership</a:t>
            </a:r>
            <a:r>
              <a:rPr lang="es-419" sz="2000" dirty="0"/>
              <a:t>, </a:t>
            </a:r>
            <a:r>
              <a:rPr lang="es-419" sz="2000" dirty="0" err="1"/>
              <a:t>Technology</a:t>
            </a:r>
            <a:r>
              <a:rPr lang="es-419" sz="2000" dirty="0"/>
              <a:t>, and </a:t>
            </a:r>
            <a:r>
              <a:rPr lang="es-419" sz="2000" dirty="0" err="1"/>
              <a:t>Product</a:t>
            </a:r>
            <a:r>
              <a:rPr lang="es-419" sz="2000" dirty="0"/>
              <a:t> Management </a:t>
            </a:r>
            <a:r>
              <a:rPr lang="es-419" sz="2000" dirty="0" err="1"/>
              <a:t>to</a:t>
            </a:r>
            <a:r>
              <a:rPr lang="es-419" sz="2000" dirty="0"/>
              <a:t> </a:t>
            </a:r>
            <a:r>
              <a:rPr lang="es-419" sz="2000" dirty="0" err="1"/>
              <a:t>Build</a:t>
            </a:r>
            <a:r>
              <a:rPr lang="es-419" sz="2000" dirty="0"/>
              <a:t> Great </a:t>
            </a:r>
            <a:r>
              <a:rPr lang="es-419" sz="2000" dirty="0" err="1"/>
              <a:t>Products</a:t>
            </a:r>
            <a:r>
              <a:rPr lang="es-419" sz="2000" dirty="0"/>
              <a:t>. Addison-Wesley. 2024				</a:t>
            </a:r>
          </a:p>
          <a:p>
            <a:r>
              <a:rPr lang="es-419" sz="2000" dirty="0"/>
              <a:t>Pacheco, </a:t>
            </a:r>
            <a:r>
              <a:rPr lang="es-419" sz="2000" dirty="0" err="1"/>
              <a:t>Diego_Sgro</a:t>
            </a:r>
            <a:r>
              <a:rPr lang="es-419" sz="2000" dirty="0"/>
              <a:t>, Sam_ - </a:t>
            </a:r>
            <a:r>
              <a:rPr lang="es-419" sz="2000" dirty="0" err="1"/>
              <a:t>Principles</a:t>
            </a:r>
            <a:r>
              <a:rPr lang="es-419" sz="2000" dirty="0"/>
              <a:t> </a:t>
            </a:r>
            <a:r>
              <a:rPr lang="es-419" sz="2000" dirty="0" err="1"/>
              <a:t>of</a:t>
            </a:r>
            <a:r>
              <a:rPr lang="es-419" sz="2000" dirty="0"/>
              <a:t> Software </a:t>
            </a:r>
            <a:r>
              <a:rPr lang="es-419" sz="2000" dirty="0" err="1"/>
              <a:t>Architecture</a:t>
            </a:r>
            <a:r>
              <a:rPr lang="es-419" sz="2000" dirty="0"/>
              <a:t> </a:t>
            </a:r>
            <a:r>
              <a:rPr lang="es-419" sz="2000" dirty="0" err="1"/>
              <a:t>Modernization</a:t>
            </a:r>
            <a:r>
              <a:rPr lang="es-419" sz="2000" dirty="0"/>
              <a:t> _ </a:t>
            </a:r>
            <a:r>
              <a:rPr lang="es-419" sz="2000" dirty="0" err="1"/>
              <a:t>Delivering</a:t>
            </a:r>
            <a:r>
              <a:rPr lang="es-419" sz="2000" dirty="0"/>
              <a:t> </a:t>
            </a:r>
            <a:r>
              <a:rPr lang="es-419" sz="2000" dirty="0" err="1"/>
              <a:t>engineering</a:t>
            </a:r>
            <a:r>
              <a:rPr lang="es-419" sz="2000" dirty="0"/>
              <a:t> </a:t>
            </a:r>
            <a:r>
              <a:rPr lang="es-419" sz="2000" dirty="0" err="1"/>
              <a:t>excellence</a:t>
            </a:r>
            <a:r>
              <a:rPr lang="es-419" sz="2000" dirty="0"/>
              <a:t> </a:t>
            </a:r>
            <a:r>
              <a:rPr lang="es-419" sz="2000" dirty="0" err="1"/>
              <a:t>with</a:t>
            </a:r>
            <a:r>
              <a:rPr lang="es-419" sz="2000" dirty="0"/>
              <a:t> </a:t>
            </a:r>
            <a:r>
              <a:rPr lang="es-419" sz="2000" dirty="0" err="1"/>
              <a:t>the</a:t>
            </a:r>
            <a:r>
              <a:rPr lang="es-419" sz="2000" dirty="0"/>
              <a:t> art </a:t>
            </a:r>
            <a:r>
              <a:rPr lang="es-419" sz="2000" dirty="0" err="1"/>
              <a:t>of</a:t>
            </a:r>
            <a:r>
              <a:rPr lang="es-419" sz="2000" dirty="0"/>
              <a:t> </a:t>
            </a:r>
            <a:r>
              <a:rPr lang="es-419" sz="2000" dirty="0" err="1"/>
              <a:t>fixing</a:t>
            </a:r>
            <a:r>
              <a:rPr lang="es-419" sz="2000" dirty="0"/>
              <a:t> </a:t>
            </a:r>
            <a:r>
              <a:rPr lang="es-419" sz="2000" dirty="0" err="1"/>
              <a:t>microservices</a:t>
            </a:r>
            <a:r>
              <a:rPr lang="es-419" sz="2000" dirty="0"/>
              <a:t>, mono. BPB </a:t>
            </a:r>
            <a:r>
              <a:rPr lang="es-419" sz="2000" dirty="0" err="1"/>
              <a:t>Publicatio</a:t>
            </a:r>
            <a:r>
              <a:rPr lang="es-419" sz="2000" dirty="0"/>
              <a:t>. 2024</a:t>
            </a:r>
          </a:p>
          <a:p>
            <a:r>
              <a:rPr lang="es-419" sz="2000" dirty="0"/>
              <a:t>Gabriel Baptista, Francesco </a:t>
            </a:r>
            <a:r>
              <a:rPr lang="es-419" sz="2000" dirty="0" err="1"/>
              <a:t>Abbruzzese</a:t>
            </a:r>
            <a:r>
              <a:rPr lang="es-419" sz="2000" dirty="0"/>
              <a:t> - Software </a:t>
            </a:r>
            <a:r>
              <a:rPr lang="es-419" sz="2000" dirty="0" err="1"/>
              <a:t>Architecture</a:t>
            </a:r>
            <a:r>
              <a:rPr lang="es-419" sz="2000" dirty="0"/>
              <a:t> </a:t>
            </a:r>
            <a:r>
              <a:rPr lang="es-419" sz="2000" dirty="0" err="1"/>
              <a:t>with</a:t>
            </a:r>
            <a:r>
              <a:rPr lang="es-419" sz="2000" dirty="0"/>
              <a:t> C_ 12 and .NET 8 - </a:t>
            </a:r>
            <a:r>
              <a:rPr lang="es-419" sz="2000" dirty="0" err="1"/>
              <a:t>Fourth</a:t>
            </a:r>
            <a:r>
              <a:rPr lang="es-419" sz="2000" dirty="0"/>
              <a:t> </a:t>
            </a:r>
            <a:r>
              <a:rPr lang="es-419" sz="2000" dirty="0" err="1"/>
              <a:t>Edition</a:t>
            </a:r>
            <a:r>
              <a:rPr lang="es-419" sz="2000" dirty="0"/>
              <a:t>_ </a:t>
            </a:r>
            <a:r>
              <a:rPr lang="es-419" sz="2000" dirty="0" err="1"/>
              <a:t>Build</a:t>
            </a:r>
            <a:r>
              <a:rPr lang="es-419" sz="2000" dirty="0"/>
              <a:t> </a:t>
            </a:r>
            <a:r>
              <a:rPr lang="es-419" sz="2000" dirty="0" err="1"/>
              <a:t>enterprise</a:t>
            </a:r>
            <a:r>
              <a:rPr lang="es-419" sz="2000" dirty="0"/>
              <a:t> </a:t>
            </a:r>
            <a:r>
              <a:rPr lang="es-419" sz="2000" dirty="0" err="1"/>
              <a:t>applications</a:t>
            </a:r>
            <a:r>
              <a:rPr lang="es-419" sz="2000" dirty="0"/>
              <a:t> </a:t>
            </a:r>
            <a:r>
              <a:rPr lang="es-419" sz="2000" dirty="0" err="1"/>
              <a:t>using</a:t>
            </a:r>
            <a:r>
              <a:rPr lang="es-419" sz="2000" dirty="0"/>
              <a:t> </a:t>
            </a:r>
            <a:r>
              <a:rPr lang="es-419" sz="2000" dirty="0" err="1"/>
              <a:t>microservices</a:t>
            </a:r>
            <a:r>
              <a:rPr lang="es-419" sz="2000" dirty="0"/>
              <a:t>, DevOps, EF Core. 2024	</a:t>
            </a:r>
          </a:p>
          <a:p>
            <a:r>
              <a:rPr lang="es-419" sz="2000" dirty="0"/>
              <a:t>Oliver </a:t>
            </a:r>
            <a:r>
              <a:rPr lang="es-419" sz="2000" dirty="0" err="1"/>
              <a:t>Goldman.Effective</a:t>
            </a:r>
            <a:r>
              <a:rPr lang="es-419" sz="2000" dirty="0"/>
              <a:t> Software </a:t>
            </a:r>
            <a:r>
              <a:rPr lang="es-419" sz="2000" dirty="0" err="1"/>
              <a:t>Architecture</a:t>
            </a:r>
            <a:r>
              <a:rPr lang="es-419" sz="2000" dirty="0"/>
              <a:t>_ </a:t>
            </a:r>
            <a:r>
              <a:rPr lang="es-419" sz="2000" dirty="0" err="1"/>
              <a:t>Building</a:t>
            </a:r>
            <a:r>
              <a:rPr lang="es-419" sz="2000" dirty="0"/>
              <a:t> </a:t>
            </a:r>
            <a:r>
              <a:rPr lang="es-419" sz="2000" dirty="0" err="1"/>
              <a:t>Better</a:t>
            </a:r>
            <a:r>
              <a:rPr lang="es-419" sz="2000" dirty="0"/>
              <a:t> Software </a:t>
            </a:r>
            <a:r>
              <a:rPr lang="es-419" sz="2000" dirty="0" err="1"/>
              <a:t>Faster</a:t>
            </a:r>
            <a:r>
              <a:rPr lang="es-419" sz="2000" dirty="0"/>
              <a:t> (2024, Addison-Wesley Professional)</a:t>
            </a:r>
          </a:p>
          <a:p>
            <a:r>
              <a:rPr lang="es-419" sz="2000" dirty="0"/>
              <a:t>John Gilbert - Software </a:t>
            </a:r>
            <a:r>
              <a:rPr lang="es-419" sz="2000" dirty="0" err="1"/>
              <a:t>Architecture</a:t>
            </a:r>
            <a:r>
              <a:rPr lang="es-419" sz="2000" dirty="0"/>
              <a:t> </a:t>
            </a:r>
            <a:r>
              <a:rPr lang="es-419" sz="2000" dirty="0" err="1"/>
              <a:t>Patterns</a:t>
            </a:r>
            <a:r>
              <a:rPr lang="es-419" sz="2000" dirty="0"/>
              <a:t> </a:t>
            </a:r>
            <a:r>
              <a:rPr lang="es-419" sz="2000" dirty="0" err="1"/>
              <a:t>for</a:t>
            </a:r>
            <a:r>
              <a:rPr lang="es-419" sz="2000" dirty="0"/>
              <a:t> </a:t>
            </a:r>
            <a:r>
              <a:rPr lang="es-419" sz="2000" dirty="0" err="1"/>
              <a:t>Serverless</a:t>
            </a:r>
            <a:r>
              <a:rPr lang="es-419" sz="2000" dirty="0"/>
              <a:t> </a:t>
            </a:r>
            <a:r>
              <a:rPr lang="es-419" sz="2000" dirty="0" err="1"/>
              <a:t>Systems</a:t>
            </a:r>
            <a:r>
              <a:rPr lang="es-419" sz="2000" dirty="0"/>
              <a:t>_ </a:t>
            </a:r>
            <a:r>
              <a:rPr lang="es-419" sz="2000" dirty="0" err="1"/>
              <a:t>Architecting</a:t>
            </a:r>
            <a:r>
              <a:rPr lang="es-419" sz="2000" dirty="0"/>
              <a:t> </a:t>
            </a:r>
            <a:r>
              <a:rPr lang="es-419" sz="2000" dirty="0" err="1"/>
              <a:t>for</a:t>
            </a:r>
            <a:r>
              <a:rPr lang="es-419" sz="2000" dirty="0"/>
              <a:t> </a:t>
            </a:r>
            <a:r>
              <a:rPr lang="es-419" sz="2000" dirty="0" err="1"/>
              <a:t>innovation</a:t>
            </a:r>
            <a:r>
              <a:rPr lang="es-419" sz="2000" dirty="0"/>
              <a:t> </a:t>
            </a:r>
            <a:r>
              <a:rPr lang="es-419" sz="2000" dirty="0" err="1"/>
              <a:t>with</a:t>
            </a:r>
            <a:r>
              <a:rPr lang="es-419" sz="2000" dirty="0"/>
              <a:t> </a:t>
            </a:r>
            <a:r>
              <a:rPr lang="es-419" sz="2000" dirty="0" err="1"/>
              <a:t>event-driven</a:t>
            </a:r>
            <a:r>
              <a:rPr lang="es-419" sz="2000" dirty="0"/>
              <a:t> </a:t>
            </a:r>
            <a:r>
              <a:rPr lang="es-419" sz="2000" dirty="0" err="1"/>
              <a:t>microservices</a:t>
            </a:r>
            <a:r>
              <a:rPr lang="es-419" sz="2000" dirty="0"/>
              <a:t> (2024)	</a:t>
            </a:r>
          </a:p>
        </p:txBody>
      </p:sp>
    </p:spTree>
    <p:extLst>
      <p:ext uri="{BB962C8B-B14F-4D97-AF65-F5344CB8AC3E}">
        <p14:creationId xmlns:p14="http://schemas.microsoft.com/office/powerpoint/2010/main" val="29554757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27962" y="562470"/>
            <a:ext cx="8317736" cy="627352"/>
          </a:xfr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 fontScale="92500"/>
          </a:bodyPr>
          <a:lstStyle/>
          <a:p>
            <a:pPr algn="ctr"/>
            <a:r>
              <a:rPr lang="es-ES" sz="3900" dirty="0">
                <a:solidFill>
                  <a:schemeClr val="lt1"/>
                </a:solidFill>
                <a:latin typeface="+mn-lt"/>
                <a:ea typeface="+mn-lt"/>
                <a:cs typeface="+mn-lt"/>
              </a:rPr>
              <a:t>Cibergrafía</a:t>
            </a:r>
            <a:endParaRPr lang="es-CO" sz="3900" dirty="0">
              <a:solidFill>
                <a:schemeClr val="lt1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5" name="Marcador de contenido 4">
            <a:extLst>
              <a:ext uri="{FF2B5EF4-FFF2-40B4-BE49-F238E27FC236}">
                <a16:creationId xmlns:a16="http://schemas.microsoft.com/office/drawing/2014/main" id="{F59DFCA2-6812-4972-858E-C84B675DCF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90836" y="1747546"/>
            <a:ext cx="10007444" cy="2272417"/>
          </a:xfrm>
        </p:spPr>
        <p:txBody>
          <a:bodyPr>
            <a:normAutofit lnSpcReduction="10000"/>
          </a:bodyPr>
          <a:lstStyle/>
          <a:p>
            <a:r>
              <a:rPr lang="es-ES" sz="2000" dirty="0" err="1"/>
              <a:t>Freecodecamp</a:t>
            </a:r>
            <a:endParaRPr lang="es-ES" sz="2000" dirty="0"/>
          </a:p>
          <a:p>
            <a:r>
              <a:rPr lang="es-419" sz="2000" dirty="0"/>
              <a:t>Openwebinars.net</a:t>
            </a:r>
          </a:p>
          <a:p>
            <a:r>
              <a:rPr lang="es-419" sz="2000" dirty="0"/>
              <a:t>YouTube: </a:t>
            </a:r>
            <a:r>
              <a:rPr lang="es-419" sz="2000" dirty="0">
                <a:latin typeface="__fkGroteskNeue_598ab8"/>
              </a:rPr>
              <a:t>Software </a:t>
            </a:r>
            <a:r>
              <a:rPr lang="es-419" sz="2000" dirty="0" err="1">
                <a:latin typeface="__fkGroteskNeue_598ab8"/>
              </a:rPr>
              <a:t>Architecture</a:t>
            </a:r>
            <a:r>
              <a:rPr lang="es-419" sz="2000" dirty="0">
                <a:latin typeface="__fkGroteskNeue_598ab8"/>
              </a:rPr>
              <a:t> </a:t>
            </a:r>
            <a:r>
              <a:rPr lang="es-419" sz="2000" dirty="0" err="1">
                <a:latin typeface="__fkGroteskNeue_598ab8"/>
              </a:rPr>
              <a:t>Monday</a:t>
            </a:r>
            <a:endParaRPr lang="es-419" sz="2000" dirty="0">
              <a:latin typeface="__fkGroteskNeue_598ab8"/>
            </a:endParaRPr>
          </a:p>
          <a:p>
            <a:r>
              <a:rPr lang="es-419" sz="2000" dirty="0" err="1">
                <a:latin typeface="__fkGroteskNeue_598ab8"/>
              </a:rPr>
              <a:t>refactoring.guru</a:t>
            </a:r>
            <a:endParaRPr lang="es-419" sz="2000" dirty="0">
              <a:latin typeface="__fkGroteskNeue_598ab8"/>
            </a:endParaRPr>
          </a:p>
          <a:p>
            <a:r>
              <a:rPr lang="es-419" sz="2000" dirty="0" err="1"/>
              <a:t>Github</a:t>
            </a:r>
            <a:endParaRPr lang="es-419" sz="2000" dirty="0"/>
          </a:p>
          <a:p>
            <a:r>
              <a:rPr lang="en-US" sz="2000" dirty="0"/>
              <a:t>Coursera "Software Architecture”. University of Alberta</a:t>
            </a:r>
          </a:p>
          <a:p>
            <a:endParaRPr lang="es-419" sz="2000" dirty="0"/>
          </a:p>
        </p:txBody>
      </p:sp>
    </p:spTree>
    <p:extLst>
      <p:ext uri="{BB962C8B-B14F-4D97-AF65-F5344CB8AC3E}">
        <p14:creationId xmlns:p14="http://schemas.microsoft.com/office/powerpoint/2010/main" val="368696553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9B7BFF4-D8E0-4B73-AF99-96BF84FB12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7962" y="562470"/>
            <a:ext cx="8317736" cy="1288364"/>
          </a:xfr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s-ES" sz="3900" dirty="0">
                <a:solidFill>
                  <a:schemeClr val="lt1"/>
                </a:solidFill>
                <a:latin typeface="+mn-lt"/>
                <a:ea typeface="+mn-lt"/>
                <a:cs typeface="+mn-lt"/>
              </a:rPr>
              <a:t>Primer Trabajo 25%</a:t>
            </a:r>
            <a:br>
              <a:rPr lang="es-ES" sz="3900" dirty="0">
                <a:solidFill>
                  <a:schemeClr val="lt1"/>
                </a:solidFill>
                <a:latin typeface="+mn-lt"/>
                <a:ea typeface="+mn-lt"/>
                <a:cs typeface="+mn-lt"/>
              </a:rPr>
            </a:br>
            <a:r>
              <a:rPr lang="es-ES" sz="3900" dirty="0">
                <a:solidFill>
                  <a:schemeClr val="lt1"/>
                </a:solidFill>
                <a:latin typeface="+mn-lt"/>
                <a:ea typeface="+mn-lt"/>
                <a:cs typeface="+mn-lt"/>
              </a:rPr>
              <a:t>Aplicación de los principios SOLID</a:t>
            </a:r>
            <a:endParaRPr lang="es-CO" sz="3900" dirty="0">
              <a:solidFill>
                <a:schemeClr val="lt1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5C0C99DA-22F6-46E8-BA20-C0B99D54A67D}"/>
              </a:ext>
            </a:extLst>
          </p:cNvPr>
          <p:cNvSpPr/>
          <p:nvPr/>
        </p:nvSpPr>
        <p:spPr>
          <a:xfrm>
            <a:off x="627962" y="2148290"/>
            <a:ext cx="10642293" cy="373515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s-ES" dirty="0">
                <a:solidFill>
                  <a:schemeClr val="tx1"/>
                </a:solidFill>
              </a:rPr>
              <a:t>Forma de Entrega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tx1"/>
                </a:solidFill>
              </a:rPr>
              <a:t>Cada grupo tendrá 20 minutos.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tx1"/>
                </a:solidFill>
              </a:rPr>
              <a:t>15  minutos para exponer con lujo de detalles, el rediseño aplicando los principios SOLID y la implementación de esta forma: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tx1"/>
                </a:solidFill>
              </a:rPr>
              <a:t>Primero, presenta completo el diagrama de la solución que escogió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tx1"/>
                </a:solidFill>
              </a:rPr>
              <a:t>Luego, va a presentar el diagrama nuevo con el rediseño. El diagrama debe conservar lo del diagrama anterior en negro y cada aspecto rediseñado lo van a pintar en colores tal como lo vieron en clase para comprender mejor la intervención explicado y argumentado claramente, porque rediseñaron ese aspecto y cuál principio de SOLID estarían cumpliendo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tx1"/>
                </a:solidFill>
              </a:rPr>
              <a:t>Finalmente, van a mostrar la implementación de los aspectos diseñados junto con el programa principal que van a ejecutar para ver el funcionamiento final.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tx1"/>
                </a:solidFill>
              </a:rPr>
              <a:t>5 Minutos restantes, preguntas</a:t>
            </a:r>
            <a:endParaRPr lang="es-419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268108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9B7BFF4-D8E0-4B73-AF99-96BF84FB12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7962" y="562470"/>
            <a:ext cx="8317736" cy="1288364"/>
          </a:xfr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s-ES" sz="3900" dirty="0">
                <a:solidFill>
                  <a:schemeClr val="lt1"/>
                </a:solidFill>
                <a:latin typeface="+mn-lt"/>
                <a:ea typeface="+mn-lt"/>
                <a:cs typeface="+mn-lt"/>
              </a:rPr>
              <a:t>Primer Trabajo 25%</a:t>
            </a:r>
            <a:br>
              <a:rPr lang="es-ES" sz="3900" dirty="0">
                <a:solidFill>
                  <a:schemeClr val="lt1"/>
                </a:solidFill>
                <a:latin typeface="+mn-lt"/>
                <a:ea typeface="+mn-lt"/>
                <a:cs typeface="+mn-lt"/>
              </a:rPr>
            </a:br>
            <a:r>
              <a:rPr lang="es-ES" sz="3900" dirty="0">
                <a:solidFill>
                  <a:schemeClr val="lt1"/>
                </a:solidFill>
                <a:latin typeface="+mn-lt"/>
                <a:ea typeface="+mn-lt"/>
                <a:cs typeface="+mn-lt"/>
              </a:rPr>
              <a:t>RUBRICA</a:t>
            </a:r>
            <a:endParaRPr lang="es-CO" sz="3900" dirty="0">
              <a:solidFill>
                <a:schemeClr val="lt1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8585E7C0-048A-41D8-9A63-A5A5FC2B82C0}"/>
              </a:ext>
            </a:extLst>
          </p:cNvPr>
          <p:cNvSpPr/>
          <p:nvPr/>
        </p:nvSpPr>
        <p:spPr>
          <a:xfrm>
            <a:off x="627962" y="2027105"/>
            <a:ext cx="11093985" cy="198303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s-ES" dirty="0">
                <a:solidFill>
                  <a:schemeClr val="tx1"/>
                </a:solidFill>
              </a:rPr>
              <a:t>Los puntos del 25% están distribuidos así: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tx1"/>
                </a:solidFill>
              </a:rPr>
              <a:t>3 Puntos: con los que cuentan para cada evaluación bajo las condiciones del primer día del semestre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tx1"/>
                </a:solidFill>
              </a:rPr>
              <a:t>5 puntos: de las actividades de introducción a la arquitectura semana 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tx1"/>
                </a:solidFill>
              </a:rPr>
              <a:t>42 puntos: Aplicación de los principios SOLID a un proyecto previo hecho aplicando el paradigma de objetos. UML notación Extendida+ Implementación en C#  otro lenguaje orientado a objetos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419" dirty="0">
              <a:solidFill>
                <a:schemeClr val="tx1"/>
              </a:solidFill>
            </a:endParaRP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67B01726-0EC2-430D-8B81-B1FCF708CAEE}"/>
              </a:ext>
            </a:extLst>
          </p:cNvPr>
          <p:cNvSpPr/>
          <p:nvPr/>
        </p:nvSpPr>
        <p:spPr>
          <a:xfrm>
            <a:off x="4797603" y="4341367"/>
            <a:ext cx="2346592" cy="148727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600" dirty="0"/>
              <a:t>Argumentación de los principios SOLID</a:t>
            </a:r>
          </a:p>
          <a:p>
            <a:pPr algn="ctr"/>
            <a:r>
              <a:rPr lang="es-ES" sz="1600" dirty="0"/>
              <a:t>12 puntos</a:t>
            </a:r>
            <a:endParaRPr lang="es-419" sz="1600" dirty="0"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CAA86407-759D-4645-8317-502DA4984741}"/>
              </a:ext>
            </a:extLst>
          </p:cNvPr>
          <p:cNvSpPr/>
          <p:nvPr/>
        </p:nvSpPr>
        <p:spPr>
          <a:xfrm>
            <a:off x="7424882" y="4341367"/>
            <a:ext cx="2346592" cy="148727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600" dirty="0"/>
              <a:t>Implementación en el lenguaje fiel al rediseño en el diagrama y funcionando correctamente</a:t>
            </a:r>
          </a:p>
          <a:p>
            <a:pPr algn="ctr"/>
            <a:r>
              <a:rPr lang="es-ES" sz="1600" dirty="0"/>
              <a:t>18 puntos</a:t>
            </a:r>
            <a:endParaRPr lang="es-419" sz="1600" dirty="0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C736D5E5-4998-49FF-BA2F-F3A1D75F7DDA}"/>
              </a:ext>
            </a:extLst>
          </p:cNvPr>
          <p:cNvSpPr/>
          <p:nvPr/>
        </p:nvSpPr>
        <p:spPr>
          <a:xfrm>
            <a:off x="2170324" y="4341367"/>
            <a:ext cx="2346592" cy="148727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600" dirty="0"/>
              <a:t>Diagrama UML con el nuevo diseño como el mostrado en clase</a:t>
            </a:r>
          </a:p>
          <a:p>
            <a:pPr algn="ctr"/>
            <a:r>
              <a:rPr lang="es-ES" sz="1600" dirty="0"/>
              <a:t>12puntos</a:t>
            </a:r>
            <a:endParaRPr lang="es-419" sz="1600" dirty="0"/>
          </a:p>
        </p:txBody>
      </p:sp>
    </p:spTree>
    <p:extLst>
      <p:ext uri="{BB962C8B-B14F-4D97-AF65-F5344CB8AC3E}">
        <p14:creationId xmlns:p14="http://schemas.microsoft.com/office/powerpoint/2010/main" val="565602947"/>
      </p:ext>
    </p:extLst>
  </p:cSld>
  <p:clrMapOvr>
    <a:masterClrMapping/>
  </p:clrMapOvr>
</p:sld>
</file>

<file path=ppt/theme/theme1.xml><?xml version="1.0" encoding="utf-8"?>
<a:theme xmlns:a="http://schemas.openxmlformats.org/drawingml/2006/main" name="1_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2. Presentación UPB 2018" id="{36F8BB01-3393-FA4D-8145-86DA81FADD61}" vid="{FB05699F-FE3A-FD40-B367-9B6900AD0EFD}"/>
    </a:ext>
  </a:extLst>
</a:theme>
</file>

<file path=ppt/theme/themeOverride1.xml><?xml version="1.0" encoding="utf-8"?>
<a:themeOverride xmlns:a="http://schemas.openxmlformats.org/drawingml/2006/main">
  <a:clrScheme name="Tema de 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5B9BD5"/>
    </a:accent1>
    <a:accent2>
      <a:srgbClr val="ED7D31"/>
    </a:accent2>
    <a:accent3>
      <a:srgbClr val="A5A5A5"/>
    </a:accent3>
    <a:accent4>
      <a:srgbClr val="FFC000"/>
    </a:accent4>
    <a:accent5>
      <a:srgbClr val="4472C4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1047</TotalTime>
  <Words>3747</Words>
  <Application>Microsoft Office PowerPoint</Application>
  <PresentationFormat>Panorámica</PresentationFormat>
  <Paragraphs>539</Paragraphs>
  <Slides>52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10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52</vt:i4>
      </vt:variant>
    </vt:vector>
  </HeadingPairs>
  <TitlesOfParts>
    <vt:vector size="63" baseType="lpstr">
      <vt:lpstr>__fkGroteskNeue_598ab8</vt:lpstr>
      <vt:lpstr>Arial</vt:lpstr>
      <vt:lpstr>Arial Narrow</vt:lpstr>
      <vt:lpstr>Calibri</vt:lpstr>
      <vt:lpstr>Consolas</vt:lpstr>
      <vt:lpstr>Courier New</vt:lpstr>
      <vt:lpstr>Courier New,monospace</vt:lpstr>
      <vt:lpstr>Flama Condensed Light</vt:lpstr>
      <vt:lpstr>quote-cjk-patch</vt:lpstr>
      <vt:lpstr>Wingdings</vt:lpstr>
      <vt:lpstr>1_Tema de Office</vt:lpstr>
      <vt:lpstr>Principios SOLID</vt:lpstr>
      <vt:lpstr>Presentación de PowerPoint</vt:lpstr>
      <vt:lpstr>5 Principios</vt:lpstr>
      <vt:lpstr>Principio de Responsabilidad Simple - SRP</vt:lpstr>
      <vt:lpstr>Principio de Responsabilidad Simple SRP</vt:lpstr>
      <vt:lpstr>Principio de Responsabilidad Simple SRP</vt:lpstr>
      <vt:lpstr>Principio Open / Closed OCP</vt:lpstr>
      <vt:lpstr>Principio Open / Closed OCP</vt:lpstr>
      <vt:lpstr>Principio Open / Closed OCP</vt:lpstr>
      <vt:lpstr>Principio Sustitución de Liskov LSP</vt:lpstr>
      <vt:lpstr>Principio Sustitución de Liskov LSP</vt:lpstr>
      <vt:lpstr>Principio Sustitución de Liskov LSP</vt:lpstr>
      <vt:lpstr>Principio Sustitución de Liskov</vt:lpstr>
      <vt:lpstr>Principio Sustitución de Liskov LSP</vt:lpstr>
      <vt:lpstr>Principio Sustitución de Liskov LSP</vt:lpstr>
      <vt:lpstr>Principio Sustitución de Liskov LSP</vt:lpstr>
      <vt:lpstr>Principio Sustitución de Liskov LSP</vt:lpstr>
      <vt:lpstr>Principio Sustitución de Liskov LSP</vt:lpstr>
      <vt:lpstr>Principio Sustitución de Liskov LSP</vt:lpstr>
      <vt:lpstr>Principio Sustitución de Liskov LSP</vt:lpstr>
      <vt:lpstr>Principio Sustitución de Liskov LSP</vt:lpstr>
      <vt:lpstr>Principio Sustitución de Liskov LSP</vt:lpstr>
      <vt:lpstr>Principio Sustitución de Liskov LSP</vt:lpstr>
      <vt:lpstr>Principio Sustitución de Liskov LSP</vt:lpstr>
      <vt:lpstr>Principio Sustitución de Liskov</vt:lpstr>
      <vt:lpstr>ISP: Principio de Segregación de Interfaces</vt:lpstr>
      <vt:lpstr>ISP: Principio de Segregación de Interfaces</vt:lpstr>
      <vt:lpstr>DIP: Principio de Inversión de Dependencia</vt:lpstr>
      <vt:lpstr>Inyección de Dependencias en el Constructor</vt:lpstr>
      <vt:lpstr>Inyección de Dependencias en el Constructor</vt:lpstr>
      <vt:lpstr>DIP: Principio de Inversión de Dependencia</vt:lpstr>
      <vt:lpstr>DIP: Principio de Inversión de Dependencia</vt:lpstr>
      <vt:lpstr>DIP: Principio de Inversión de Dependencia</vt:lpstr>
      <vt:lpstr>DIP: Principio de Inversión de Dependencia</vt:lpstr>
      <vt:lpstr>DIP: Principio de Inversión de Dependencia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Bibliografía</vt:lpstr>
      <vt:lpstr>Cibergrafía</vt:lpstr>
      <vt:lpstr>Primer Trabajo 25% Aplicación de los principios SOLID</vt:lpstr>
      <vt:lpstr>Primer Trabajo 25% RUBRICA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Principios SOLID</dc:title>
  <dc:creator>Cesar Augusto Lopez Gallego</dc:creator>
  <cp:lastModifiedBy>Cesar Augusto Lopez Gallego</cp:lastModifiedBy>
  <cp:revision>678</cp:revision>
  <dcterms:created xsi:type="dcterms:W3CDTF">2025-01-27T15:29:47Z</dcterms:created>
  <dcterms:modified xsi:type="dcterms:W3CDTF">2026-02-03T16:20:29Z</dcterms:modified>
</cp:coreProperties>
</file>