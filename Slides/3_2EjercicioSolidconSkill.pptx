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850" r:id="rId2"/>
    <p:sldId id="841" r:id="rId3"/>
    <p:sldId id="851" r:id="rId4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206" autoAdjust="0"/>
  </p:normalViewPr>
  <p:slideViewPr>
    <p:cSldViewPr snapToGrid="0">
      <p:cViewPr varScale="1">
        <p:scale>
          <a:sx n="67" d="100"/>
          <a:sy n="67" d="100"/>
        </p:scale>
        <p:origin x="11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" userId="0dfa9112-9251-4882-b472-cf2dfcee09d1" providerId="ADAL" clId="{29DA1E7B-8C56-4D7C-8427-590D7C3E097A}"/>
    <pc:docChg chg="undo custSel addSld delSld modSld sldOrd">
      <pc:chgData name="Cesar Augusto" userId="0dfa9112-9251-4882-b472-cf2dfcee09d1" providerId="ADAL" clId="{29DA1E7B-8C56-4D7C-8427-590D7C3E097A}" dt="2026-07-28T16:02:21.743" v="67" actId="21"/>
      <pc:docMkLst>
        <pc:docMk/>
      </pc:docMkLst>
      <pc:sldChg chg="addSp delSp modSp new mod modNotesTx">
        <pc:chgData name="Cesar Augusto" userId="0dfa9112-9251-4882-b472-cf2dfcee09d1" providerId="ADAL" clId="{29DA1E7B-8C56-4D7C-8427-590D7C3E097A}" dt="2026-07-28T15:07:22.097" v="36" actId="20577"/>
        <pc:sldMkLst>
          <pc:docMk/>
          <pc:sldMk cId="1900141012" sldId="256"/>
        </pc:sldMkLst>
        <pc:spChg chg="del">
          <ac:chgData name="Cesar Augusto" userId="0dfa9112-9251-4882-b472-cf2dfcee09d1" providerId="ADAL" clId="{29DA1E7B-8C56-4D7C-8427-590D7C3E097A}" dt="2026-07-28T15:04:12.228" v="1" actId="478"/>
          <ac:spMkLst>
            <pc:docMk/>
            <pc:sldMk cId="1900141012" sldId="256"/>
            <ac:spMk id="2" creationId="{E255D35C-9432-46B4-83B1-4B5F386B946E}"/>
          </ac:spMkLst>
        </pc:spChg>
        <pc:spChg chg="del">
          <ac:chgData name="Cesar Augusto" userId="0dfa9112-9251-4882-b472-cf2dfcee09d1" providerId="ADAL" clId="{29DA1E7B-8C56-4D7C-8427-590D7C3E097A}" dt="2026-07-28T15:04:12.228" v="1" actId="478"/>
          <ac:spMkLst>
            <pc:docMk/>
            <pc:sldMk cId="1900141012" sldId="256"/>
            <ac:spMk id="3" creationId="{8D058C74-3EA0-40C6-B846-48AD35ECF874}"/>
          </ac:spMkLst>
        </pc:spChg>
        <pc:spChg chg="add del">
          <ac:chgData name="Cesar Augusto" userId="0dfa9112-9251-4882-b472-cf2dfcee09d1" providerId="ADAL" clId="{29DA1E7B-8C56-4D7C-8427-590D7C3E097A}" dt="2026-07-28T15:04:14.180" v="3"/>
          <ac:spMkLst>
            <pc:docMk/>
            <pc:sldMk cId="1900141012" sldId="256"/>
            <ac:spMk id="4" creationId="{3E3C4FF1-CE6B-43F8-9322-64DD74986A84}"/>
          </ac:spMkLst>
        </pc:spChg>
        <pc:spChg chg="add mod">
          <ac:chgData name="Cesar Augusto" userId="0dfa9112-9251-4882-b472-cf2dfcee09d1" providerId="ADAL" clId="{29DA1E7B-8C56-4D7C-8427-590D7C3E097A}" dt="2026-07-28T15:07:22.097" v="36" actId="20577"/>
          <ac:spMkLst>
            <pc:docMk/>
            <pc:sldMk cId="1900141012" sldId="256"/>
            <ac:spMk id="6" creationId="{2E891A2C-330E-401E-BAD8-96E75B108DCC}"/>
          </ac:spMkLst>
        </pc:spChg>
      </pc:sldChg>
      <pc:sldChg chg="addSp delSp modSp new mod modNotesTx">
        <pc:chgData name="Cesar Augusto" userId="0dfa9112-9251-4882-b472-cf2dfcee09d1" providerId="ADAL" clId="{29DA1E7B-8C56-4D7C-8427-590D7C3E097A}" dt="2026-07-28T15:05:27.558" v="11"/>
        <pc:sldMkLst>
          <pc:docMk/>
          <pc:sldMk cId="29152155" sldId="257"/>
        </pc:sldMkLst>
        <pc:spChg chg="del">
          <ac:chgData name="Cesar Augusto" userId="0dfa9112-9251-4882-b472-cf2dfcee09d1" providerId="ADAL" clId="{29DA1E7B-8C56-4D7C-8427-590D7C3E097A}" dt="2026-07-28T15:05:05.054" v="8" actId="478"/>
          <ac:spMkLst>
            <pc:docMk/>
            <pc:sldMk cId="29152155" sldId="257"/>
            <ac:spMk id="2" creationId="{EF9495AF-49BE-4248-B3E9-D6BB3A2702F7}"/>
          </ac:spMkLst>
        </pc:spChg>
        <pc:spChg chg="del">
          <ac:chgData name="Cesar Augusto" userId="0dfa9112-9251-4882-b472-cf2dfcee09d1" providerId="ADAL" clId="{29DA1E7B-8C56-4D7C-8427-590D7C3E097A}" dt="2026-07-28T15:05:05.054" v="8" actId="478"/>
          <ac:spMkLst>
            <pc:docMk/>
            <pc:sldMk cId="29152155" sldId="257"/>
            <ac:spMk id="3" creationId="{9FF0F355-C445-496B-982A-64DE61F6D886}"/>
          </ac:spMkLst>
        </pc:spChg>
        <pc:spChg chg="add mod">
          <ac:chgData name="Cesar Augusto" userId="0dfa9112-9251-4882-b472-cf2dfcee09d1" providerId="ADAL" clId="{29DA1E7B-8C56-4D7C-8427-590D7C3E097A}" dt="2026-07-28T15:05:25.542" v="10" actId="21"/>
          <ac:spMkLst>
            <pc:docMk/>
            <pc:sldMk cId="29152155" sldId="257"/>
            <ac:spMk id="5" creationId="{EBDE10E2-9DC4-4817-A6FD-7BD7793CB504}"/>
          </ac:spMkLst>
        </pc:spChg>
      </pc:sldChg>
      <pc:sldChg chg="addSp delSp modSp new mod modNotesTx">
        <pc:chgData name="Cesar Augusto" userId="0dfa9112-9251-4882-b472-cf2dfcee09d1" providerId="ADAL" clId="{29DA1E7B-8C56-4D7C-8427-590D7C3E097A}" dt="2026-07-28T15:06:25.667" v="22" actId="20577"/>
        <pc:sldMkLst>
          <pc:docMk/>
          <pc:sldMk cId="1669875950" sldId="258"/>
        </pc:sldMkLst>
        <pc:spChg chg="del">
          <ac:chgData name="Cesar Augusto" userId="0dfa9112-9251-4882-b472-cf2dfcee09d1" providerId="ADAL" clId="{29DA1E7B-8C56-4D7C-8427-590D7C3E097A}" dt="2026-07-28T15:05:35.703" v="13" actId="478"/>
          <ac:spMkLst>
            <pc:docMk/>
            <pc:sldMk cId="1669875950" sldId="258"/>
            <ac:spMk id="2" creationId="{725FEDB9-ED8C-483C-A135-D4C5CF3542D7}"/>
          </ac:spMkLst>
        </pc:spChg>
        <pc:spChg chg="del">
          <ac:chgData name="Cesar Augusto" userId="0dfa9112-9251-4882-b472-cf2dfcee09d1" providerId="ADAL" clId="{29DA1E7B-8C56-4D7C-8427-590D7C3E097A}" dt="2026-07-28T15:05:35.703" v="13" actId="478"/>
          <ac:spMkLst>
            <pc:docMk/>
            <pc:sldMk cId="1669875950" sldId="258"/>
            <ac:spMk id="3" creationId="{3E3A1EB3-BCC4-482B-B509-F68CDA079F9D}"/>
          </ac:spMkLst>
        </pc:spChg>
        <pc:spChg chg="add mod">
          <ac:chgData name="Cesar Augusto" userId="0dfa9112-9251-4882-b472-cf2dfcee09d1" providerId="ADAL" clId="{29DA1E7B-8C56-4D7C-8427-590D7C3E097A}" dt="2026-07-28T15:06:25.667" v="22" actId="20577"/>
          <ac:spMkLst>
            <pc:docMk/>
            <pc:sldMk cId="1669875950" sldId="258"/>
            <ac:spMk id="5" creationId="{19A34FAB-95AD-4C0C-AE1F-F03F307800CF}"/>
          </ac:spMkLst>
        </pc:spChg>
      </pc:sldChg>
      <pc:sldChg chg="addSp delSp modSp new mod ord modNotesTx">
        <pc:chgData name="Cesar Augusto" userId="0dfa9112-9251-4882-b472-cf2dfcee09d1" providerId="ADAL" clId="{29DA1E7B-8C56-4D7C-8427-590D7C3E097A}" dt="2026-07-28T15:07:28.710" v="38"/>
        <pc:sldMkLst>
          <pc:docMk/>
          <pc:sldMk cId="3070851853" sldId="259"/>
        </pc:sldMkLst>
        <pc:spChg chg="del">
          <ac:chgData name="Cesar Augusto" userId="0dfa9112-9251-4882-b472-cf2dfcee09d1" providerId="ADAL" clId="{29DA1E7B-8C56-4D7C-8427-590D7C3E097A}" dt="2026-07-28T15:06:38.833" v="25" actId="478"/>
          <ac:spMkLst>
            <pc:docMk/>
            <pc:sldMk cId="3070851853" sldId="259"/>
            <ac:spMk id="2" creationId="{5544DEC8-EAB4-4FCA-AD80-9957915DFB40}"/>
          </ac:spMkLst>
        </pc:spChg>
        <pc:spChg chg="del">
          <ac:chgData name="Cesar Augusto" userId="0dfa9112-9251-4882-b472-cf2dfcee09d1" providerId="ADAL" clId="{29DA1E7B-8C56-4D7C-8427-590D7C3E097A}" dt="2026-07-28T15:06:35.016" v="24" actId="478"/>
          <ac:spMkLst>
            <pc:docMk/>
            <pc:sldMk cId="3070851853" sldId="259"/>
            <ac:spMk id="3" creationId="{95541273-3A1C-422A-8A7E-67F1ADA7C04F}"/>
          </ac:spMkLst>
        </pc:spChg>
        <pc:spChg chg="add mod">
          <ac:chgData name="Cesar Augusto" userId="0dfa9112-9251-4882-b472-cf2dfcee09d1" providerId="ADAL" clId="{29DA1E7B-8C56-4D7C-8427-590D7C3E097A}" dt="2026-07-28T15:06:51.196" v="27" actId="21"/>
          <ac:spMkLst>
            <pc:docMk/>
            <pc:sldMk cId="3070851853" sldId="259"/>
            <ac:spMk id="5" creationId="{92EEF082-BF6F-4216-A95B-B02482722E8D}"/>
          </ac:spMkLst>
        </pc:spChg>
      </pc:sldChg>
      <pc:sldChg chg="addSp delSp modSp new del mod modNotesTx">
        <pc:chgData name="Cesar Augusto" userId="0dfa9112-9251-4882-b472-cf2dfcee09d1" providerId="ADAL" clId="{29DA1E7B-8C56-4D7C-8427-590D7C3E097A}" dt="2026-07-28T15:10:05.663" v="61" actId="47"/>
        <pc:sldMkLst>
          <pc:docMk/>
          <pc:sldMk cId="1787549848" sldId="260"/>
        </pc:sldMkLst>
        <pc:spChg chg="del">
          <ac:chgData name="Cesar Augusto" userId="0dfa9112-9251-4882-b472-cf2dfcee09d1" providerId="ADAL" clId="{29DA1E7B-8C56-4D7C-8427-590D7C3E097A}" dt="2026-07-28T15:07:57.511" v="40" actId="478"/>
          <ac:spMkLst>
            <pc:docMk/>
            <pc:sldMk cId="1787549848" sldId="260"/>
            <ac:spMk id="2" creationId="{13DC561F-38E9-4945-8735-0C0975D6586E}"/>
          </ac:spMkLst>
        </pc:spChg>
        <pc:spChg chg="del">
          <ac:chgData name="Cesar Augusto" userId="0dfa9112-9251-4882-b472-cf2dfcee09d1" providerId="ADAL" clId="{29DA1E7B-8C56-4D7C-8427-590D7C3E097A}" dt="2026-07-28T15:07:57.511" v="40" actId="478"/>
          <ac:spMkLst>
            <pc:docMk/>
            <pc:sldMk cId="1787549848" sldId="260"/>
            <ac:spMk id="3" creationId="{C57013F6-9670-4E70-AE6F-DB7BB8843EA5}"/>
          </ac:spMkLst>
        </pc:spChg>
        <pc:spChg chg="add del mod">
          <ac:chgData name="Cesar Augusto" userId="0dfa9112-9251-4882-b472-cf2dfcee09d1" providerId="ADAL" clId="{29DA1E7B-8C56-4D7C-8427-590D7C3E097A}" dt="2026-07-28T15:09:45.243" v="57" actId="21"/>
          <ac:spMkLst>
            <pc:docMk/>
            <pc:sldMk cId="1787549848" sldId="260"/>
            <ac:spMk id="5" creationId="{2F8BDD5C-2390-43CB-B8C6-F6322DFE27FE}"/>
          </ac:spMkLst>
        </pc:spChg>
      </pc:sldChg>
      <pc:sldChg chg="addSp delSp modSp new mod modNotesTx">
        <pc:chgData name="Cesar Augusto" userId="0dfa9112-9251-4882-b472-cf2dfcee09d1" providerId="ADAL" clId="{29DA1E7B-8C56-4D7C-8427-590D7C3E097A}" dt="2026-07-28T16:02:21.743" v="67" actId="21"/>
        <pc:sldMkLst>
          <pc:docMk/>
          <pc:sldMk cId="3859364988" sldId="261"/>
        </pc:sldMkLst>
        <pc:spChg chg="del">
          <ac:chgData name="Cesar Augusto" userId="0dfa9112-9251-4882-b472-cf2dfcee09d1" providerId="ADAL" clId="{29DA1E7B-8C56-4D7C-8427-590D7C3E097A}" dt="2026-07-28T15:09:00.672" v="52" actId="478"/>
          <ac:spMkLst>
            <pc:docMk/>
            <pc:sldMk cId="3859364988" sldId="261"/>
            <ac:spMk id="2" creationId="{23F96A7F-67AB-48F5-8E78-1B29E968F6A3}"/>
          </ac:spMkLst>
        </pc:spChg>
        <pc:spChg chg="del">
          <ac:chgData name="Cesar Augusto" userId="0dfa9112-9251-4882-b472-cf2dfcee09d1" providerId="ADAL" clId="{29DA1E7B-8C56-4D7C-8427-590D7C3E097A}" dt="2026-07-28T15:09:00.672" v="52" actId="478"/>
          <ac:spMkLst>
            <pc:docMk/>
            <pc:sldMk cId="3859364988" sldId="261"/>
            <ac:spMk id="3" creationId="{CF7585AF-8BA8-49DF-A8E1-C99F37D12529}"/>
          </ac:spMkLst>
        </pc:spChg>
        <pc:spChg chg="add mod">
          <ac:chgData name="Cesar Augusto" userId="0dfa9112-9251-4882-b472-cf2dfcee09d1" providerId="ADAL" clId="{29DA1E7B-8C56-4D7C-8427-590D7C3E097A}" dt="2026-07-28T16:02:21.743" v="67" actId="21"/>
          <ac:spMkLst>
            <pc:docMk/>
            <pc:sldMk cId="3859364988" sldId="261"/>
            <ac:spMk id="5" creationId="{242B63F1-F3E5-46C3-8656-93E431C5D338}"/>
          </ac:spMkLst>
        </pc:spChg>
        <pc:spChg chg="add mod">
          <ac:chgData name="Cesar Augusto" userId="0dfa9112-9251-4882-b472-cf2dfcee09d1" providerId="ADAL" clId="{29DA1E7B-8C56-4D7C-8427-590D7C3E097A}" dt="2026-07-28T15:09:51.711" v="59" actId="1076"/>
          <ac:spMkLst>
            <pc:docMk/>
            <pc:sldMk cId="3859364988" sldId="261"/>
            <ac:spMk id="6" creationId="{AF8F277A-435C-446C-B642-59366F40DC24}"/>
          </ac:spMkLst>
        </pc:spChg>
      </pc:sldChg>
    </pc:docChg>
  </pc:docChgLst>
  <pc:docChgLst>
    <pc:chgData name="Cesar Augusto Lopez Gallego" userId="0dfa9112-9251-4882-b472-cf2dfcee09d1" providerId="ADAL" clId="{764D9559-E002-41C6-A705-83B37B702C1A}"/>
    <pc:docChg chg="undo custSel addSld delSld modSld delMainMaster">
      <pc:chgData name="Cesar Augusto Lopez Gallego" userId="0dfa9112-9251-4882-b472-cf2dfcee09d1" providerId="ADAL" clId="{764D9559-E002-41C6-A705-83B37B702C1A}" dt="2026-07-30T11:52:57.829" v="518" actId="20577"/>
      <pc:docMkLst>
        <pc:docMk/>
      </pc:docMkLst>
      <pc:sldChg chg="delSp del mod">
        <pc:chgData name="Cesar Augusto Lopez Gallego" userId="0dfa9112-9251-4882-b472-cf2dfcee09d1" providerId="ADAL" clId="{764D9559-E002-41C6-A705-83B37B702C1A}" dt="2026-07-30T11:36:58.735" v="2" actId="47"/>
        <pc:sldMkLst>
          <pc:docMk/>
          <pc:sldMk cId="1900141012" sldId="256"/>
        </pc:sldMkLst>
        <pc:spChg chg="del">
          <ac:chgData name="Cesar Augusto Lopez Gallego" userId="0dfa9112-9251-4882-b472-cf2dfcee09d1" providerId="ADAL" clId="{764D9559-E002-41C6-A705-83B37B702C1A}" dt="2026-07-30T11:36:24.972" v="1" actId="478"/>
          <ac:spMkLst>
            <pc:docMk/>
            <pc:sldMk cId="1900141012" sldId="256"/>
            <ac:spMk id="6" creationId="{2E891A2C-330E-401E-BAD8-96E75B108DCC}"/>
          </ac:spMkLst>
        </pc:spChg>
      </pc:sldChg>
      <pc:sldChg chg="del">
        <pc:chgData name="Cesar Augusto Lopez Gallego" userId="0dfa9112-9251-4882-b472-cf2dfcee09d1" providerId="ADAL" clId="{764D9559-E002-41C6-A705-83B37B702C1A}" dt="2026-07-30T11:36:21.426" v="0" actId="47"/>
        <pc:sldMkLst>
          <pc:docMk/>
          <pc:sldMk cId="29152155" sldId="257"/>
        </pc:sldMkLst>
      </pc:sldChg>
      <pc:sldChg chg="del">
        <pc:chgData name="Cesar Augusto Lopez Gallego" userId="0dfa9112-9251-4882-b472-cf2dfcee09d1" providerId="ADAL" clId="{764D9559-E002-41C6-A705-83B37B702C1A}" dt="2026-07-30T11:36:21.426" v="0" actId="47"/>
        <pc:sldMkLst>
          <pc:docMk/>
          <pc:sldMk cId="1669875950" sldId="258"/>
        </pc:sldMkLst>
      </pc:sldChg>
      <pc:sldChg chg="del">
        <pc:chgData name="Cesar Augusto Lopez Gallego" userId="0dfa9112-9251-4882-b472-cf2dfcee09d1" providerId="ADAL" clId="{764D9559-E002-41C6-A705-83B37B702C1A}" dt="2026-07-30T11:36:21.426" v="0" actId="47"/>
        <pc:sldMkLst>
          <pc:docMk/>
          <pc:sldMk cId="3070851853" sldId="259"/>
        </pc:sldMkLst>
      </pc:sldChg>
      <pc:sldChg chg="del">
        <pc:chgData name="Cesar Augusto Lopez Gallego" userId="0dfa9112-9251-4882-b472-cf2dfcee09d1" providerId="ADAL" clId="{764D9559-E002-41C6-A705-83B37B702C1A}" dt="2026-07-30T11:36:21.426" v="0" actId="47"/>
        <pc:sldMkLst>
          <pc:docMk/>
          <pc:sldMk cId="3859364988" sldId="261"/>
        </pc:sldMkLst>
      </pc:sldChg>
      <pc:sldChg chg="addSp delSp modSp mod">
        <pc:chgData name="Cesar Augusto Lopez Gallego" userId="0dfa9112-9251-4882-b472-cf2dfcee09d1" providerId="ADAL" clId="{764D9559-E002-41C6-A705-83B37B702C1A}" dt="2026-07-30T11:52:57.829" v="518" actId="20577"/>
        <pc:sldMkLst>
          <pc:docMk/>
          <pc:sldMk cId="2182967647" sldId="841"/>
        </pc:sldMkLst>
        <pc:spChg chg="mod">
          <ac:chgData name="Cesar Augusto Lopez Gallego" userId="0dfa9112-9251-4882-b472-cf2dfcee09d1" providerId="ADAL" clId="{764D9559-E002-41C6-A705-83B37B702C1A}" dt="2026-07-30T11:45:57.426" v="419" actId="1076"/>
          <ac:spMkLst>
            <pc:docMk/>
            <pc:sldMk cId="2182967647" sldId="841"/>
            <ac:spMk id="3" creationId="{9D6B8F70-8176-4E6E-9E9F-066D20EC6E83}"/>
          </ac:spMkLst>
        </pc:spChg>
        <pc:spChg chg="mod">
          <ac:chgData name="Cesar Augusto Lopez Gallego" userId="0dfa9112-9251-4882-b472-cf2dfcee09d1" providerId="ADAL" clId="{764D9559-E002-41C6-A705-83B37B702C1A}" dt="2026-07-30T11:52:57.829" v="518" actId="20577"/>
          <ac:spMkLst>
            <pc:docMk/>
            <pc:sldMk cId="2182967647" sldId="841"/>
            <ac:spMk id="4" creationId="{E35689FB-DC72-49C8-A1A0-AEEF537E6ABB}"/>
          </ac:spMkLst>
        </pc:spChg>
        <pc:spChg chg="del mod">
          <ac:chgData name="Cesar Augusto Lopez Gallego" userId="0dfa9112-9251-4882-b472-cf2dfcee09d1" providerId="ADAL" clId="{764D9559-E002-41C6-A705-83B37B702C1A}" dt="2026-07-30T11:39:37.293" v="108" actId="478"/>
          <ac:spMkLst>
            <pc:docMk/>
            <pc:sldMk cId="2182967647" sldId="841"/>
            <ac:spMk id="5" creationId="{5EC73B93-00FB-4651-82F7-42BA9F515D5B}"/>
          </ac:spMkLst>
        </pc:spChg>
        <pc:spChg chg="del">
          <ac:chgData name="Cesar Augusto Lopez Gallego" userId="0dfa9112-9251-4882-b472-cf2dfcee09d1" providerId="ADAL" clId="{764D9559-E002-41C6-A705-83B37B702C1A}" dt="2026-07-30T11:39:32.068" v="106" actId="478"/>
          <ac:spMkLst>
            <pc:docMk/>
            <pc:sldMk cId="2182967647" sldId="841"/>
            <ac:spMk id="6" creationId="{E9EE32F5-7539-48AA-8313-46458AF5FB2C}"/>
          </ac:spMkLst>
        </pc:spChg>
        <pc:spChg chg="add del">
          <ac:chgData name="Cesar Augusto Lopez Gallego" userId="0dfa9112-9251-4882-b472-cf2dfcee09d1" providerId="ADAL" clId="{764D9559-E002-41C6-A705-83B37B702C1A}" dt="2026-07-30T11:40:01.103" v="115" actId="22"/>
          <ac:spMkLst>
            <pc:docMk/>
            <pc:sldMk cId="2182967647" sldId="841"/>
            <ac:spMk id="9" creationId="{89005FE6-9DB2-4729-AF45-82141EB9BB90}"/>
          </ac:spMkLst>
        </pc:spChg>
        <pc:picChg chg="del">
          <ac:chgData name="Cesar Augusto Lopez Gallego" userId="0dfa9112-9251-4882-b472-cf2dfcee09d1" providerId="ADAL" clId="{764D9559-E002-41C6-A705-83B37B702C1A}" dt="2026-07-30T11:39:26.502" v="105" actId="478"/>
          <ac:picMkLst>
            <pc:docMk/>
            <pc:sldMk cId="2182967647" sldId="841"/>
            <ac:picMk id="7" creationId="{25F75B6B-F8BC-444B-BCCE-9B6344704D30}"/>
          </ac:picMkLst>
        </pc:picChg>
        <pc:picChg chg="add mod">
          <ac:chgData name="Cesar Augusto Lopez Gallego" userId="0dfa9112-9251-4882-b472-cf2dfcee09d1" providerId="ADAL" clId="{764D9559-E002-41C6-A705-83B37B702C1A}" dt="2026-07-30T11:45:35.997" v="417" actId="1076"/>
          <ac:picMkLst>
            <pc:docMk/>
            <pc:sldMk cId="2182967647" sldId="841"/>
            <ac:picMk id="11" creationId="{B0D6929B-4EA8-4B75-94E1-0356FF0B58E4}"/>
          </ac:picMkLst>
        </pc:picChg>
        <pc:picChg chg="add del">
          <ac:chgData name="Cesar Augusto Lopez Gallego" userId="0dfa9112-9251-4882-b472-cf2dfcee09d1" providerId="ADAL" clId="{764D9559-E002-41C6-A705-83B37B702C1A}" dt="2026-07-30T11:46:15.028" v="422" actId="22"/>
          <ac:picMkLst>
            <pc:docMk/>
            <pc:sldMk cId="2182967647" sldId="841"/>
            <ac:picMk id="13" creationId="{7784E145-A7C1-403F-AE60-95D98F75053D}"/>
          </ac:picMkLst>
        </pc:picChg>
      </pc:sldChg>
      <pc:sldChg chg="addSp delSp modSp mod">
        <pc:chgData name="Cesar Augusto Lopez Gallego" userId="0dfa9112-9251-4882-b472-cf2dfcee09d1" providerId="ADAL" clId="{764D9559-E002-41C6-A705-83B37B702C1A}" dt="2026-07-30T11:37:36.634" v="56" actId="20577"/>
        <pc:sldMkLst>
          <pc:docMk/>
          <pc:sldMk cId="2782969722" sldId="850"/>
        </pc:sldMkLst>
        <pc:spChg chg="add del mod">
          <ac:chgData name="Cesar Augusto Lopez Gallego" userId="0dfa9112-9251-4882-b472-cf2dfcee09d1" providerId="ADAL" clId="{764D9559-E002-41C6-A705-83B37B702C1A}" dt="2026-07-30T11:37:16.395" v="26" actId="478"/>
          <ac:spMkLst>
            <pc:docMk/>
            <pc:sldMk cId="2782969722" sldId="850"/>
            <ac:spMk id="3" creationId="{DD6372C2-23E6-4636-9454-1FD1356B8F82}"/>
          </ac:spMkLst>
        </pc:spChg>
        <pc:spChg chg="mod">
          <ac:chgData name="Cesar Augusto Lopez Gallego" userId="0dfa9112-9251-4882-b472-cf2dfcee09d1" providerId="ADAL" clId="{764D9559-E002-41C6-A705-83B37B702C1A}" dt="2026-07-30T11:37:36.634" v="56" actId="20577"/>
          <ac:spMkLst>
            <pc:docMk/>
            <pc:sldMk cId="2782969722" sldId="850"/>
            <ac:spMk id="6" creationId="{CB327D79-BB44-4E95-9C78-66D1BA69F431}"/>
          </ac:spMkLst>
        </pc:spChg>
        <pc:spChg chg="del">
          <ac:chgData name="Cesar Augusto Lopez Gallego" userId="0dfa9112-9251-4882-b472-cf2dfcee09d1" providerId="ADAL" clId="{764D9559-E002-41C6-A705-83B37B702C1A}" dt="2026-07-30T11:37:12.840" v="25" actId="478"/>
          <ac:spMkLst>
            <pc:docMk/>
            <pc:sldMk cId="2782969722" sldId="850"/>
            <ac:spMk id="7" creationId="{C860B381-63A3-4410-8AFF-671E8ACEF2FB}"/>
          </ac:spMkLst>
        </pc:spChg>
      </pc:sldChg>
      <pc:sldChg chg="addSp delSp modSp add mod">
        <pc:chgData name="Cesar Augusto Lopez Gallego" userId="0dfa9112-9251-4882-b472-cf2dfcee09d1" providerId="ADAL" clId="{764D9559-E002-41C6-A705-83B37B702C1A}" dt="2026-07-30T11:51:21.417" v="492" actId="20577"/>
        <pc:sldMkLst>
          <pc:docMk/>
          <pc:sldMk cId="4239006036" sldId="851"/>
        </pc:sldMkLst>
        <pc:spChg chg="mod">
          <ac:chgData name="Cesar Augusto Lopez Gallego" userId="0dfa9112-9251-4882-b472-cf2dfcee09d1" providerId="ADAL" clId="{764D9559-E002-41C6-A705-83B37B702C1A}" dt="2026-07-30T11:46:54.169" v="444" actId="14100"/>
          <ac:spMkLst>
            <pc:docMk/>
            <pc:sldMk cId="4239006036" sldId="851"/>
            <ac:spMk id="3" creationId="{9D6B8F70-8176-4E6E-9E9F-066D20EC6E83}"/>
          </ac:spMkLst>
        </pc:spChg>
        <pc:spChg chg="mod">
          <ac:chgData name="Cesar Augusto Lopez Gallego" userId="0dfa9112-9251-4882-b472-cf2dfcee09d1" providerId="ADAL" clId="{764D9559-E002-41C6-A705-83B37B702C1A}" dt="2026-07-30T11:51:21.417" v="492" actId="20577"/>
          <ac:spMkLst>
            <pc:docMk/>
            <pc:sldMk cId="4239006036" sldId="851"/>
            <ac:spMk id="4" creationId="{E35689FB-DC72-49C8-A1A0-AEEF537E6ABB}"/>
          </ac:spMkLst>
        </pc:spChg>
        <pc:spChg chg="add del">
          <ac:chgData name="Cesar Augusto Lopez Gallego" userId="0dfa9112-9251-4882-b472-cf2dfcee09d1" providerId="ADAL" clId="{764D9559-E002-41C6-A705-83B37B702C1A}" dt="2026-07-30T11:49:45.095" v="454" actId="22"/>
          <ac:spMkLst>
            <pc:docMk/>
            <pc:sldMk cId="4239006036" sldId="851"/>
            <ac:spMk id="9" creationId="{FD6506A0-6780-4EC1-BC7A-C8B66048DADA}"/>
          </ac:spMkLst>
        </pc:spChg>
        <pc:picChg chg="add mod">
          <ac:chgData name="Cesar Augusto Lopez Gallego" userId="0dfa9112-9251-4882-b472-cf2dfcee09d1" providerId="ADAL" clId="{764D9559-E002-41C6-A705-83B37B702C1A}" dt="2026-07-30T11:49:13.725" v="451" actId="1076"/>
          <ac:picMkLst>
            <pc:docMk/>
            <pc:sldMk cId="4239006036" sldId="851"/>
            <ac:picMk id="6" creationId="{B83EBFF0-FB29-43E8-B179-884890249C48}"/>
          </ac:picMkLst>
        </pc:picChg>
        <pc:picChg chg="del">
          <ac:chgData name="Cesar Augusto Lopez Gallego" userId="0dfa9112-9251-4882-b472-cf2dfcee09d1" providerId="ADAL" clId="{764D9559-E002-41C6-A705-83B37B702C1A}" dt="2026-07-30T11:49:04.217" v="445" actId="478"/>
          <ac:picMkLst>
            <pc:docMk/>
            <pc:sldMk cId="4239006036" sldId="851"/>
            <ac:picMk id="11" creationId="{B0D6929B-4EA8-4B75-94E1-0356FF0B58E4}"/>
          </ac:picMkLst>
        </pc:picChg>
      </pc:sldChg>
      <pc:sldMasterChg chg="del delSldLayout">
        <pc:chgData name="Cesar Augusto Lopez Gallego" userId="0dfa9112-9251-4882-b472-cf2dfcee09d1" providerId="ADAL" clId="{764D9559-E002-41C6-A705-83B37B702C1A}" dt="2026-07-30T11:36:58.735" v="2" actId="47"/>
        <pc:sldMasterMkLst>
          <pc:docMk/>
          <pc:sldMasterMk cId="3651655185" sldId="2147483648"/>
        </pc:sldMasterMkLst>
        <pc:sldLayoutChg chg="del">
          <pc:chgData name="Cesar Augusto Lopez Gallego" userId="0dfa9112-9251-4882-b472-cf2dfcee09d1" providerId="ADAL" clId="{764D9559-E002-41C6-A705-83B37B702C1A}" dt="2026-07-30T11:36:58.735" v="2" actId="47"/>
          <pc:sldLayoutMkLst>
            <pc:docMk/>
            <pc:sldMasterMk cId="3651655185" sldId="2147483648"/>
            <pc:sldLayoutMk cId="753749920" sldId="2147483649"/>
          </pc:sldLayoutMkLst>
        </pc:sldLayoutChg>
        <pc:sldLayoutChg chg="del">
          <pc:chgData name="Cesar Augusto Lopez Gallego" userId="0dfa9112-9251-4882-b472-cf2dfcee09d1" providerId="ADAL" clId="{764D9559-E002-41C6-A705-83B37B702C1A}" dt="2026-07-30T11:36:58.735" v="2" actId="47"/>
          <pc:sldLayoutMkLst>
            <pc:docMk/>
            <pc:sldMasterMk cId="3651655185" sldId="2147483648"/>
            <pc:sldLayoutMk cId="2674858137" sldId="2147483650"/>
          </pc:sldLayoutMkLst>
        </pc:sldLayoutChg>
        <pc:sldLayoutChg chg="del">
          <pc:chgData name="Cesar Augusto Lopez Gallego" userId="0dfa9112-9251-4882-b472-cf2dfcee09d1" providerId="ADAL" clId="{764D9559-E002-41C6-A705-83B37B702C1A}" dt="2026-07-30T11:36:58.735" v="2" actId="47"/>
          <pc:sldLayoutMkLst>
            <pc:docMk/>
            <pc:sldMasterMk cId="3651655185" sldId="2147483648"/>
            <pc:sldLayoutMk cId="4060891585" sldId="2147483651"/>
          </pc:sldLayoutMkLst>
        </pc:sldLayoutChg>
        <pc:sldLayoutChg chg="del">
          <pc:chgData name="Cesar Augusto Lopez Gallego" userId="0dfa9112-9251-4882-b472-cf2dfcee09d1" providerId="ADAL" clId="{764D9559-E002-41C6-A705-83B37B702C1A}" dt="2026-07-30T11:36:58.735" v="2" actId="47"/>
          <pc:sldLayoutMkLst>
            <pc:docMk/>
            <pc:sldMasterMk cId="3651655185" sldId="2147483648"/>
            <pc:sldLayoutMk cId="3354442763" sldId="2147483652"/>
          </pc:sldLayoutMkLst>
        </pc:sldLayoutChg>
        <pc:sldLayoutChg chg="del">
          <pc:chgData name="Cesar Augusto Lopez Gallego" userId="0dfa9112-9251-4882-b472-cf2dfcee09d1" providerId="ADAL" clId="{764D9559-E002-41C6-A705-83B37B702C1A}" dt="2026-07-30T11:36:58.735" v="2" actId="47"/>
          <pc:sldLayoutMkLst>
            <pc:docMk/>
            <pc:sldMasterMk cId="3651655185" sldId="2147483648"/>
            <pc:sldLayoutMk cId="3481929712" sldId="2147483653"/>
          </pc:sldLayoutMkLst>
        </pc:sldLayoutChg>
        <pc:sldLayoutChg chg="del">
          <pc:chgData name="Cesar Augusto Lopez Gallego" userId="0dfa9112-9251-4882-b472-cf2dfcee09d1" providerId="ADAL" clId="{764D9559-E002-41C6-A705-83B37B702C1A}" dt="2026-07-30T11:36:58.735" v="2" actId="47"/>
          <pc:sldLayoutMkLst>
            <pc:docMk/>
            <pc:sldMasterMk cId="3651655185" sldId="2147483648"/>
            <pc:sldLayoutMk cId="3932347351" sldId="2147483654"/>
          </pc:sldLayoutMkLst>
        </pc:sldLayoutChg>
        <pc:sldLayoutChg chg="del">
          <pc:chgData name="Cesar Augusto Lopez Gallego" userId="0dfa9112-9251-4882-b472-cf2dfcee09d1" providerId="ADAL" clId="{764D9559-E002-41C6-A705-83B37B702C1A}" dt="2026-07-30T11:36:58.735" v="2" actId="47"/>
          <pc:sldLayoutMkLst>
            <pc:docMk/>
            <pc:sldMasterMk cId="3651655185" sldId="2147483648"/>
            <pc:sldLayoutMk cId="561690720" sldId="2147483655"/>
          </pc:sldLayoutMkLst>
        </pc:sldLayoutChg>
        <pc:sldLayoutChg chg="del">
          <pc:chgData name="Cesar Augusto Lopez Gallego" userId="0dfa9112-9251-4882-b472-cf2dfcee09d1" providerId="ADAL" clId="{764D9559-E002-41C6-A705-83B37B702C1A}" dt="2026-07-30T11:36:58.735" v="2" actId="47"/>
          <pc:sldLayoutMkLst>
            <pc:docMk/>
            <pc:sldMasterMk cId="3651655185" sldId="2147483648"/>
            <pc:sldLayoutMk cId="2777889868" sldId="2147483656"/>
          </pc:sldLayoutMkLst>
        </pc:sldLayoutChg>
        <pc:sldLayoutChg chg="del">
          <pc:chgData name="Cesar Augusto Lopez Gallego" userId="0dfa9112-9251-4882-b472-cf2dfcee09d1" providerId="ADAL" clId="{764D9559-E002-41C6-A705-83B37B702C1A}" dt="2026-07-30T11:36:58.735" v="2" actId="47"/>
          <pc:sldLayoutMkLst>
            <pc:docMk/>
            <pc:sldMasterMk cId="3651655185" sldId="2147483648"/>
            <pc:sldLayoutMk cId="413742567" sldId="2147483657"/>
          </pc:sldLayoutMkLst>
        </pc:sldLayoutChg>
        <pc:sldLayoutChg chg="del">
          <pc:chgData name="Cesar Augusto Lopez Gallego" userId="0dfa9112-9251-4882-b472-cf2dfcee09d1" providerId="ADAL" clId="{764D9559-E002-41C6-A705-83B37B702C1A}" dt="2026-07-30T11:36:58.735" v="2" actId="47"/>
          <pc:sldLayoutMkLst>
            <pc:docMk/>
            <pc:sldMasterMk cId="3651655185" sldId="2147483648"/>
            <pc:sldLayoutMk cId="1575428903" sldId="2147483658"/>
          </pc:sldLayoutMkLst>
        </pc:sldLayoutChg>
        <pc:sldLayoutChg chg="del">
          <pc:chgData name="Cesar Augusto Lopez Gallego" userId="0dfa9112-9251-4882-b472-cf2dfcee09d1" providerId="ADAL" clId="{764D9559-E002-41C6-A705-83B37B702C1A}" dt="2026-07-30T11:36:58.735" v="2" actId="47"/>
          <pc:sldLayoutMkLst>
            <pc:docMk/>
            <pc:sldMasterMk cId="3651655185" sldId="2147483648"/>
            <pc:sldLayoutMk cId="2991247612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62C08-CD58-40F0-A77F-F2B9546ECA77}" type="datetimeFigureOut">
              <a:rPr lang="es-419" smtClean="0"/>
              <a:t>30/7/2026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9FB05-1454-4EA7-9614-5801BEF7279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79576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1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37B9D68-8629-0DB9-8D51-0AB109551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325" y="4305126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1600941-86E2-B69B-ED30-8A311252B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325" y="5205262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C76E6C-06F7-5C52-1173-8966F121D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5" y="630492"/>
            <a:ext cx="3746388" cy="192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09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2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F321277-7840-BA53-930F-F992F4B881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5" y="630492"/>
            <a:ext cx="3746388" cy="1922383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78263A5-313A-DB5E-1FB9-DAEBD0A08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BCBE2B2F-2342-F4E6-1955-FF581A33D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558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0297140-0A82-8526-F333-F359BC826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556" y="4721146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21EB0AC0-3EB8-20A9-8F78-1E262C94C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556" y="5621281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637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E625071-867F-88AA-53E4-15D6E5952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758965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D068ECC-943E-2515-0AF4-E20985B55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659100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8990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A4B441-847C-9C95-4C3A-7622CA622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806" y="2155893"/>
            <a:ext cx="3746388" cy="1922383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69BCC850-1A8E-D999-2062-0E1489BD8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5" y="4305194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1759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5" y="3878998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5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424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275566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7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Imagen 4" descr="Logotipo, Icono&#10;&#10;Descripción generada automáticamente">
            <a:extLst>
              <a:ext uri="{FF2B5EF4-FFF2-40B4-BE49-F238E27FC236}">
                <a16:creationId xmlns:a16="http://schemas.microsoft.com/office/drawing/2014/main" id="{D1A48F75-D143-B028-6E38-D32040281C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036" y="3645212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007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5" y="3878998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5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424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275566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7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5" name="Imagen 14" descr="Logotipo, Icono&#10;&#10;Descripción generada automáticamente">
            <a:extLst>
              <a:ext uri="{FF2B5EF4-FFF2-40B4-BE49-F238E27FC236}">
                <a16:creationId xmlns:a16="http://schemas.microsoft.com/office/drawing/2014/main" id="{8B1E9A0C-17ED-01BC-2D5A-59ACD3E9BE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885" y="3648374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5778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53035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7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AF99DC35-6E37-510E-86E4-346EFDA4E5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55" y="3220568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3159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53035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7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EDF47380-5D80-C5B6-2DC9-E88EE0FF82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55" y="3226819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1914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39" y="1564184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39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62377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7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28" y="484775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947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39" y="1564184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39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62377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7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28" y="484775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138333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56432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7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202" y="5479731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806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138333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56432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7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202" y="5479731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3126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1">
            <a:extLst>
              <a:ext uri="{FF2B5EF4-FFF2-40B4-BE49-F238E27FC236}">
                <a16:creationId xmlns:a16="http://schemas.microsoft.com/office/drawing/2014/main" id="{508C51D1-E784-49FC-A10E-45DCF5412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5" y="3878998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AB671F00-FA4D-44B1-BDD4-E428ECB99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5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7" name="Rectángulo">
            <a:extLst>
              <a:ext uri="{FF2B5EF4-FFF2-40B4-BE49-F238E27FC236}">
                <a16:creationId xmlns:a16="http://schemas.microsoft.com/office/drawing/2014/main" id="{E9C19E82-311E-4507-BFDD-6F54D9CABE2E}"/>
              </a:ext>
            </a:extLst>
          </p:cNvPr>
          <p:cNvSpPr/>
          <p:nvPr userDrawn="1"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424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70021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Gráfico 18">
            <a:extLst>
              <a:ext uri="{FF2B5EF4-FFF2-40B4-BE49-F238E27FC236}">
                <a16:creationId xmlns:a16="http://schemas.microsoft.com/office/drawing/2014/main" id="{9470649C-DFE0-2CDC-522F-66DD42B49B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8324" y="3722913"/>
            <a:ext cx="2536068" cy="88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413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39446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F0CD0D-0629-8D5F-049D-91A27552BF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808" y="2435440"/>
            <a:ext cx="3280375" cy="16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21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36049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5FDF1034-9D25-488F-81BF-695C39098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39" y="1549355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B64B71BA-AEA5-4DFC-81E8-27A3F8708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39" y="2449490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0295510-A358-0BE3-4277-9861C37A22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538" y="548175"/>
            <a:ext cx="2536070" cy="88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512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872" y="6351888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58131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138333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F3CF4B6-99B0-8BA6-2CE8-B4C20482D6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46" y="5494195"/>
            <a:ext cx="2221980" cy="11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92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50389F3C-F4C4-45B0-80F6-7973FC9E715F}"/>
              </a:ext>
            </a:extLst>
          </p:cNvPr>
          <p:cNvSpPr/>
          <p:nvPr userDrawn="1"/>
        </p:nvSpPr>
        <p:spPr>
          <a:xfrm>
            <a:off x="3288572" y="0"/>
            <a:ext cx="8903428" cy="6858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46241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effectLst/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effectLst/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A156EC-7A48-8BCC-345A-509582A81A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808" y="2587372"/>
            <a:ext cx="3280375" cy="16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54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BB69F40-78E6-4E7D-942E-D48A83F9B8BB}"/>
              </a:ext>
            </a:extLst>
          </p:cNvPr>
          <p:cNvSpPr/>
          <p:nvPr userDrawn="1"/>
        </p:nvSpPr>
        <p:spPr>
          <a:xfrm flipH="1">
            <a:off x="0" y="0"/>
            <a:ext cx="8903428" cy="6858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536069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7E69CF11-4305-42E0-8DC3-C2BA5DC1E6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538" y="548175"/>
            <a:ext cx="2536070" cy="884494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2478EF96-255E-4437-9F7B-C344B0354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39" y="1564184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7E70A27B-37BE-4E65-BB74-D433900A5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39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890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37E542D-6EF4-40FC-B482-30158BD3D149}"/>
              </a:ext>
            </a:extLst>
          </p:cNvPr>
          <p:cNvSpPr/>
          <p:nvPr userDrawn="1"/>
        </p:nvSpPr>
        <p:spPr>
          <a:xfrm rot="16200000" flipH="1">
            <a:off x="4239796" y="-1094204"/>
            <a:ext cx="3712410" cy="12192001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3135" y="6362068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335016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138333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58" indent="0" algn="ctr">
              <a:buNone/>
              <a:defRPr sz="2000"/>
            </a:lvl2pPr>
            <a:lvl3pPr marL="914317" indent="0" algn="ctr">
              <a:buNone/>
              <a:defRPr sz="1800"/>
            </a:lvl3pPr>
            <a:lvl4pPr marL="1371474" indent="0" algn="ctr">
              <a:buNone/>
              <a:defRPr sz="1600"/>
            </a:lvl4pPr>
            <a:lvl5pPr marL="1828633" indent="0" algn="ctr">
              <a:buNone/>
              <a:defRPr sz="1600"/>
            </a:lvl5pPr>
            <a:lvl6pPr marL="2285791" indent="0" algn="ctr">
              <a:buNone/>
              <a:defRPr sz="1600"/>
            </a:lvl6pPr>
            <a:lvl7pPr marL="2742949" indent="0" algn="ctr">
              <a:buNone/>
              <a:defRPr sz="1600"/>
            </a:lvl7pPr>
            <a:lvl8pPr marL="3200106" indent="0" algn="ctr">
              <a:buNone/>
              <a:defRPr sz="1600"/>
            </a:lvl8pPr>
            <a:lvl9pPr marL="3657265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94FDEDB-BB6E-D6B8-335A-CBDC2ACEB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46" y="5494195"/>
            <a:ext cx="2221980" cy="11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58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3" y="1280160"/>
            <a:ext cx="11521355" cy="471569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1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6" y="234548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7" y="6300221"/>
            <a:ext cx="1233071" cy="442816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385975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C60F3F6A-D901-B88A-301C-783EA0EAB8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0" y="225699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1296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3" y="1280160"/>
            <a:ext cx="11521355" cy="471569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1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6" y="234548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7" y="6300221"/>
            <a:ext cx="1233071" cy="442816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385975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9CA6321D-7B01-7334-BBF5-BE2DA5FD1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0" y="225699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4887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3" y="1280160"/>
            <a:ext cx="11521355" cy="47156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1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20956670-5A7F-49D4-8722-176461DF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98C3BA5-13A6-4C67-9E38-A11D21214C24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EF6EAF07-730A-4E35-915E-D653A3202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6" y="234548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solidFill>
                  <a:schemeClr val="bg1"/>
                </a:solidFill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FFF5260-7128-4E59-A75B-BB53F0308A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78A9F594-838A-45CA-B7A3-101BEA134EA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73271241-B6E9-4D53-B2D0-9A222A7A6E45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224612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6" name="Gráfico 18">
            <a:extLst>
              <a:ext uri="{FF2B5EF4-FFF2-40B4-BE49-F238E27FC236}">
                <a16:creationId xmlns:a16="http://schemas.microsoft.com/office/drawing/2014/main" id="{D62B7823-71B9-BE40-1CA4-29D22B6DFF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092" y="287709"/>
            <a:ext cx="1824723" cy="6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39950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7" y="6300221"/>
            <a:ext cx="1233071" cy="44281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275571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0" y="225699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71669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7" y="6300221"/>
            <a:ext cx="1233071" cy="44281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275571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0" y="225699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653896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23B0B8-AF4E-4772-B211-71B3D1DD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1AF250-82BD-4487-AE36-B7878660DB59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F375EB8E-3BCB-4783-BA02-63B6BC4F41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CD95C39D-1678-4144-854F-6707ACA0A64E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BCA5982C-58D0-42AB-B818-0FBB3CCA2734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21611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Gráfico 18">
            <a:extLst>
              <a:ext uri="{FF2B5EF4-FFF2-40B4-BE49-F238E27FC236}">
                <a16:creationId xmlns:a16="http://schemas.microsoft.com/office/drawing/2014/main" id="{9AD03423-7102-F2AF-160D-8E286C0581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092" y="287709"/>
            <a:ext cx="1824723" cy="6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29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0325FA-493F-414B-9F4D-48D79DCD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A7632-4E47-4D76-AD2A-A7BB28E48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7D1B44-BC11-48C4-A76E-BB9406089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57B0B941-4A50-40E2-B280-513CE8BFB539}" type="datetimeFigureOut">
              <a:rPr lang="es-CO" smtClean="0"/>
              <a:pPr/>
              <a:t>30/07/2026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25E32E-CB67-48D4-B523-EA4227A21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26383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834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hf hdr="0" ftr="0" dt="0"/>
  <p:txStyles>
    <p:titleStyle>
      <a:lvl1pPr algn="l" defTabSz="914317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75000"/>
              <a:lumOff val="25000"/>
            </a:schemeClr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28578" indent="-228578" algn="l" defTabSz="9143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1pPr>
      <a:lvl2pPr marL="685737" indent="-228578" algn="l" defTabSz="9143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2pPr>
      <a:lvl3pPr marL="1142895" indent="-228578" algn="l" defTabSz="9143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3pPr>
      <a:lvl4pPr marL="1600053" indent="-228578" algn="l" defTabSz="9143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4pPr>
      <a:lvl5pPr marL="2057211" indent="-228578" algn="l" defTabSz="9143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5pPr>
      <a:lvl6pPr marL="2514369" indent="-228578" algn="l" defTabSz="9143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28" indent="-228578" algn="l" defTabSz="9143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86" indent="-228578" algn="l" defTabSz="9143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44" indent="-228578" algn="l" defTabSz="9143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8" algn="l" defTabSz="9143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7" algn="l" defTabSz="9143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4" algn="l" defTabSz="9143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3" algn="l" defTabSz="9143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1" algn="l" defTabSz="9143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49" algn="l" defTabSz="9143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06" algn="l" defTabSz="9143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65" algn="l" defTabSz="9143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CB327D79-BB44-4E95-9C78-66D1BA69F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4108" y="3418544"/>
            <a:ext cx="5093909" cy="1585238"/>
          </a:xfrm>
        </p:spPr>
        <p:txBody>
          <a:bodyPr>
            <a:normAutofit/>
          </a:bodyPr>
          <a:lstStyle/>
          <a:p>
            <a:pPr algn="r"/>
            <a:r>
              <a:rPr lang="es-ES" sz="4500" i="1" dirty="0">
                <a:solidFill>
                  <a:schemeClr val="bg1">
                    <a:lumMod val="50000"/>
                  </a:schemeClr>
                </a:solidFill>
              </a:rPr>
              <a:t>Ejercicio SOLID</a:t>
            </a:r>
            <a:br>
              <a:rPr lang="es-ES" sz="45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2000" i="1" dirty="0">
                <a:solidFill>
                  <a:schemeClr val="bg1">
                    <a:lumMod val="50000"/>
                  </a:schemeClr>
                </a:solidFill>
              </a:rPr>
              <a:t>Aplicando Análisis y </a:t>
            </a:r>
            <a:r>
              <a:rPr lang="es-ES" sz="2000" i="1" dirty="0" err="1">
                <a:solidFill>
                  <a:schemeClr val="bg1">
                    <a:lumMod val="50000"/>
                  </a:schemeClr>
                </a:solidFill>
              </a:rPr>
              <a:t>SKILLs</a:t>
            </a:r>
            <a:endParaRPr lang="es-ES" sz="45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969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51DCC78-3B6F-4A2D-93D6-068E4089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06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53E7C7-8AE5-4AED-AD03-ACF7236A778A}" type="slidenum">
              <a:rPr kumimoji="0" lang="es-CO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pPr marL="0" marR="0" lvl="0" indent="0" algn="r" defTabSz="806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CO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Nova Light" panose="020B0304020202020204" pitchFamily="34" charset="0"/>
              <a:ea typeface="+mn-ea"/>
              <a:cs typeface="+mn-cs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D6B8F70-8176-4E6E-9E9F-066D20EC6E83}"/>
              </a:ext>
            </a:extLst>
          </p:cNvPr>
          <p:cNvSpPr/>
          <p:nvPr/>
        </p:nvSpPr>
        <p:spPr>
          <a:xfrm>
            <a:off x="770864" y="504775"/>
            <a:ext cx="936962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6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08" b="0" i="0" u="none" strike="noStrike" kern="1200" cap="none" spc="0" normalizeH="0" baseline="0" noProof="0" dirty="0" err="1">
                <a:ln>
                  <a:noFill/>
                </a:ln>
                <a:solidFill>
                  <a:srgbClr val="484237"/>
                </a:solidFill>
                <a:effectLst/>
                <a:uLnTx/>
                <a:uFillTx/>
                <a:latin typeface="Calibri" panose="020F0502020204030204"/>
                <a:ea typeface="Gelasio Semi Bold" pitchFamily="34" charset="-122"/>
                <a:cs typeface="Gelasio Semi Bold" pitchFamily="34" charset="-120"/>
              </a:rPr>
              <a:t>Actividad</a:t>
            </a:r>
            <a:r>
              <a:rPr kumimoji="0" lang="en-US" sz="3708" b="0" i="0" u="none" strike="noStrike" kern="1200" cap="none" spc="0" normalizeH="0" baseline="0" noProof="0" dirty="0">
                <a:ln>
                  <a:noFill/>
                </a:ln>
                <a:solidFill>
                  <a:srgbClr val="484237"/>
                </a:solidFill>
                <a:effectLst/>
                <a:uLnTx/>
                <a:uFillTx/>
                <a:latin typeface="Calibri" panose="020F0502020204030204"/>
                <a:ea typeface="Gelasio Semi Bold" pitchFamily="34" charset="-122"/>
                <a:cs typeface="Gelasio Semi Bold" pitchFamily="34" charset="-120"/>
              </a:rPr>
              <a:t> 1 – </a:t>
            </a:r>
            <a:r>
              <a:rPr kumimoji="0" lang="en-US" sz="3708" b="0" i="0" u="none" strike="noStrike" kern="1200" cap="none" spc="0" normalizeH="0" baseline="0" noProof="0" dirty="0" err="1">
                <a:ln>
                  <a:noFill/>
                </a:ln>
                <a:solidFill>
                  <a:srgbClr val="484237"/>
                </a:solidFill>
                <a:effectLst/>
                <a:uLnTx/>
                <a:uFillTx/>
                <a:latin typeface="Calibri" panose="020F0502020204030204"/>
                <a:ea typeface="Gelasio Semi Bold" pitchFamily="34" charset="-122"/>
                <a:cs typeface="Gelasio Semi Bold" pitchFamily="34" charset="-120"/>
              </a:rPr>
              <a:t>Análisis</a:t>
            </a:r>
            <a:r>
              <a:rPr kumimoji="0" lang="en-US" sz="3708" b="0" i="0" u="none" strike="noStrike" kern="1200" cap="none" spc="0" normalizeH="0" baseline="0" noProof="0" dirty="0">
                <a:ln>
                  <a:noFill/>
                </a:ln>
                <a:solidFill>
                  <a:srgbClr val="484237"/>
                </a:solidFill>
                <a:effectLst/>
                <a:uLnTx/>
                <a:uFillTx/>
                <a:latin typeface="Calibri" panose="020F0502020204030204"/>
                <a:ea typeface="Gelasio Semi Bold" pitchFamily="34" charset="-122"/>
                <a:cs typeface="Gelasio Semi Bold" pitchFamily="34" charset="-120"/>
              </a:rPr>
              <a:t> Antes de </a:t>
            </a:r>
            <a:r>
              <a:rPr kumimoji="0" lang="en-US" sz="3708" b="0" i="0" u="none" strike="noStrike" kern="1200" cap="none" spc="0" normalizeH="0" baseline="0" noProof="0" dirty="0" err="1">
                <a:ln>
                  <a:noFill/>
                </a:ln>
                <a:solidFill>
                  <a:srgbClr val="484237"/>
                </a:solidFill>
                <a:effectLst/>
                <a:uLnTx/>
                <a:uFillTx/>
                <a:latin typeface="Calibri" panose="020F0502020204030204"/>
                <a:ea typeface="Gelasio Semi Bold" pitchFamily="34" charset="-122"/>
                <a:cs typeface="Gelasio Semi Bold" pitchFamily="34" charset="-120"/>
              </a:rPr>
              <a:t>Correr</a:t>
            </a:r>
            <a:r>
              <a:rPr kumimoji="0" lang="en-US" sz="3708" b="0" i="0" u="none" strike="noStrike" kern="1200" cap="none" spc="0" normalizeH="0" baseline="0" noProof="0" dirty="0">
                <a:ln>
                  <a:noFill/>
                </a:ln>
                <a:solidFill>
                  <a:srgbClr val="484237"/>
                </a:solidFill>
                <a:effectLst/>
                <a:uLnTx/>
                <a:uFillTx/>
                <a:latin typeface="Calibri" panose="020F0502020204030204"/>
                <a:ea typeface="Gelasio Semi Bold" pitchFamily="34" charset="-122"/>
                <a:cs typeface="Gelasio Semi Bold" pitchFamily="34" charset="-120"/>
              </a:rPr>
              <a:t> la Skill</a:t>
            </a:r>
            <a:endParaRPr kumimoji="0" lang="en-US" sz="370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35689FB-DC72-49C8-A1A0-AEEF537E6ABB}"/>
              </a:ext>
            </a:extLst>
          </p:cNvPr>
          <p:cNvSpPr/>
          <p:nvPr/>
        </p:nvSpPr>
        <p:spPr>
          <a:xfrm>
            <a:off x="1040666" y="1999020"/>
            <a:ext cx="5203924" cy="359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</a:t>
            </a: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 grupo, analizará las violaciones SOLID de la biblioteca de clases del proyecto dado en la plataforma antes de correr el </a:t>
            </a:r>
            <a:r>
              <a:rPr kumimoji="0" lang="es-ES" sz="1458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</a:t>
            </a: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58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Preparar una presentación con los principios que creen que se violan con la justificación correspondiente</a:t>
            </a:r>
            <a:r>
              <a:rPr lang="es-ES" sz="1458" dirty="0">
                <a:solidFill>
                  <a:prstClr val="black"/>
                </a:solidFill>
                <a:latin typeface="Calibri" panose="020F0502020204030204"/>
              </a:rPr>
              <a:t> y proponer su propia refactorización.</a:t>
            </a:r>
            <a:endParaRPr kumimoji="0" lang="es-ES" sz="145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58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Después ejecutar la </a:t>
            </a:r>
            <a:r>
              <a:rPr kumimoji="0" lang="es-ES" sz="1458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</a:t>
            </a: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documentar los hallazgos: </a:t>
            </a:r>
          </a:p>
          <a:p>
            <a:pPr marL="285750" marR="0" lvl="0" indent="-28575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Coincidencias</a:t>
            </a:r>
          </a:p>
          <a:p>
            <a:pPr marL="285750" marR="0" lvl="0" indent="-28575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458" dirty="0">
                <a:solidFill>
                  <a:prstClr val="black"/>
                </a:solidFill>
                <a:latin typeface="Calibri" panose="020F0502020204030204"/>
              </a:rPr>
              <a:t>Diferencias: </a:t>
            </a: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 que encontró el </a:t>
            </a:r>
            <a:r>
              <a:rPr kumimoji="0" lang="es-ES" sz="1458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</a:t>
            </a: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que </a:t>
            </a:r>
            <a:r>
              <a:rPr kumimoji="0" lang="es-ES" sz="1458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uds</a:t>
            </a: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no, y porqué? Cómo replantear el </a:t>
            </a:r>
            <a:r>
              <a:rPr kumimoji="0" lang="es-ES" sz="1458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</a:t>
            </a: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 </a:t>
            </a:r>
            <a:endParaRPr kumimoji="0" lang="en-US" sz="145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0D6929B-4EA8-4B75-94E1-0356FF0B5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278" y="2705003"/>
            <a:ext cx="2817689" cy="297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67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51DCC78-3B6F-4A2D-93D6-068E4089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06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53E7C7-8AE5-4AED-AD03-ACF7236A778A}" type="slidenum">
              <a:rPr kumimoji="0" lang="es-CO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pPr marL="0" marR="0" lvl="0" indent="0" algn="r" defTabSz="806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CO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Nova Light" panose="020B0304020202020204" pitchFamily="34" charset="0"/>
              <a:ea typeface="+mn-ea"/>
              <a:cs typeface="+mn-cs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D6B8F70-8176-4E6E-9E9F-066D20EC6E83}"/>
              </a:ext>
            </a:extLst>
          </p:cNvPr>
          <p:cNvSpPr/>
          <p:nvPr/>
        </p:nvSpPr>
        <p:spPr>
          <a:xfrm>
            <a:off x="770864" y="504775"/>
            <a:ext cx="905332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6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08" b="0" i="0" u="none" strike="noStrike" kern="1200" cap="none" spc="0" normalizeH="0" baseline="0" noProof="0" dirty="0" err="1">
                <a:ln>
                  <a:noFill/>
                </a:ln>
                <a:solidFill>
                  <a:srgbClr val="484237"/>
                </a:solidFill>
                <a:effectLst/>
                <a:uLnTx/>
                <a:uFillTx/>
                <a:latin typeface="Calibri" panose="020F0502020204030204"/>
                <a:ea typeface="Gelasio Semi Bold" pitchFamily="34" charset="-122"/>
                <a:cs typeface="Gelasio Semi Bold" pitchFamily="34" charset="-120"/>
              </a:rPr>
              <a:t>Actividad</a:t>
            </a:r>
            <a:r>
              <a:rPr kumimoji="0" lang="en-US" sz="3708" b="0" i="0" u="none" strike="noStrike" kern="1200" cap="none" spc="0" normalizeH="0" baseline="0" noProof="0" dirty="0">
                <a:ln>
                  <a:noFill/>
                </a:ln>
                <a:solidFill>
                  <a:srgbClr val="484237"/>
                </a:solidFill>
                <a:effectLst/>
                <a:uLnTx/>
                <a:uFillTx/>
                <a:latin typeface="Calibri" panose="020F0502020204030204"/>
                <a:ea typeface="Gelasio Semi Bold" pitchFamily="34" charset="-122"/>
                <a:cs typeface="Gelasio Semi Bold" pitchFamily="34" charset="-120"/>
              </a:rPr>
              <a:t> 2 – </a:t>
            </a:r>
            <a:r>
              <a:rPr kumimoji="0" lang="en-US" sz="3708" b="0" i="0" u="none" strike="noStrike" kern="1200" cap="none" spc="0" normalizeH="0" baseline="0" noProof="0" dirty="0" err="1">
                <a:ln>
                  <a:noFill/>
                </a:ln>
                <a:solidFill>
                  <a:srgbClr val="484237"/>
                </a:solidFill>
                <a:effectLst/>
                <a:uLnTx/>
                <a:uFillTx/>
                <a:latin typeface="Calibri" panose="020F0502020204030204"/>
                <a:ea typeface="Gelasio Semi Bold" pitchFamily="34" charset="-122"/>
                <a:cs typeface="Gelasio Semi Bold" pitchFamily="34" charset="-120"/>
              </a:rPr>
              <a:t>Quebrando</a:t>
            </a:r>
            <a:r>
              <a:rPr kumimoji="0" lang="en-US" sz="3708" b="0" i="0" u="none" strike="noStrike" kern="1200" cap="none" spc="0" normalizeH="0" baseline="0" noProof="0" dirty="0">
                <a:ln>
                  <a:noFill/>
                </a:ln>
                <a:solidFill>
                  <a:srgbClr val="484237"/>
                </a:solidFill>
                <a:effectLst/>
                <a:uLnTx/>
                <a:uFillTx/>
                <a:latin typeface="Calibri" panose="020F0502020204030204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kumimoji="0" lang="en-US" sz="3708" b="0" i="0" u="none" strike="noStrike" kern="1200" cap="none" spc="0" normalizeH="0" baseline="0" noProof="0" dirty="0" err="1">
                <a:ln>
                  <a:noFill/>
                </a:ln>
                <a:solidFill>
                  <a:srgbClr val="484237"/>
                </a:solidFill>
                <a:effectLst/>
                <a:uLnTx/>
                <a:uFillTx/>
                <a:latin typeface="Calibri" panose="020F0502020204030204"/>
                <a:ea typeface="Gelasio Semi Bold" pitchFamily="34" charset="-122"/>
                <a:cs typeface="Gelasio Semi Bold" pitchFamily="34" charset="-120"/>
              </a:rPr>
              <a:t>el</a:t>
            </a:r>
            <a:r>
              <a:rPr kumimoji="0" lang="en-US" sz="3708" b="0" i="0" u="none" strike="noStrike" kern="1200" cap="none" spc="0" normalizeH="0" baseline="0" noProof="0" dirty="0">
                <a:ln>
                  <a:noFill/>
                </a:ln>
                <a:solidFill>
                  <a:srgbClr val="484237"/>
                </a:solidFill>
                <a:effectLst/>
                <a:uLnTx/>
                <a:uFillTx/>
                <a:latin typeface="Calibri" panose="020F0502020204030204"/>
                <a:ea typeface="Gelasio Semi Bold" pitchFamily="34" charset="-122"/>
                <a:cs typeface="Gelasio Semi Bold" pitchFamily="34" charset="-120"/>
              </a:rPr>
              <a:t> skill</a:t>
            </a:r>
            <a:endParaRPr kumimoji="0" lang="en-US" sz="370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35689FB-DC72-49C8-A1A0-AEEF537E6ABB}"/>
              </a:ext>
            </a:extLst>
          </p:cNvPr>
          <p:cNvSpPr/>
          <p:nvPr/>
        </p:nvSpPr>
        <p:spPr>
          <a:xfrm>
            <a:off x="1040666" y="1999020"/>
            <a:ext cx="5203924" cy="359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Cada equipo debe construir dos fragmentos de código:</a:t>
            </a:r>
          </a:p>
          <a:p>
            <a:pPr marL="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58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Uno que quiebre SOLID pero esté disfrazado de forma que el </a:t>
            </a:r>
            <a:r>
              <a:rPr kumimoji="0" lang="es-ES" sz="1458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</a:t>
            </a: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probablemente lo pase por alto (falso negativo).</a:t>
            </a:r>
          </a:p>
          <a:p>
            <a:pPr marL="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58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Uno que parezca quebrar un principio SOLID pero en realidad sea una decisión de diseño válida (falso positivo).</a:t>
            </a:r>
          </a:p>
          <a:p>
            <a:pPr marL="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58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5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Documentar si lograron engañarlo o no.</a:t>
            </a:r>
            <a:endParaRPr kumimoji="0" lang="en-US" sz="145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83EBFF0-FB29-43E8-B179-884890249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819" y="2544447"/>
            <a:ext cx="3959515" cy="227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06036"/>
      </p:ext>
    </p:extLst>
  </p:cSld>
  <p:clrMapOvr>
    <a:masterClrMapping/>
  </p:clrMapOvr>
</p:sld>
</file>

<file path=ppt/theme/theme1.xml><?xml version="1.0" encoding="utf-8"?>
<a:theme xmlns:a="http://schemas.openxmlformats.org/drawingml/2006/main" name="UPB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owerpoint UPB 2024" id="{CEBC3956-D0C8-4A58-ADF8-31B9AB3F6717}" vid="{43DB4CCB-4183-4A1B-933C-13FC8EFB2C1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156</Words>
  <Application>Microsoft Office PowerPoint</Application>
  <PresentationFormat>Panorámica</PresentationFormat>
  <Paragraphs>19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1" baseType="lpstr">
      <vt:lpstr>Arial</vt:lpstr>
      <vt:lpstr>Arial Nova Light</vt:lpstr>
      <vt:lpstr>Avenir Next</vt:lpstr>
      <vt:lpstr>Avenir Next Medium</vt:lpstr>
      <vt:lpstr>Calibri</vt:lpstr>
      <vt:lpstr>Helvetica Neue Medium</vt:lpstr>
      <vt:lpstr>Vice City Sans</vt:lpstr>
      <vt:lpstr>UPB 2022</vt:lpstr>
      <vt:lpstr>Ejercicio SOLID Aplicando Análisis y SKILLs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Cesar Augusto</dc:creator>
  <cp:lastModifiedBy>Cesar Augusto Lopez Gallego</cp:lastModifiedBy>
  <cp:revision>2</cp:revision>
  <dcterms:created xsi:type="dcterms:W3CDTF">2026-07-28T15:02:56Z</dcterms:created>
  <dcterms:modified xsi:type="dcterms:W3CDTF">2026-07-30T11:53:01Z</dcterms:modified>
</cp:coreProperties>
</file>