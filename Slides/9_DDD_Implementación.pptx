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5" r:id="rId2"/>
    <p:sldId id="266" r:id="rId3"/>
    <p:sldId id="267" r:id="rId4"/>
    <p:sldId id="268" r:id="rId5"/>
    <p:sldId id="279" r:id="rId6"/>
    <p:sldId id="280" r:id="rId7"/>
    <p:sldId id="281" r:id="rId8"/>
    <p:sldId id="282" r:id="rId9"/>
    <p:sldId id="283" r:id="rId10"/>
    <p:sldId id="277" r:id="rId11"/>
    <p:sldId id="269" r:id="rId12"/>
    <p:sldId id="270" r:id="rId13"/>
    <p:sldId id="271" r:id="rId14"/>
    <p:sldId id="272" r:id="rId15"/>
    <p:sldId id="278" r:id="rId1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A50DBD5E-98F1-4B42-B7B0-FADEF464B1E4}"/>
    <pc:docChg chg="undo custSel addSld delSld modSld">
      <pc:chgData name="Cesar Augusto Lopez Gallego" userId="0dfa9112-9251-4882-b472-cf2dfcee09d1" providerId="ADAL" clId="{A50DBD5E-98F1-4B42-B7B0-FADEF464B1E4}" dt="2026-04-16T13:09:16.994" v="1743" actId="14100"/>
      <pc:docMkLst>
        <pc:docMk/>
      </pc:docMkLst>
      <pc:sldChg chg="addSp delSp modSp mod">
        <pc:chgData name="Cesar Augusto Lopez Gallego" userId="0dfa9112-9251-4882-b472-cf2dfcee09d1" providerId="ADAL" clId="{A50DBD5E-98F1-4B42-B7B0-FADEF464B1E4}" dt="2026-04-16T13:09:16.994" v="1743" actId="14100"/>
        <pc:sldMkLst>
          <pc:docMk/>
          <pc:sldMk cId="2704432805" sldId="265"/>
        </pc:sldMkLst>
        <pc:spChg chg="mod">
          <ac:chgData name="Cesar Augusto Lopez Gallego" userId="0dfa9112-9251-4882-b472-cf2dfcee09d1" providerId="ADAL" clId="{A50DBD5E-98F1-4B42-B7B0-FADEF464B1E4}" dt="2026-04-16T13:08:37.211" v="1722" actId="20577"/>
          <ac:spMkLst>
            <pc:docMk/>
            <pc:sldMk cId="2704432805" sldId="265"/>
            <ac:spMk id="2" creationId="{00000000-0000-0000-0000-000000000000}"/>
          </ac:spMkLst>
        </pc:spChg>
        <pc:spChg chg="add mod">
          <ac:chgData name="Cesar Augusto Lopez Gallego" userId="0dfa9112-9251-4882-b472-cf2dfcee09d1" providerId="ADAL" clId="{A50DBD5E-98F1-4B42-B7B0-FADEF464B1E4}" dt="2026-04-16T13:09:10.894" v="1741" actId="1076"/>
          <ac:spMkLst>
            <pc:docMk/>
            <pc:sldMk cId="2704432805" sldId="265"/>
            <ac:spMk id="4" creationId="{BD59028D-BDFB-407E-BCE3-9EF9EA68C414}"/>
          </ac:spMkLst>
        </pc:spChg>
        <pc:picChg chg="add mod">
          <ac:chgData name="Cesar Augusto Lopez Gallego" userId="0dfa9112-9251-4882-b472-cf2dfcee09d1" providerId="ADAL" clId="{A50DBD5E-98F1-4B42-B7B0-FADEF464B1E4}" dt="2026-04-16T13:09:16.994" v="1743" actId="14100"/>
          <ac:picMkLst>
            <pc:docMk/>
            <pc:sldMk cId="2704432805" sldId="265"/>
            <ac:picMk id="5" creationId="{AD814134-4691-49B6-83F7-1E8FF48374D4}"/>
          </ac:picMkLst>
        </pc:picChg>
        <pc:picChg chg="add del">
          <ac:chgData name="Cesar Augusto Lopez Gallego" userId="0dfa9112-9251-4882-b472-cf2dfcee09d1" providerId="ADAL" clId="{A50DBD5E-98F1-4B42-B7B0-FADEF464B1E4}" dt="2026-04-15T23:05:58.627" v="772" actId="478"/>
          <ac:picMkLst>
            <pc:docMk/>
            <pc:sldMk cId="2704432805" sldId="265"/>
            <ac:picMk id="6" creationId="{ECEC47BD-4226-4941-A683-9BFE98D4F6E5}"/>
          </ac:picMkLst>
        </pc:picChg>
      </pc:sldChg>
      <pc:sldChg chg="addSp delSp modSp new mod modClrScheme chgLayout">
        <pc:chgData name="Cesar Augusto Lopez Gallego" userId="0dfa9112-9251-4882-b472-cf2dfcee09d1" providerId="ADAL" clId="{A50DBD5E-98F1-4B42-B7B0-FADEF464B1E4}" dt="2026-04-16T12:16:08.064" v="1076" actId="14100"/>
        <pc:sldMkLst>
          <pc:docMk/>
          <pc:sldMk cId="94203786" sldId="266"/>
        </pc:sldMkLst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94203786" sldId="266"/>
            <ac:spMk id="2" creationId="{FB253402-4151-488C-A176-FBA6087EACB1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94203786" sldId="266"/>
            <ac:spMk id="3" creationId="{4FE3A981-0718-41A8-91B1-160825EAA6EA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94203786" sldId="266"/>
            <ac:spMk id="4" creationId="{6AD6B553-AF4A-4B39-BF1E-C26222E6EB7D}"/>
          </ac:spMkLst>
        </pc:spChg>
        <pc:spChg chg="add mod">
          <ac:chgData name="Cesar Augusto Lopez Gallego" userId="0dfa9112-9251-4882-b472-cf2dfcee09d1" providerId="ADAL" clId="{A50DBD5E-98F1-4B42-B7B0-FADEF464B1E4}" dt="2026-04-16T12:16:08.064" v="1076" actId="14100"/>
          <ac:spMkLst>
            <pc:docMk/>
            <pc:sldMk cId="94203786" sldId="266"/>
            <ac:spMk id="6" creationId="{4BF82781-95C7-45CC-AFFE-21CDF28C709C}"/>
          </ac:spMkLst>
        </pc:spChg>
        <pc:spChg chg="add mod">
          <ac:chgData name="Cesar Augusto Lopez Gallego" userId="0dfa9112-9251-4882-b472-cf2dfcee09d1" providerId="ADAL" clId="{A50DBD5E-98F1-4B42-B7B0-FADEF464B1E4}" dt="2026-04-15T23:08:17.198" v="794" actId="1076"/>
          <ac:spMkLst>
            <pc:docMk/>
            <pc:sldMk cId="94203786" sldId="266"/>
            <ac:spMk id="8" creationId="{0B7F7916-E1B4-4C73-848A-599A1829D55D}"/>
          </ac:spMkLst>
        </pc:spChg>
        <pc:spChg chg="add mod">
          <ac:chgData name="Cesar Augusto Lopez Gallego" userId="0dfa9112-9251-4882-b472-cf2dfcee09d1" providerId="ADAL" clId="{A50DBD5E-98F1-4B42-B7B0-FADEF464B1E4}" dt="2026-04-15T23:08:13.209" v="793" actId="14100"/>
          <ac:spMkLst>
            <pc:docMk/>
            <pc:sldMk cId="94203786" sldId="266"/>
            <ac:spMk id="10" creationId="{41C6D3CA-431E-4599-8999-2B622DCD4CDD}"/>
          </ac:spMkLst>
        </pc:spChg>
      </pc:sldChg>
      <pc:sldChg chg="addSp delSp modSp new mod modClrScheme chgLayout">
        <pc:chgData name="Cesar Augusto Lopez Gallego" userId="0dfa9112-9251-4882-b472-cf2dfcee09d1" providerId="ADAL" clId="{A50DBD5E-98F1-4B42-B7B0-FADEF464B1E4}" dt="2026-04-16T12:20:19.938" v="1094" actId="1076"/>
        <pc:sldMkLst>
          <pc:docMk/>
          <pc:sldMk cId="1109629605" sldId="267"/>
        </pc:sldMkLst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1109629605" sldId="267"/>
            <ac:spMk id="2" creationId="{3DFB76F8-2016-4FAD-AE97-7C7C48F76592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1109629605" sldId="267"/>
            <ac:spMk id="3" creationId="{A1E20DBA-FA0F-4FC8-BB0C-A9F29223B4CB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1109629605" sldId="267"/>
            <ac:spMk id="4" creationId="{79F4C379-F96C-4E01-9851-8D9071B9E39D}"/>
          </ac:spMkLst>
        </pc:spChg>
        <pc:spChg chg="add mod">
          <ac:chgData name="Cesar Augusto Lopez Gallego" userId="0dfa9112-9251-4882-b472-cf2dfcee09d1" providerId="ADAL" clId="{A50DBD5E-98F1-4B42-B7B0-FADEF464B1E4}" dt="2026-04-16T12:20:19.938" v="1094" actId="1076"/>
          <ac:spMkLst>
            <pc:docMk/>
            <pc:sldMk cId="1109629605" sldId="267"/>
            <ac:spMk id="6" creationId="{81D8B92D-3E2B-45DB-9EB2-D2B490C164FA}"/>
          </ac:spMkLst>
        </pc:spChg>
        <pc:spChg chg="add mod">
          <ac:chgData name="Cesar Augusto Lopez Gallego" userId="0dfa9112-9251-4882-b472-cf2dfcee09d1" providerId="ADAL" clId="{A50DBD5E-98F1-4B42-B7B0-FADEF464B1E4}" dt="2026-04-16T12:20:12.650" v="1092" actId="1076"/>
          <ac:spMkLst>
            <pc:docMk/>
            <pc:sldMk cId="1109629605" sldId="267"/>
            <ac:spMk id="8" creationId="{C1616E3F-6158-4212-8C0D-DF5ABA2DBAB4}"/>
          </ac:spMkLst>
        </pc:spChg>
        <pc:spChg chg="add mod">
          <ac:chgData name="Cesar Augusto Lopez Gallego" userId="0dfa9112-9251-4882-b472-cf2dfcee09d1" providerId="ADAL" clId="{A50DBD5E-98F1-4B42-B7B0-FADEF464B1E4}" dt="2026-04-16T12:20:15.189" v="1093" actId="14100"/>
          <ac:spMkLst>
            <pc:docMk/>
            <pc:sldMk cId="1109629605" sldId="267"/>
            <ac:spMk id="10" creationId="{7942427B-C496-4DCB-BDF6-3E76DCEFEC04}"/>
          </ac:spMkLst>
        </pc:spChg>
      </pc:sldChg>
      <pc:sldChg chg="addSp delSp modSp new mod modClrScheme chgLayout">
        <pc:chgData name="Cesar Augusto Lopez Gallego" userId="0dfa9112-9251-4882-b472-cf2dfcee09d1" providerId="ADAL" clId="{A50DBD5E-98F1-4B42-B7B0-FADEF464B1E4}" dt="2026-04-16T12:53:55.113" v="1700" actId="404"/>
        <pc:sldMkLst>
          <pc:docMk/>
          <pc:sldMk cId="627115504" sldId="268"/>
        </pc:sldMkLst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627115504" sldId="268"/>
            <ac:spMk id="2" creationId="{02248371-FFE0-4140-9B9D-A4ED5AFE6963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627115504" sldId="268"/>
            <ac:spMk id="3" creationId="{B1CE0B4B-7FDE-47BF-A5D1-0EF652F98CF1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627115504" sldId="268"/>
            <ac:spMk id="4" creationId="{91AE45BC-8ADC-472A-BDEB-46D25CD93302}"/>
          </ac:spMkLst>
        </pc:spChg>
        <pc:spChg chg="add del">
          <ac:chgData name="Cesar Augusto Lopez Gallego" userId="0dfa9112-9251-4882-b472-cf2dfcee09d1" providerId="ADAL" clId="{A50DBD5E-98F1-4B42-B7B0-FADEF464B1E4}" dt="2026-04-15T23:10:28.422" v="828" actId="22"/>
          <ac:spMkLst>
            <pc:docMk/>
            <pc:sldMk cId="627115504" sldId="268"/>
            <ac:spMk id="6" creationId="{C0F7F963-1788-4EE6-8633-E30120AD11C6}"/>
          </ac:spMkLst>
        </pc:spChg>
        <pc:spChg chg="add mod">
          <ac:chgData name="Cesar Augusto Lopez Gallego" userId="0dfa9112-9251-4882-b472-cf2dfcee09d1" providerId="ADAL" clId="{A50DBD5E-98F1-4B42-B7B0-FADEF464B1E4}" dt="2026-04-16T12:45:48.403" v="1480" actId="1076"/>
          <ac:spMkLst>
            <pc:docMk/>
            <pc:sldMk cId="627115504" sldId="268"/>
            <ac:spMk id="8" creationId="{427E80FA-AEC4-498E-897C-DB7D4BFBC723}"/>
          </ac:spMkLst>
        </pc:spChg>
        <pc:graphicFrameChg chg="add mod modGraphic">
          <ac:chgData name="Cesar Augusto Lopez Gallego" userId="0dfa9112-9251-4882-b472-cf2dfcee09d1" providerId="ADAL" clId="{A50DBD5E-98F1-4B42-B7B0-FADEF464B1E4}" dt="2026-04-16T12:53:55.113" v="1700" actId="404"/>
          <ac:graphicFrameMkLst>
            <pc:docMk/>
            <pc:sldMk cId="627115504" sldId="268"/>
            <ac:graphicFrameMk id="7" creationId="{4FC9C277-2714-4C38-879F-8C52ABC1DE58}"/>
          </ac:graphicFrameMkLst>
        </pc:graphicFrameChg>
      </pc:sldChg>
      <pc:sldChg chg="addSp delSp modSp new mod modClrScheme chgLayout">
        <pc:chgData name="Cesar Augusto Lopez Gallego" userId="0dfa9112-9251-4882-b472-cf2dfcee09d1" providerId="ADAL" clId="{A50DBD5E-98F1-4B42-B7B0-FADEF464B1E4}" dt="2026-04-16T13:05:55.079" v="1707" actId="1076"/>
        <pc:sldMkLst>
          <pc:docMk/>
          <pc:sldMk cId="2944890086" sldId="269"/>
        </pc:sldMkLst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2944890086" sldId="269"/>
            <ac:spMk id="2" creationId="{FF1DEC67-910A-4D07-8A17-6DFABC5DE4CF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2944890086" sldId="269"/>
            <ac:spMk id="3" creationId="{9A363B92-D66B-46B1-A105-207C2C9A54B4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2944890086" sldId="269"/>
            <ac:spMk id="4" creationId="{D6B16799-DE6C-4879-8B0D-73748B45FDC6}"/>
          </ac:spMkLst>
        </pc:spChg>
        <pc:spChg chg="add mod">
          <ac:chgData name="Cesar Augusto Lopez Gallego" userId="0dfa9112-9251-4882-b472-cf2dfcee09d1" providerId="ADAL" clId="{A50DBD5E-98F1-4B42-B7B0-FADEF464B1E4}" dt="2026-04-16T13:05:55.079" v="1707" actId="1076"/>
          <ac:spMkLst>
            <pc:docMk/>
            <pc:sldMk cId="2944890086" sldId="269"/>
            <ac:spMk id="5" creationId="{A61F0401-2AEA-45F2-AC38-0483BCA180D9}"/>
          </ac:spMkLst>
        </pc:spChg>
        <pc:spChg chg="add mod">
          <ac:chgData name="Cesar Augusto Lopez Gallego" userId="0dfa9112-9251-4882-b472-cf2dfcee09d1" providerId="ADAL" clId="{A50DBD5E-98F1-4B42-B7B0-FADEF464B1E4}" dt="2026-04-16T12:16:48.223" v="1088" actId="1076"/>
          <ac:spMkLst>
            <pc:docMk/>
            <pc:sldMk cId="2944890086" sldId="269"/>
            <ac:spMk id="7" creationId="{AF716C20-F029-4A96-A865-DD561937A95E}"/>
          </ac:spMkLst>
        </pc:spChg>
      </pc:sldChg>
      <pc:sldChg chg="addSp delSp modSp new mod modClrScheme chgLayout">
        <pc:chgData name="Cesar Augusto Lopez Gallego" userId="0dfa9112-9251-4882-b472-cf2dfcee09d1" providerId="ADAL" clId="{A50DBD5E-98F1-4B42-B7B0-FADEF464B1E4}" dt="2026-04-16T13:06:08.999" v="1710" actId="14100"/>
        <pc:sldMkLst>
          <pc:docMk/>
          <pc:sldMk cId="2828281078" sldId="270"/>
        </pc:sldMkLst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2828281078" sldId="270"/>
            <ac:spMk id="2" creationId="{0A8A051C-C3B7-4211-8192-EA9245C3AED6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2828281078" sldId="270"/>
            <ac:spMk id="3" creationId="{8CBE698D-6752-4993-A039-0F539DFB4955}"/>
          </ac:spMkLst>
        </pc:spChg>
        <pc:spChg chg="del">
          <ac:chgData name="Cesar Augusto Lopez Gallego" userId="0dfa9112-9251-4882-b472-cf2dfcee09d1" providerId="ADAL" clId="{A50DBD5E-98F1-4B42-B7B0-FADEF464B1E4}" dt="2026-04-15T23:05:30.014" v="734" actId="700"/>
          <ac:spMkLst>
            <pc:docMk/>
            <pc:sldMk cId="2828281078" sldId="270"/>
            <ac:spMk id="4" creationId="{D7668D09-DB44-43D8-BC6D-A637831F9920}"/>
          </ac:spMkLst>
        </pc:spChg>
        <pc:spChg chg="add del">
          <ac:chgData name="Cesar Augusto Lopez Gallego" userId="0dfa9112-9251-4882-b472-cf2dfcee09d1" providerId="ADAL" clId="{A50DBD5E-98F1-4B42-B7B0-FADEF464B1E4}" dt="2026-04-15T23:16:40.877" v="967"/>
          <ac:spMkLst>
            <pc:docMk/>
            <pc:sldMk cId="2828281078" sldId="270"/>
            <ac:spMk id="5" creationId="{58A0FE85-C226-4086-8BBE-CE091B1912D2}"/>
          </ac:spMkLst>
        </pc:spChg>
        <pc:spChg chg="add mod">
          <ac:chgData name="Cesar Augusto Lopez Gallego" userId="0dfa9112-9251-4882-b472-cf2dfcee09d1" providerId="ADAL" clId="{A50DBD5E-98F1-4B42-B7B0-FADEF464B1E4}" dt="2026-04-16T13:06:08.999" v="1710" actId="14100"/>
          <ac:spMkLst>
            <pc:docMk/>
            <pc:sldMk cId="2828281078" sldId="270"/>
            <ac:spMk id="7" creationId="{F3AD88BF-D790-41B4-9C13-2D7A8C9FF7F9}"/>
          </ac:spMkLst>
        </pc:spChg>
        <pc:spChg chg="add mod">
          <ac:chgData name="Cesar Augusto Lopez Gallego" userId="0dfa9112-9251-4882-b472-cf2dfcee09d1" providerId="ADAL" clId="{A50DBD5E-98F1-4B42-B7B0-FADEF464B1E4}" dt="2026-04-16T12:16:42.729" v="1087" actId="1076"/>
          <ac:spMkLst>
            <pc:docMk/>
            <pc:sldMk cId="2828281078" sldId="270"/>
            <ac:spMk id="9" creationId="{B82D3DFD-7CFC-4230-8977-05CA1FA98942}"/>
          </ac:spMkLst>
        </pc:spChg>
      </pc:sldChg>
      <pc:sldChg chg="addSp delSp modSp add mod">
        <pc:chgData name="Cesar Augusto Lopez Gallego" userId="0dfa9112-9251-4882-b472-cf2dfcee09d1" providerId="ADAL" clId="{A50DBD5E-98F1-4B42-B7B0-FADEF464B1E4}" dt="2026-04-16T13:06:18.135" v="1712" actId="14100"/>
        <pc:sldMkLst>
          <pc:docMk/>
          <pc:sldMk cId="4035203824" sldId="271"/>
        </pc:sldMkLst>
        <pc:spChg chg="add del mod">
          <ac:chgData name="Cesar Augusto Lopez Gallego" userId="0dfa9112-9251-4882-b472-cf2dfcee09d1" providerId="ADAL" clId="{A50DBD5E-98F1-4B42-B7B0-FADEF464B1E4}" dt="2026-04-15T23:17:35.640" v="979" actId="22"/>
          <ac:spMkLst>
            <pc:docMk/>
            <pc:sldMk cId="4035203824" sldId="271"/>
            <ac:spMk id="3" creationId="{4DF2BBD7-E508-416B-96FF-F6D85AA971DA}"/>
          </ac:spMkLst>
        </pc:spChg>
        <pc:spChg chg="add mod">
          <ac:chgData name="Cesar Augusto Lopez Gallego" userId="0dfa9112-9251-4882-b472-cf2dfcee09d1" providerId="ADAL" clId="{A50DBD5E-98F1-4B42-B7B0-FADEF464B1E4}" dt="2026-04-16T13:06:18.135" v="1712" actId="14100"/>
          <ac:spMkLst>
            <pc:docMk/>
            <pc:sldMk cId="4035203824" sldId="271"/>
            <ac:spMk id="5" creationId="{732894EC-8169-4298-A5FB-6AA60D758B52}"/>
          </ac:spMkLst>
        </pc:spChg>
        <pc:spChg chg="add mod">
          <ac:chgData name="Cesar Augusto Lopez Gallego" userId="0dfa9112-9251-4882-b472-cf2dfcee09d1" providerId="ADAL" clId="{A50DBD5E-98F1-4B42-B7B0-FADEF464B1E4}" dt="2026-04-15T23:18:30.511" v="1001" actId="1076"/>
          <ac:spMkLst>
            <pc:docMk/>
            <pc:sldMk cId="4035203824" sldId="271"/>
            <ac:spMk id="7" creationId="{FBDEB401-E888-4F8A-9352-0A7C09A7156C}"/>
          </ac:spMkLst>
        </pc:spChg>
      </pc:sldChg>
      <pc:sldChg chg="addSp delSp modSp add mod">
        <pc:chgData name="Cesar Augusto Lopez Gallego" userId="0dfa9112-9251-4882-b472-cf2dfcee09d1" providerId="ADAL" clId="{A50DBD5E-98F1-4B42-B7B0-FADEF464B1E4}" dt="2026-04-16T12:16:26.891" v="1083" actId="108"/>
        <pc:sldMkLst>
          <pc:docMk/>
          <pc:sldMk cId="2097460310" sldId="272"/>
        </pc:sldMkLst>
        <pc:spChg chg="add mod">
          <ac:chgData name="Cesar Augusto Lopez Gallego" userId="0dfa9112-9251-4882-b472-cf2dfcee09d1" providerId="ADAL" clId="{A50DBD5E-98F1-4B42-B7B0-FADEF464B1E4}" dt="2026-04-16T12:16:26.891" v="1083" actId="108"/>
          <ac:spMkLst>
            <pc:docMk/>
            <pc:sldMk cId="2097460310" sldId="272"/>
            <ac:spMk id="2" creationId="{7800C60B-B631-4FED-9E3A-EC6C61763337}"/>
          </ac:spMkLst>
        </pc:spChg>
        <pc:spChg chg="add del">
          <ac:chgData name="Cesar Augusto Lopez Gallego" userId="0dfa9112-9251-4882-b472-cf2dfcee09d1" providerId="ADAL" clId="{A50DBD5E-98F1-4B42-B7B0-FADEF464B1E4}" dt="2026-04-16T12:07:10.226" v="1037" actId="22"/>
          <ac:spMkLst>
            <pc:docMk/>
            <pc:sldMk cId="2097460310" sldId="272"/>
            <ac:spMk id="4" creationId="{5768FD53-FF53-4C07-9D08-70BA8C388445}"/>
          </ac:spMkLst>
        </pc:spChg>
        <pc:graphicFrameChg chg="add mod modGraphic">
          <ac:chgData name="Cesar Augusto Lopez Gallego" userId="0dfa9112-9251-4882-b472-cf2dfcee09d1" providerId="ADAL" clId="{A50DBD5E-98F1-4B42-B7B0-FADEF464B1E4}" dt="2026-04-16T12:09:56.333" v="1062" actId="14734"/>
          <ac:graphicFrameMkLst>
            <pc:docMk/>
            <pc:sldMk cId="2097460310" sldId="272"/>
            <ac:graphicFrameMk id="5" creationId="{67FC5840-25DB-4A00-BD82-016F9F21CBB9}"/>
          </ac:graphicFrameMkLst>
        </pc:graphicFrameChg>
      </pc:sldChg>
      <pc:sldChg chg="add del">
        <pc:chgData name="Cesar Augusto Lopez Gallego" userId="0dfa9112-9251-4882-b472-cf2dfcee09d1" providerId="ADAL" clId="{A50DBD5E-98F1-4B42-B7B0-FADEF464B1E4}" dt="2026-04-16T13:06:32.490" v="1713" actId="47"/>
        <pc:sldMkLst>
          <pc:docMk/>
          <pc:sldMk cId="2970394047" sldId="273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3933606175" sldId="273"/>
        </pc:sldMkLst>
      </pc:sldChg>
      <pc:sldChg chg="add del">
        <pc:chgData name="Cesar Augusto Lopez Gallego" userId="0dfa9112-9251-4882-b472-cf2dfcee09d1" providerId="ADAL" clId="{A50DBD5E-98F1-4B42-B7B0-FADEF464B1E4}" dt="2026-04-16T13:06:32.490" v="1713" actId="47"/>
        <pc:sldMkLst>
          <pc:docMk/>
          <pc:sldMk cId="1022234729" sldId="274"/>
        </pc:sldMkLst>
      </pc:sldChg>
      <pc:sldChg chg="add del">
        <pc:chgData name="Cesar Augusto Lopez Gallego" userId="0dfa9112-9251-4882-b472-cf2dfcee09d1" providerId="ADAL" clId="{A50DBD5E-98F1-4B42-B7B0-FADEF464B1E4}" dt="2026-04-16T13:06:32.490" v="1713" actId="47"/>
        <pc:sldMkLst>
          <pc:docMk/>
          <pc:sldMk cId="1071838796" sldId="275"/>
        </pc:sldMkLst>
      </pc:sldChg>
      <pc:sldChg chg="add del">
        <pc:chgData name="Cesar Augusto Lopez Gallego" userId="0dfa9112-9251-4882-b472-cf2dfcee09d1" providerId="ADAL" clId="{A50DBD5E-98F1-4B42-B7B0-FADEF464B1E4}" dt="2026-04-16T13:06:32.490" v="1713" actId="47"/>
        <pc:sldMkLst>
          <pc:docMk/>
          <pc:sldMk cId="2419787624" sldId="276"/>
        </pc:sldMkLst>
      </pc:sldChg>
      <pc:sldChg chg="addSp modSp new mod">
        <pc:chgData name="Cesar Augusto Lopez Gallego" userId="0dfa9112-9251-4882-b472-cf2dfcee09d1" providerId="ADAL" clId="{A50DBD5E-98F1-4B42-B7B0-FADEF464B1E4}" dt="2026-04-16T13:05:28.122" v="1705" actId="14100"/>
        <pc:sldMkLst>
          <pc:docMk/>
          <pc:sldMk cId="640608395" sldId="277"/>
        </pc:sldMkLst>
        <pc:spChg chg="add mod">
          <ac:chgData name="Cesar Augusto Lopez Gallego" userId="0dfa9112-9251-4882-b472-cf2dfcee09d1" providerId="ADAL" clId="{A50DBD5E-98F1-4B42-B7B0-FADEF464B1E4}" dt="2026-04-16T13:05:28.122" v="1705" actId="14100"/>
          <ac:spMkLst>
            <pc:docMk/>
            <pc:sldMk cId="640608395" sldId="277"/>
            <ac:spMk id="3" creationId="{605F6ECC-4FE9-4237-A4F4-49999F690EC0}"/>
          </ac:spMkLst>
        </pc:spChg>
        <pc:spChg chg="add mod">
          <ac:chgData name="Cesar Augusto Lopez Gallego" userId="0dfa9112-9251-4882-b472-cf2dfcee09d1" providerId="ADAL" clId="{A50DBD5E-98F1-4B42-B7B0-FADEF464B1E4}" dt="2026-04-16T12:20:33.357" v="1096" actId="1076"/>
          <ac:spMkLst>
            <pc:docMk/>
            <pc:sldMk cId="640608395" sldId="277"/>
            <ac:spMk id="5" creationId="{E9F4118F-1127-46B0-AFB3-F21E5C3E4EE5}"/>
          </ac:spMkLst>
        </pc:spChg>
      </pc:sldChg>
      <pc:sldChg chg="addSp modSp new del">
        <pc:chgData name="Cesar Augusto Lopez Gallego" userId="0dfa9112-9251-4882-b472-cf2dfcee09d1" providerId="ADAL" clId="{A50DBD5E-98F1-4B42-B7B0-FADEF464B1E4}" dt="2026-04-15T23:19:32.154" v="1004" actId="47"/>
        <pc:sldMkLst>
          <pc:docMk/>
          <pc:sldMk cId="728896861" sldId="278"/>
        </pc:sldMkLst>
        <pc:spChg chg="add mod">
          <ac:chgData name="Cesar Augusto Lopez Gallego" userId="0dfa9112-9251-4882-b472-cf2dfcee09d1" providerId="ADAL" clId="{A50DBD5E-98F1-4B42-B7B0-FADEF464B1E4}" dt="2026-04-15T23:18:51.109" v="1003"/>
          <ac:spMkLst>
            <pc:docMk/>
            <pc:sldMk cId="728896861" sldId="278"/>
            <ac:spMk id="2" creationId="{7559F4C7-2375-462B-9ABB-172F48652225}"/>
          </ac:spMkLst>
        </pc:spChg>
      </pc:sldChg>
      <pc:sldChg chg="modSp add mod">
        <pc:chgData name="Cesar Augusto Lopez Gallego" userId="0dfa9112-9251-4882-b472-cf2dfcee09d1" providerId="ADAL" clId="{A50DBD5E-98F1-4B42-B7B0-FADEF464B1E4}" dt="2026-04-16T12:16:28.776" v="1084" actId="108"/>
        <pc:sldMkLst>
          <pc:docMk/>
          <pc:sldMk cId="2239527851" sldId="278"/>
        </pc:sldMkLst>
        <pc:spChg chg="mod">
          <ac:chgData name="Cesar Augusto Lopez Gallego" userId="0dfa9112-9251-4882-b472-cf2dfcee09d1" providerId="ADAL" clId="{A50DBD5E-98F1-4B42-B7B0-FADEF464B1E4}" dt="2026-04-16T12:16:28.776" v="1084" actId="108"/>
          <ac:spMkLst>
            <pc:docMk/>
            <pc:sldMk cId="2239527851" sldId="278"/>
            <ac:spMk id="2" creationId="{7800C60B-B631-4FED-9E3A-EC6C61763337}"/>
          </ac:spMkLst>
        </pc:spChg>
        <pc:graphicFrameChg chg="mod modGraphic">
          <ac:chgData name="Cesar Augusto Lopez Gallego" userId="0dfa9112-9251-4882-b472-cf2dfcee09d1" providerId="ADAL" clId="{A50DBD5E-98F1-4B42-B7B0-FADEF464B1E4}" dt="2026-04-16T12:11:32.212" v="1073" actId="1076"/>
          <ac:graphicFrameMkLst>
            <pc:docMk/>
            <pc:sldMk cId="2239527851" sldId="278"/>
            <ac:graphicFrameMk id="5" creationId="{67FC5840-25DB-4A00-BD82-016F9F21CBB9}"/>
          </ac:graphicFrameMkLst>
        </pc:graphicFrameChg>
      </pc:sldChg>
      <pc:sldChg chg="addSp modSp new mod">
        <pc:chgData name="Cesar Augusto Lopez Gallego" userId="0dfa9112-9251-4882-b472-cf2dfcee09d1" providerId="ADAL" clId="{A50DBD5E-98F1-4B42-B7B0-FADEF464B1E4}" dt="2026-04-16T12:53:48.585" v="1699" actId="113"/>
        <pc:sldMkLst>
          <pc:docMk/>
          <pc:sldMk cId="3329487220" sldId="279"/>
        </pc:sldMkLst>
        <pc:spChg chg="add mod">
          <ac:chgData name="Cesar Augusto Lopez Gallego" userId="0dfa9112-9251-4882-b472-cf2dfcee09d1" providerId="ADAL" clId="{A50DBD5E-98F1-4B42-B7B0-FADEF464B1E4}" dt="2026-04-16T12:21:39.990" v="1136" actId="14100"/>
          <ac:spMkLst>
            <pc:docMk/>
            <pc:sldMk cId="3329487220" sldId="279"/>
            <ac:spMk id="3" creationId="{2B93BBC2-52AE-4138-ACBA-5A80492E5B0E}"/>
          </ac:spMkLst>
        </pc:spChg>
        <pc:graphicFrameChg chg="add mod modGraphic">
          <ac:chgData name="Cesar Augusto Lopez Gallego" userId="0dfa9112-9251-4882-b472-cf2dfcee09d1" providerId="ADAL" clId="{A50DBD5E-98F1-4B42-B7B0-FADEF464B1E4}" dt="2026-04-16T12:53:48.585" v="1699" actId="113"/>
          <ac:graphicFrameMkLst>
            <pc:docMk/>
            <pc:sldMk cId="3329487220" sldId="279"/>
            <ac:graphicFrameMk id="4" creationId="{03D577B9-C9FD-48C2-9233-9C0D5BBB46A9}"/>
          </ac:graphicFrameMkLst>
        </pc:graphicFrameChg>
      </pc:sldChg>
      <pc:sldChg chg="addSp modSp add mod">
        <pc:chgData name="Cesar Augusto Lopez Gallego" userId="0dfa9112-9251-4882-b472-cf2dfcee09d1" providerId="ADAL" clId="{A50DBD5E-98F1-4B42-B7B0-FADEF464B1E4}" dt="2026-04-16T12:54:01.730" v="1701" actId="404"/>
        <pc:sldMkLst>
          <pc:docMk/>
          <pc:sldMk cId="1132133780" sldId="280"/>
        </pc:sldMkLst>
        <pc:spChg chg="add mod">
          <ac:chgData name="Cesar Augusto Lopez Gallego" userId="0dfa9112-9251-4882-b472-cf2dfcee09d1" providerId="ADAL" clId="{A50DBD5E-98F1-4B42-B7B0-FADEF464B1E4}" dt="2026-04-16T12:24:47.275" v="1217" actId="1076"/>
          <ac:spMkLst>
            <pc:docMk/>
            <pc:sldMk cId="1132133780" sldId="280"/>
            <ac:spMk id="5" creationId="{6D8EA6A8-CF29-43D3-AF87-B99B51E2147F}"/>
          </ac:spMkLst>
        </pc:spChg>
        <pc:graphicFrameChg chg="mod modGraphic">
          <ac:chgData name="Cesar Augusto Lopez Gallego" userId="0dfa9112-9251-4882-b472-cf2dfcee09d1" providerId="ADAL" clId="{A50DBD5E-98F1-4B42-B7B0-FADEF464B1E4}" dt="2026-04-16T12:54:01.730" v="1701" actId="404"/>
          <ac:graphicFrameMkLst>
            <pc:docMk/>
            <pc:sldMk cId="1132133780" sldId="280"/>
            <ac:graphicFrameMk id="4" creationId="{03D577B9-C9FD-48C2-9233-9C0D5BBB46A9}"/>
          </ac:graphicFrameMkLst>
        </pc:graphicFrameChg>
      </pc:sldChg>
      <pc:sldChg chg="delSp modSp add mod">
        <pc:chgData name="Cesar Augusto Lopez Gallego" userId="0dfa9112-9251-4882-b472-cf2dfcee09d1" providerId="ADAL" clId="{A50DBD5E-98F1-4B42-B7B0-FADEF464B1E4}" dt="2026-04-16T12:54:05.569" v="1702" actId="404"/>
        <pc:sldMkLst>
          <pc:docMk/>
          <pc:sldMk cId="4032065043" sldId="281"/>
        </pc:sldMkLst>
        <pc:spChg chg="mod">
          <ac:chgData name="Cesar Augusto Lopez Gallego" userId="0dfa9112-9251-4882-b472-cf2dfcee09d1" providerId="ADAL" clId="{A50DBD5E-98F1-4B42-B7B0-FADEF464B1E4}" dt="2026-04-16T12:25:21.324" v="1237" actId="20577"/>
          <ac:spMkLst>
            <pc:docMk/>
            <pc:sldMk cId="4032065043" sldId="281"/>
            <ac:spMk id="3" creationId="{2B93BBC2-52AE-4138-ACBA-5A80492E5B0E}"/>
          </ac:spMkLst>
        </pc:spChg>
        <pc:spChg chg="del">
          <ac:chgData name="Cesar Augusto Lopez Gallego" userId="0dfa9112-9251-4882-b472-cf2dfcee09d1" providerId="ADAL" clId="{A50DBD5E-98F1-4B42-B7B0-FADEF464B1E4}" dt="2026-04-16T12:26:42.568" v="1245" actId="478"/>
          <ac:spMkLst>
            <pc:docMk/>
            <pc:sldMk cId="4032065043" sldId="281"/>
            <ac:spMk id="5" creationId="{6D8EA6A8-CF29-43D3-AF87-B99B51E2147F}"/>
          </ac:spMkLst>
        </pc:spChg>
        <pc:graphicFrameChg chg="mod modGraphic">
          <ac:chgData name="Cesar Augusto Lopez Gallego" userId="0dfa9112-9251-4882-b472-cf2dfcee09d1" providerId="ADAL" clId="{A50DBD5E-98F1-4B42-B7B0-FADEF464B1E4}" dt="2026-04-16T12:54:05.569" v="1702" actId="404"/>
          <ac:graphicFrameMkLst>
            <pc:docMk/>
            <pc:sldMk cId="4032065043" sldId="281"/>
            <ac:graphicFrameMk id="4" creationId="{03D577B9-C9FD-48C2-9233-9C0D5BBB46A9}"/>
          </ac:graphicFrameMkLst>
        </pc:graphicFrameChg>
      </pc:sldChg>
      <pc:sldChg chg="modSp add mod">
        <pc:chgData name="Cesar Augusto Lopez Gallego" userId="0dfa9112-9251-4882-b472-cf2dfcee09d1" providerId="ADAL" clId="{A50DBD5E-98F1-4B42-B7B0-FADEF464B1E4}" dt="2026-04-16T13:05:12.026" v="1703" actId="404"/>
        <pc:sldMkLst>
          <pc:docMk/>
          <pc:sldMk cId="11063592" sldId="282"/>
        </pc:sldMkLst>
        <pc:graphicFrameChg chg="mod modGraphic">
          <ac:chgData name="Cesar Augusto Lopez Gallego" userId="0dfa9112-9251-4882-b472-cf2dfcee09d1" providerId="ADAL" clId="{A50DBD5E-98F1-4B42-B7B0-FADEF464B1E4}" dt="2026-04-16T13:05:12.026" v="1703" actId="404"/>
          <ac:graphicFrameMkLst>
            <pc:docMk/>
            <pc:sldMk cId="11063592" sldId="282"/>
            <ac:graphicFrameMk id="4" creationId="{03D577B9-C9FD-48C2-9233-9C0D5BBB46A9}"/>
          </ac:graphicFrameMkLst>
        </pc:graphicFrameChg>
      </pc:sldChg>
      <pc:sldChg chg="modSp add mod">
        <pc:chgData name="Cesar Augusto Lopez Gallego" userId="0dfa9112-9251-4882-b472-cf2dfcee09d1" providerId="ADAL" clId="{A50DBD5E-98F1-4B42-B7B0-FADEF464B1E4}" dt="2026-04-16T13:05:20.273" v="1704" actId="404"/>
        <pc:sldMkLst>
          <pc:docMk/>
          <pc:sldMk cId="766105660" sldId="283"/>
        </pc:sldMkLst>
        <pc:spChg chg="mod">
          <ac:chgData name="Cesar Augusto Lopez Gallego" userId="0dfa9112-9251-4882-b472-cf2dfcee09d1" providerId="ADAL" clId="{A50DBD5E-98F1-4B42-B7B0-FADEF464B1E4}" dt="2026-04-16T12:28:58.074" v="1265" actId="20577"/>
          <ac:spMkLst>
            <pc:docMk/>
            <pc:sldMk cId="766105660" sldId="283"/>
            <ac:spMk id="3" creationId="{2B93BBC2-52AE-4138-ACBA-5A80492E5B0E}"/>
          </ac:spMkLst>
        </pc:spChg>
        <pc:graphicFrameChg chg="mod modGraphic">
          <ac:chgData name="Cesar Augusto Lopez Gallego" userId="0dfa9112-9251-4882-b472-cf2dfcee09d1" providerId="ADAL" clId="{A50DBD5E-98F1-4B42-B7B0-FADEF464B1E4}" dt="2026-04-16T13:05:20.273" v="1704" actId="404"/>
          <ac:graphicFrameMkLst>
            <pc:docMk/>
            <pc:sldMk cId="766105660" sldId="283"/>
            <ac:graphicFrameMk id="4" creationId="{03D577B9-C9FD-48C2-9233-9C0D5BBB46A9}"/>
          </ac:graphicFrameMkLst>
        </pc:graphicFrameChg>
      </pc:sldChg>
      <pc:sldChg chg="del">
        <pc:chgData name="Cesar Augusto Lopez Gallego" userId="0dfa9112-9251-4882-b472-cf2dfcee09d1" providerId="ADAL" clId="{A50DBD5E-98F1-4B42-B7B0-FADEF464B1E4}" dt="2026-04-07T12:26:22.400" v="0" actId="47"/>
        <pc:sldMkLst>
          <pc:docMk/>
          <pc:sldMk cId="3840164043" sldId="305"/>
        </pc:sldMkLst>
      </pc:sldChg>
      <pc:sldChg chg="del">
        <pc:chgData name="Cesar Augusto Lopez Gallego" userId="0dfa9112-9251-4882-b472-cf2dfcee09d1" providerId="ADAL" clId="{A50DBD5E-98F1-4B42-B7B0-FADEF464B1E4}" dt="2026-04-07T12:26:32.051" v="4" actId="47"/>
        <pc:sldMkLst>
          <pc:docMk/>
          <pc:sldMk cId="2653330684" sldId="306"/>
        </pc:sldMkLst>
      </pc:sldChg>
      <pc:sldChg chg="del">
        <pc:chgData name="Cesar Augusto Lopez Gallego" userId="0dfa9112-9251-4882-b472-cf2dfcee09d1" providerId="ADAL" clId="{A50DBD5E-98F1-4B42-B7B0-FADEF464B1E4}" dt="2026-04-07T12:26:23.943" v="1" actId="47"/>
        <pc:sldMkLst>
          <pc:docMk/>
          <pc:sldMk cId="2439680753" sldId="307"/>
        </pc:sldMkLst>
      </pc:sldChg>
      <pc:sldChg chg="del">
        <pc:chgData name="Cesar Augusto Lopez Gallego" userId="0dfa9112-9251-4882-b472-cf2dfcee09d1" providerId="ADAL" clId="{A50DBD5E-98F1-4B42-B7B0-FADEF464B1E4}" dt="2026-04-07T12:26:24.568" v="2" actId="47"/>
        <pc:sldMkLst>
          <pc:docMk/>
          <pc:sldMk cId="4278008779" sldId="308"/>
        </pc:sldMkLst>
      </pc:sldChg>
      <pc:sldChg chg="del">
        <pc:chgData name="Cesar Augusto Lopez Gallego" userId="0dfa9112-9251-4882-b472-cf2dfcee09d1" providerId="ADAL" clId="{A50DBD5E-98F1-4B42-B7B0-FADEF464B1E4}" dt="2026-04-07T12:39:55.411" v="356" actId="47"/>
        <pc:sldMkLst>
          <pc:docMk/>
          <pc:sldMk cId="2714570407" sldId="309"/>
        </pc:sldMkLst>
      </pc:sldChg>
      <pc:sldChg chg="del">
        <pc:chgData name="Cesar Augusto Lopez Gallego" userId="0dfa9112-9251-4882-b472-cf2dfcee09d1" providerId="ADAL" clId="{A50DBD5E-98F1-4B42-B7B0-FADEF464B1E4}" dt="2026-04-07T12:26:26.009" v="3" actId="47"/>
        <pc:sldMkLst>
          <pc:docMk/>
          <pc:sldMk cId="4212517099" sldId="310"/>
        </pc:sldMkLst>
      </pc:sldChg>
      <pc:sldChg chg="del">
        <pc:chgData name="Cesar Augusto Lopez Gallego" userId="0dfa9112-9251-4882-b472-cf2dfcee09d1" providerId="ADAL" clId="{A50DBD5E-98F1-4B42-B7B0-FADEF464B1E4}" dt="2026-04-07T12:31:54.152" v="124" actId="47"/>
        <pc:sldMkLst>
          <pc:docMk/>
          <pc:sldMk cId="4098487574" sldId="311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680518857" sldId="312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3769389719" sldId="313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984860573" sldId="314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2626635672" sldId="315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4004204254" sldId="316"/>
        </pc:sldMkLst>
      </pc:sldChg>
      <pc:sldChg chg="del">
        <pc:chgData name="Cesar Augusto Lopez Gallego" userId="0dfa9112-9251-4882-b472-cf2dfcee09d1" providerId="ADAL" clId="{A50DBD5E-98F1-4B42-B7B0-FADEF464B1E4}" dt="2026-04-07T12:31:33.550" v="123" actId="47"/>
        <pc:sldMkLst>
          <pc:docMk/>
          <pc:sldMk cId="55642481" sldId="317"/>
        </pc:sldMkLst>
      </pc:sldChg>
      <pc:sldChg chg="del">
        <pc:chgData name="Cesar Augusto Lopez Gallego" userId="0dfa9112-9251-4882-b472-cf2dfcee09d1" providerId="ADAL" clId="{A50DBD5E-98F1-4B42-B7B0-FADEF464B1E4}" dt="2026-04-07T12:31:32.908" v="122" actId="47"/>
        <pc:sldMkLst>
          <pc:docMk/>
          <pc:sldMk cId="3510991024" sldId="318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492883222" sldId="319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3393278101" sldId="320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096370430" sldId="321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509111339" sldId="322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3673458353" sldId="323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061756456" sldId="324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906998186" sldId="325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204364669" sldId="326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3411986487" sldId="327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3797430530" sldId="328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4245569325" sldId="329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2078817600" sldId="330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893572343" sldId="331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898379679" sldId="332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891420791" sldId="335"/>
        </pc:sldMkLst>
      </pc:sldChg>
      <pc:sldChg chg="del">
        <pc:chgData name="Cesar Augusto Lopez Gallego" userId="0dfa9112-9251-4882-b472-cf2dfcee09d1" providerId="ADAL" clId="{A50DBD5E-98F1-4B42-B7B0-FADEF464B1E4}" dt="2026-04-07T12:26:22.400" v="0" actId="47"/>
        <pc:sldMkLst>
          <pc:docMk/>
          <pc:sldMk cId="106073358" sldId="343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2959916279" sldId="344"/>
        </pc:sldMkLst>
      </pc:sldChg>
      <pc:sldChg chg="del">
        <pc:chgData name="Cesar Augusto Lopez Gallego" userId="0dfa9112-9251-4882-b472-cf2dfcee09d1" providerId="ADAL" clId="{A50DBD5E-98F1-4B42-B7B0-FADEF464B1E4}" dt="2026-04-07T12:26:32.897" v="5" actId="47"/>
        <pc:sldMkLst>
          <pc:docMk/>
          <pc:sldMk cId="3266550463" sldId="345"/>
        </pc:sldMkLst>
      </pc:sldChg>
      <pc:sldChg chg="del">
        <pc:chgData name="Cesar Augusto Lopez Gallego" userId="0dfa9112-9251-4882-b472-cf2dfcee09d1" providerId="ADAL" clId="{A50DBD5E-98F1-4B42-B7B0-FADEF464B1E4}" dt="2026-04-07T12:26:44.987" v="6" actId="47"/>
        <pc:sldMkLst>
          <pc:docMk/>
          <pc:sldMk cId="843070113" sldId="346"/>
        </pc:sldMkLst>
      </pc:sldChg>
      <pc:sldChg chg="del">
        <pc:chgData name="Cesar Augusto Lopez Gallego" userId="0dfa9112-9251-4882-b472-cf2dfcee09d1" providerId="ADAL" clId="{A50DBD5E-98F1-4B42-B7B0-FADEF464B1E4}" dt="2026-04-07T12:26:46.292" v="7" actId="47"/>
        <pc:sldMkLst>
          <pc:docMk/>
          <pc:sldMk cId="1546959826" sldId="347"/>
        </pc:sldMkLst>
      </pc:sldChg>
      <pc:sldChg chg="del">
        <pc:chgData name="Cesar Augusto Lopez Gallego" userId="0dfa9112-9251-4882-b472-cf2dfcee09d1" providerId="ADAL" clId="{A50DBD5E-98F1-4B42-B7B0-FADEF464B1E4}" dt="2026-04-07T12:31:14.175" v="120" actId="47"/>
        <pc:sldMkLst>
          <pc:docMk/>
          <pc:sldMk cId="1912437912" sldId="348"/>
        </pc:sldMkLst>
      </pc:sldChg>
      <pc:sldChg chg="addSp delSp modSp del mod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3635374766" sldId="349"/>
        </pc:sldMkLst>
        <pc:spChg chg="mod">
          <ac:chgData name="Cesar Augusto Lopez Gallego" userId="0dfa9112-9251-4882-b472-cf2dfcee09d1" providerId="ADAL" clId="{A50DBD5E-98F1-4B42-B7B0-FADEF464B1E4}" dt="2026-04-07T12:31:27.094" v="121" actId="6549"/>
          <ac:spMkLst>
            <pc:docMk/>
            <pc:sldMk cId="3635374766" sldId="349"/>
            <ac:spMk id="2" creationId="{DCA0FF69-B501-4A58-9B13-7460A6FCDA77}"/>
          </ac:spMkLst>
        </pc:spChg>
        <pc:spChg chg="del">
          <ac:chgData name="Cesar Augusto Lopez Gallego" userId="0dfa9112-9251-4882-b472-cf2dfcee09d1" providerId="ADAL" clId="{A50DBD5E-98F1-4B42-B7B0-FADEF464B1E4}" dt="2026-04-07T12:27:44.100" v="10" actId="478"/>
          <ac:spMkLst>
            <pc:docMk/>
            <pc:sldMk cId="3635374766" sldId="349"/>
            <ac:spMk id="5" creationId="{CFE1BADA-8D98-4748-BD84-A6A2F3E3D9BD}"/>
          </ac:spMkLst>
        </pc:spChg>
        <pc:graphicFrameChg chg="add mod modGraphic">
          <ac:chgData name="Cesar Augusto Lopez Gallego" userId="0dfa9112-9251-4882-b472-cf2dfcee09d1" providerId="ADAL" clId="{A50DBD5E-98F1-4B42-B7B0-FADEF464B1E4}" dt="2026-04-07T12:31:04.605" v="119" actId="207"/>
          <ac:graphicFrameMkLst>
            <pc:docMk/>
            <pc:sldMk cId="3635374766" sldId="349"/>
            <ac:graphicFrameMk id="3" creationId="{697782A2-E387-467D-8BEA-2F9F0FF03FE2}"/>
          </ac:graphicFrameMkLst>
        </pc:graphicFrameChg>
        <pc:picChg chg="del mod">
          <ac:chgData name="Cesar Augusto Lopez Gallego" userId="0dfa9112-9251-4882-b472-cf2dfcee09d1" providerId="ADAL" clId="{A50DBD5E-98F1-4B42-B7B0-FADEF464B1E4}" dt="2026-04-07T12:30:51.739" v="115" actId="478"/>
          <ac:picMkLst>
            <pc:docMk/>
            <pc:sldMk cId="3635374766" sldId="349"/>
            <ac:picMk id="4" creationId="{3B8AC748-6563-469D-955A-036754BF8EB4}"/>
          </ac:picMkLst>
        </pc:picChg>
      </pc:sldChg>
      <pc:sldChg chg="addSp delSp modSp del mod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2748494359" sldId="350"/>
        </pc:sldMkLst>
        <pc:spChg chg="mod">
          <ac:chgData name="Cesar Augusto Lopez Gallego" userId="0dfa9112-9251-4882-b472-cf2dfcee09d1" providerId="ADAL" clId="{A50DBD5E-98F1-4B42-B7B0-FADEF464B1E4}" dt="2026-04-07T12:34:47.396" v="308" actId="20577"/>
          <ac:spMkLst>
            <pc:docMk/>
            <pc:sldMk cId="2748494359" sldId="350"/>
            <ac:spMk id="2" creationId="{E7006510-6E29-4E0F-8A73-3DB1B88EFE85}"/>
          </ac:spMkLst>
        </pc:spChg>
        <pc:spChg chg="add del">
          <ac:chgData name="Cesar Augusto Lopez Gallego" userId="0dfa9112-9251-4882-b472-cf2dfcee09d1" providerId="ADAL" clId="{A50DBD5E-98F1-4B42-B7B0-FADEF464B1E4}" dt="2026-04-07T12:32:12.663" v="129" actId="478"/>
          <ac:spMkLst>
            <pc:docMk/>
            <pc:sldMk cId="2748494359" sldId="350"/>
            <ac:spMk id="4" creationId="{CE1A39CA-3FCA-44EB-B08C-08C3AEE3DB35}"/>
          </ac:spMkLst>
        </pc:spChg>
        <pc:spChg chg="add del mod">
          <ac:chgData name="Cesar Augusto Lopez Gallego" userId="0dfa9112-9251-4882-b472-cf2dfcee09d1" providerId="ADAL" clId="{A50DBD5E-98F1-4B42-B7B0-FADEF464B1E4}" dt="2026-04-07T12:49:36.141" v="510" actId="478"/>
          <ac:spMkLst>
            <pc:docMk/>
            <pc:sldMk cId="2748494359" sldId="350"/>
            <ac:spMk id="6" creationId="{4700A37F-EEDE-4C7E-BE37-D394F08732E1}"/>
          </ac:spMkLst>
        </pc:spChg>
        <pc:spChg chg="add mod">
          <ac:chgData name="Cesar Augusto Lopez Gallego" userId="0dfa9112-9251-4882-b472-cf2dfcee09d1" providerId="ADAL" clId="{A50DBD5E-98F1-4B42-B7B0-FADEF464B1E4}" dt="2026-04-08T01:04:38.611" v="727" actId="20577"/>
          <ac:spMkLst>
            <pc:docMk/>
            <pc:sldMk cId="2748494359" sldId="350"/>
            <ac:spMk id="8" creationId="{2A6509BA-A96A-4523-8EF8-FA601CE36A22}"/>
          </ac:spMkLst>
        </pc:spChg>
        <pc:picChg chg="add del">
          <ac:chgData name="Cesar Augusto Lopez Gallego" userId="0dfa9112-9251-4882-b472-cf2dfcee09d1" providerId="ADAL" clId="{A50DBD5E-98F1-4B42-B7B0-FADEF464B1E4}" dt="2026-04-07T12:32:12.663" v="129" actId="478"/>
          <ac:picMkLst>
            <pc:docMk/>
            <pc:sldMk cId="2748494359" sldId="350"/>
            <ac:picMk id="3" creationId="{52AA3C3A-7EB6-42F1-8EF7-9BCB5F7A1DF6}"/>
          </ac:picMkLst>
        </pc:picChg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422279637" sldId="351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580182245" sldId="352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2977100372" sldId="353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939191143" sldId="354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685839865" sldId="355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717992334" sldId="356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808027135" sldId="358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2060201597" sldId="360"/>
        </pc:sldMkLst>
      </pc:sldChg>
      <pc:sldChg chg="del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1421089093" sldId="366"/>
        </pc:sldMkLst>
      </pc:sldChg>
      <pc:sldChg chg="addSp delSp modSp new del mod">
        <pc:chgData name="Cesar Augusto Lopez Gallego" userId="0dfa9112-9251-4882-b472-cf2dfcee09d1" providerId="ADAL" clId="{A50DBD5E-98F1-4B42-B7B0-FADEF464B1E4}" dt="2026-04-15T23:05:10.899" v="728" actId="47"/>
        <pc:sldMkLst>
          <pc:docMk/>
          <pc:sldMk cId="3712957321" sldId="367"/>
        </pc:sldMkLst>
        <pc:spChg chg="del">
          <ac:chgData name="Cesar Augusto Lopez Gallego" userId="0dfa9112-9251-4882-b472-cf2dfcee09d1" providerId="ADAL" clId="{A50DBD5E-98F1-4B42-B7B0-FADEF464B1E4}" dt="2026-04-07T12:40:05.370" v="358" actId="478"/>
          <ac:spMkLst>
            <pc:docMk/>
            <pc:sldMk cId="3712957321" sldId="367"/>
            <ac:spMk id="2" creationId="{B4732BAF-8644-4DCC-A9EE-9D602758CA7A}"/>
          </ac:spMkLst>
        </pc:spChg>
        <pc:spChg chg="del">
          <ac:chgData name="Cesar Augusto Lopez Gallego" userId="0dfa9112-9251-4882-b472-cf2dfcee09d1" providerId="ADAL" clId="{A50DBD5E-98F1-4B42-B7B0-FADEF464B1E4}" dt="2026-04-07T12:40:05.370" v="358" actId="478"/>
          <ac:spMkLst>
            <pc:docMk/>
            <pc:sldMk cId="3712957321" sldId="367"/>
            <ac:spMk id="3" creationId="{939D72FD-C608-4259-8CDA-B9AFB406D96A}"/>
          </ac:spMkLst>
        </pc:spChg>
        <pc:spChg chg="del">
          <ac:chgData name="Cesar Augusto Lopez Gallego" userId="0dfa9112-9251-4882-b472-cf2dfcee09d1" providerId="ADAL" clId="{A50DBD5E-98F1-4B42-B7B0-FADEF464B1E4}" dt="2026-04-07T12:40:06.876" v="359" actId="478"/>
          <ac:spMkLst>
            <pc:docMk/>
            <pc:sldMk cId="3712957321" sldId="367"/>
            <ac:spMk id="4" creationId="{6291C1F6-2D29-4228-9DB7-1C4603926F27}"/>
          </ac:spMkLst>
        </pc:spChg>
        <pc:spChg chg="add mod">
          <ac:chgData name="Cesar Augusto Lopez Gallego" userId="0dfa9112-9251-4882-b472-cf2dfcee09d1" providerId="ADAL" clId="{A50DBD5E-98F1-4B42-B7B0-FADEF464B1E4}" dt="2026-04-07T12:40:19.865" v="375" actId="20577"/>
          <ac:spMkLst>
            <pc:docMk/>
            <pc:sldMk cId="3712957321" sldId="367"/>
            <ac:spMk id="5" creationId="{95AE35D0-A24D-4175-B5EC-B04001CCB461}"/>
          </ac:spMkLst>
        </pc:spChg>
        <pc:graphicFrameChg chg="add mod modGraphic">
          <ac:chgData name="Cesar Augusto Lopez Gallego" userId="0dfa9112-9251-4882-b472-cf2dfcee09d1" providerId="ADAL" clId="{A50DBD5E-98F1-4B42-B7B0-FADEF464B1E4}" dt="2026-04-07T12:47:34.374" v="509" actId="1076"/>
          <ac:graphicFrameMkLst>
            <pc:docMk/>
            <pc:sldMk cId="3712957321" sldId="367"/>
            <ac:graphicFrameMk id="6" creationId="{E855EDA5-CF77-4331-9B52-BC7197E97E71}"/>
          </ac:graphicFrameMkLst>
        </pc:graphicFrameChg>
      </pc:sldChg>
      <pc:sldMasterChg chg="delSldLayout">
        <pc:chgData name="Cesar Augusto Lopez Gallego" userId="0dfa9112-9251-4882-b472-cf2dfcee09d1" providerId="ADAL" clId="{A50DBD5E-98F1-4B42-B7B0-FADEF464B1E4}" dt="2026-04-15T23:05:10.899" v="728" actId="47"/>
        <pc:sldMasterMkLst>
          <pc:docMk/>
          <pc:sldMasterMk cId="450519747" sldId="2147483649"/>
        </pc:sldMasterMkLst>
        <pc:sldLayoutChg chg="del">
          <pc:chgData name="Cesar Augusto Lopez Gallego" userId="0dfa9112-9251-4882-b472-cf2dfcee09d1" providerId="ADAL" clId="{A50DBD5E-98F1-4B42-B7B0-FADEF464B1E4}" dt="2026-04-15T23:05:10.899" v="728" actId="47"/>
          <pc:sldLayoutMkLst>
            <pc:docMk/>
            <pc:sldMasterMk cId="450519747" sldId="2147483649"/>
            <pc:sldLayoutMk cId="570374795" sldId="2147483676"/>
          </pc:sldLayoutMkLst>
        </pc:sldLayoutChg>
      </pc:sldMasterChg>
    </pc:docChg>
  </pc:docChgLst>
  <pc:docChgLst>
    <pc:chgData name="Cesar Augusto Lopez Gallego" userId="0dfa9112-9251-4882-b472-cf2dfcee09d1" providerId="ADAL" clId="{B8B62DCA-3363-4D8C-88AD-2D5BB864E55F}"/>
    <pc:docChg chg="undo custSel addSld delSld modSld sldOrd delMainMaster">
      <pc:chgData name="Cesar Augusto Lopez Gallego" userId="0dfa9112-9251-4882-b472-cf2dfcee09d1" providerId="ADAL" clId="{B8B62DCA-3363-4D8C-88AD-2D5BB864E55F}" dt="2025-03-25T23:50:13.062" v="6543" actId="20577"/>
      <pc:docMkLst>
        <pc:docMk/>
      </pc:docMkLst>
      <pc:sldChg chg="addSp delSp modSp mod">
        <pc:chgData name="Cesar Augusto Lopez Gallego" userId="0dfa9112-9251-4882-b472-cf2dfcee09d1" providerId="ADAL" clId="{B8B62DCA-3363-4D8C-88AD-2D5BB864E55F}" dt="2025-03-18T18:46:57.674" v="955" actId="1076"/>
        <pc:sldMkLst>
          <pc:docMk/>
          <pc:sldMk cId="2704432805" sldId="265"/>
        </pc:sldMkLst>
        <pc:spChg chg="mod">
          <ac:chgData name="Cesar Augusto Lopez Gallego" userId="0dfa9112-9251-4882-b472-cf2dfcee09d1" providerId="ADAL" clId="{B8B62DCA-3363-4D8C-88AD-2D5BB864E55F}" dt="2025-03-18T15:34:19.136" v="28" actId="20577"/>
          <ac:spMkLst>
            <pc:docMk/>
            <pc:sldMk cId="2704432805" sldId="265"/>
            <ac:spMk id="2" creationId="{00000000-0000-0000-0000-000000000000}"/>
          </ac:spMkLst>
        </pc:spChg>
        <pc:picChg chg="del">
          <ac:chgData name="Cesar Augusto Lopez Gallego" userId="0dfa9112-9251-4882-b472-cf2dfcee09d1" providerId="ADAL" clId="{B8B62DCA-3363-4D8C-88AD-2D5BB864E55F}" dt="2025-03-18T18:44:19.888" v="951" actId="478"/>
          <ac:picMkLst>
            <pc:docMk/>
            <pc:sldMk cId="2704432805" sldId="265"/>
            <ac:picMk id="5" creationId="{BF9E50BB-BB14-4AE6-8970-F16423BD1791}"/>
          </ac:picMkLst>
        </pc:picChg>
        <pc:picChg chg="add mod">
          <ac:chgData name="Cesar Augusto Lopez Gallego" userId="0dfa9112-9251-4882-b472-cf2dfcee09d1" providerId="ADAL" clId="{B8B62DCA-3363-4D8C-88AD-2D5BB864E55F}" dt="2025-03-18T18:46:57.674" v="955" actId="1076"/>
          <ac:picMkLst>
            <pc:docMk/>
            <pc:sldMk cId="2704432805" sldId="265"/>
            <ac:picMk id="6" creationId="{ECEC47BD-4226-4941-A683-9BFE98D4F6E5}"/>
          </ac:picMkLst>
        </pc:picChg>
      </pc:sldChg>
      <pc:sldChg chg="addSp delSp modSp mod">
        <pc:chgData name="Cesar Augusto Lopez Gallego" userId="0dfa9112-9251-4882-b472-cf2dfcee09d1" providerId="ADAL" clId="{B8B62DCA-3363-4D8C-88AD-2D5BB864E55F}" dt="2025-03-18T15:42:15.482" v="318" actId="1076"/>
        <pc:sldMkLst>
          <pc:docMk/>
          <pc:sldMk cId="3840164043" sldId="305"/>
        </pc:sldMkLst>
        <pc:spChg chg="add mod">
          <ac:chgData name="Cesar Augusto Lopez Gallego" userId="0dfa9112-9251-4882-b472-cf2dfcee09d1" providerId="ADAL" clId="{B8B62DCA-3363-4D8C-88AD-2D5BB864E55F}" dt="2025-03-18T15:42:14.310" v="317" actId="20577"/>
          <ac:spMkLst>
            <pc:docMk/>
            <pc:sldMk cId="3840164043" sldId="305"/>
            <ac:spMk id="2" creationId="{5CE1822C-9355-4AFA-BA3E-EA8A1AC7BE7F}"/>
          </ac:spMkLst>
        </pc:spChg>
        <pc:spChg chg="del">
          <ac:chgData name="Cesar Augusto Lopez Gallego" userId="0dfa9112-9251-4882-b472-cf2dfcee09d1" providerId="ADAL" clId="{B8B62DCA-3363-4D8C-88AD-2D5BB864E55F}" dt="2025-03-18T15:34:06.209" v="1" actId="478"/>
          <ac:spMkLst>
            <pc:docMk/>
            <pc:sldMk cId="3840164043" sldId="305"/>
            <ac:spMk id="7" creationId="{4DBAD843-3475-4A8B-A1B0-45D1DCE273D8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10" creationId="{15B6C89A-631A-42B5-BC42-32E4D827BFC0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13" creationId="{43A7BFCD-CB04-4CFE-B66E-1EA3632AF9F0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16" creationId="{79C293AC-B07D-4C42-B62C-420DF3CCE7A4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19" creationId="{9BE36350-A15F-402F-B4A2-D0B7FE6E344C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21" creationId="{FDF1228B-EE91-4A1F-84EB-19F27FF52EBF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26" creationId="{A690EA5B-7A09-4FB6-A9C3-35B700C13314}"/>
          </ac:spMkLst>
        </pc:spChg>
        <pc:spChg chg="del">
          <ac:chgData name="Cesar Augusto Lopez Gallego" userId="0dfa9112-9251-4882-b472-cf2dfcee09d1" providerId="ADAL" clId="{B8B62DCA-3363-4D8C-88AD-2D5BB864E55F}" dt="2025-03-18T15:34:03.265" v="0" actId="478"/>
          <ac:spMkLst>
            <pc:docMk/>
            <pc:sldMk cId="3840164043" sldId="305"/>
            <ac:spMk id="29" creationId="{D63E0254-ABEE-4858-AD3E-77DC4F6DA279}"/>
          </ac:spMkLst>
        </pc:sp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9" creationId="{0EF889E8-BBF6-425B-A6B5-EC4764484042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12" creationId="{AB37FF7B-C282-4940-A5EB-59A3C11BB5B5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15" creationId="{D2544095-F058-4BCC-95BA-808AE8913A3E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18" creationId="{7F742882-066D-46FB-B80F-25B2DDE89719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23" creationId="{4B779E32-FCDC-4B84-8377-A117F8A5B197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25" creationId="{EC511DCD-9AC6-40CA-9F4A-292C8DB07E6F}"/>
          </ac:picMkLst>
        </pc:picChg>
        <pc:picChg chg="del">
          <ac:chgData name="Cesar Augusto Lopez Gallego" userId="0dfa9112-9251-4882-b472-cf2dfcee09d1" providerId="ADAL" clId="{B8B62DCA-3363-4D8C-88AD-2D5BB864E55F}" dt="2025-03-18T15:34:03.265" v="0" actId="478"/>
          <ac:picMkLst>
            <pc:docMk/>
            <pc:sldMk cId="3840164043" sldId="305"/>
            <ac:picMk id="28" creationId="{C5874DDE-3C4D-4CD5-BBD6-048FF46965A9}"/>
          </ac:picMkLst>
        </pc:picChg>
        <pc:picChg chg="add mod">
          <ac:chgData name="Cesar Augusto Lopez Gallego" userId="0dfa9112-9251-4882-b472-cf2dfcee09d1" providerId="ADAL" clId="{B8B62DCA-3363-4D8C-88AD-2D5BB864E55F}" dt="2025-03-18T15:42:15.482" v="318" actId="1076"/>
          <ac:picMkLst>
            <pc:docMk/>
            <pc:sldMk cId="3840164043" sldId="305"/>
            <ac:picMk id="1026" creationId="{28C59453-58C9-4ED0-96C7-E196043F717F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18T18:48:27.666" v="995" actId="1076"/>
        <pc:sldMkLst>
          <pc:docMk/>
          <pc:sldMk cId="2653330684" sldId="306"/>
        </pc:sldMkLst>
        <pc:spChg chg="add mod">
          <ac:chgData name="Cesar Augusto Lopez Gallego" userId="0dfa9112-9251-4882-b472-cf2dfcee09d1" providerId="ADAL" clId="{B8B62DCA-3363-4D8C-88AD-2D5BB864E55F}" dt="2025-03-18T15:36:59.988" v="135" actId="1076"/>
          <ac:spMkLst>
            <pc:docMk/>
            <pc:sldMk cId="2653330684" sldId="306"/>
            <ac:spMk id="2" creationId="{A07B3E0F-88FB-486F-B13A-92CBBE8712B7}"/>
          </ac:spMkLst>
        </pc:spChg>
        <pc:spChg chg="add mod">
          <ac:chgData name="Cesar Augusto Lopez Gallego" userId="0dfa9112-9251-4882-b472-cf2dfcee09d1" providerId="ADAL" clId="{B8B62DCA-3363-4D8C-88AD-2D5BB864E55F}" dt="2025-03-18T16:11:24.074" v="646" actId="1076"/>
          <ac:spMkLst>
            <pc:docMk/>
            <pc:sldMk cId="2653330684" sldId="306"/>
            <ac:spMk id="4" creationId="{70DA5BB9-8641-44D6-BB38-96B3492DE28D}"/>
          </ac:spMkLst>
        </pc:spChg>
        <pc:spChg chg="add del mod">
          <ac:chgData name="Cesar Augusto Lopez Gallego" userId="0dfa9112-9251-4882-b472-cf2dfcee09d1" providerId="ADAL" clId="{B8B62DCA-3363-4D8C-88AD-2D5BB864E55F}" dt="2025-03-18T15:40:19.883" v="209" actId="478"/>
          <ac:spMkLst>
            <pc:docMk/>
            <pc:sldMk cId="2653330684" sldId="306"/>
            <ac:spMk id="5" creationId="{A7F3A90E-2888-475F-93D2-9DBBD15B354A}"/>
          </ac:spMkLst>
        </pc:spChg>
        <pc:spChg chg="add del mod">
          <ac:chgData name="Cesar Augusto Lopez Gallego" userId="0dfa9112-9251-4882-b472-cf2dfcee09d1" providerId="ADAL" clId="{B8B62DCA-3363-4D8C-88AD-2D5BB864E55F}" dt="2025-03-18T15:37:59.336" v="176" actId="478"/>
          <ac:spMkLst>
            <pc:docMk/>
            <pc:sldMk cId="2653330684" sldId="306"/>
            <ac:spMk id="6" creationId="{4D883BBD-F1CE-4573-88F0-46ACB8B57FB2}"/>
          </ac:spMkLst>
        </pc:spChg>
        <pc:spChg chg="add del mod">
          <ac:chgData name="Cesar Augusto Lopez Gallego" userId="0dfa9112-9251-4882-b472-cf2dfcee09d1" providerId="ADAL" clId="{B8B62DCA-3363-4D8C-88AD-2D5BB864E55F}" dt="2025-03-18T16:04:38.008" v="529" actId="21"/>
          <ac:spMkLst>
            <pc:docMk/>
            <pc:sldMk cId="2653330684" sldId="306"/>
            <ac:spMk id="9" creationId="{E2912042-37D2-4850-9471-469B13981174}"/>
          </ac:spMkLst>
        </pc:spChg>
        <pc:graphicFrameChg chg="add del mod modGraphic">
          <ac:chgData name="Cesar Augusto Lopez Gallego" userId="0dfa9112-9251-4882-b472-cf2dfcee09d1" providerId="ADAL" clId="{B8B62DCA-3363-4D8C-88AD-2D5BB864E55F}" dt="2025-03-18T15:38:57.353" v="186" actId="1032"/>
          <ac:graphicFrameMkLst>
            <pc:docMk/>
            <pc:sldMk cId="2653330684" sldId="306"/>
            <ac:graphicFrameMk id="7" creationId="{FF57F2EF-D2C8-4DB3-BCC4-610C99D7E882}"/>
          </ac:graphicFrameMkLst>
        </pc:graphicFrameChg>
        <pc:graphicFrameChg chg="add del mod modGraphic">
          <ac:chgData name="Cesar Augusto Lopez Gallego" userId="0dfa9112-9251-4882-b472-cf2dfcee09d1" providerId="ADAL" clId="{B8B62DCA-3363-4D8C-88AD-2D5BB864E55F}" dt="2025-03-18T16:04:38.008" v="529" actId="21"/>
          <ac:graphicFrameMkLst>
            <pc:docMk/>
            <pc:sldMk cId="2653330684" sldId="306"/>
            <ac:graphicFrameMk id="8" creationId="{93D6C1AC-4EEA-4959-B537-8D60DD5AE82E}"/>
          </ac:graphicFrameMkLst>
        </pc:graphicFrameChg>
        <pc:picChg chg="add mod">
          <ac:chgData name="Cesar Augusto Lopez Gallego" userId="0dfa9112-9251-4882-b472-cf2dfcee09d1" providerId="ADAL" clId="{B8B62DCA-3363-4D8C-88AD-2D5BB864E55F}" dt="2025-03-18T18:48:27.666" v="995" actId="1076"/>
          <ac:picMkLst>
            <pc:docMk/>
            <pc:sldMk cId="2653330684" sldId="306"/>
            <ac:picMk id="5" creationId="{55298E30-E7CE-4DB8-94B7-1FDC70683D0F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18:47:15.386" v="986" actId="20577"/>
        <pc:sldMkLst>
          <pc:docMk/>
          <pc:sldMk cId="2439680753" sldId="307"/>
        </pc:sldMkLst>
        <pc:spChg chg="add mod">
          <ac:chgData name="Cesar Augusto Lopez Gallego" userId="0dfa9112-9251-4882-b472-cf2dfcee09d1" providerId="ADAL" clId="{B8B62DCA-3363-4D8C-88AD-2D5BB864E55F}" dt="2025-03-18T15:51:31.320" v="414" actId="1076"/>
          <ac:spMkLst>
            <pc:docMk/>
            <pc:sldMk cId="2439680753" sldId="307"/>
            <ac:spMk id="3" creationId="{AAB3E766-1E2F-4437-914A-8DADF5B7AA9B}"/>
          </ac:spMkLst>
        </pc:spChg>
        <pc:spChg chg="add mod">
          <ac:chgData name="Cesar Augusto Lopez Gallego" userId="0dfa9112-9251-4882-b472-cf2dfcee09d1" providerId="ADAL" clId="{B8B62DCA-3363-4D8C-88AD-2D5BB864E55F}" dt="2025-03-18T15:47:46.479" v="365" actId="20577"/>
          <ac:spMkLst>
            <pc:docMk/>
            <pc:sldMk cId="2439680753" sldId="307"/>
            <ac:spMk id="4" creationId="{2DE61891-8367-4E17-8E52-B9B8904C2783}"/>
          </ac:spMkLst>
        </pc:spChg>
        <pc:spChg chg="add mod">
          <ac:chgData name="Cesar Augusto Lopez Gallego" userId="0dfa9112-9251-4882-b472-cf2dfcee09d1" providerId="ADAL" clId="{B8B62DCA-3363-4D8C-88AD-2D5BB864E55F}" dt="2025-03-18T15:51:31.320" v="414" actId="1076"/>
          <ac:spMkLst>
            <pc:docMk/>
            <pc:sldMk cId="2439680753" sldId="307"/>
            <ac:spMk id="6" creationId="{BCF9AE27-D9A4-4390-96C6-BA221A4AC597}"/>
          </ac:spMkLst>
        </pc:spChg>
        <pc:spChg chg="add mod">
          <ac:chgData name="Cesar Augusto Lopez Gallego" userId="0dfa9112-9251-4882-b472-cf2dfcee09d1" providerId="ADAL" clId="{B8B62DCA-3363-4D8C-88AD-2D5BB864E55F}" dt="2025-03-18T18:47:15.386" v="986" actId="20577"/>
          <ac:spMkLst>
            <pc:docMk/>
            <pc:sldMk cId="2439680753" sldId="307"/>
            <ac:spMk id="8" creationId="{AE34F000-183C-4F33-8476-A386BC3704E7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15:58:46.226" v="523" actId="14100"/>
        <pc:sldMkLst>
          <pc:docMk/>
          <pc:sldMk cId="4278008779" sldId="308"/>
        </pc:sldMkLst>
        <pc:spChg chg="add mod">
          <ac:chgData name="Cesar Augusto Lopez Gallego" userId="0dfa9112-9251-4882-b472-cf2dfcee09d1" providerId="ADAL" clId="{B8B62DCA-3363-4D8C-88AD-2D5BB864E55F}" dt="2025-03-18T15:52:02.350" v="416"/>
          <ac:spMkLst>
            <pc:docMk/>
            <pc:sldMk cId="4278008779" sldId="308"/>
            <ac:spMk id="2" creationId="{9FD6A744-D563-4CAC-86CF-0EE23E908603}"/>
          </ac:spMkLst>
        </pc:spChg>
        <pc:spChg chg="add del mod">
          <ac:chgData name="Cesar Augusto Lopez Gallego" userId="0dfa9112-9251-4882-b472-cf2dfcee09d1" providerId="ADAL" clId="{B8B62DCA-3363-4D8C-88AD-2D5BB864E55F}" dt="2025-03-18T15:52:05.005" v="418"/>
          <ac:spMkLst>
            <pc:docMk/>
            <pc:sldMk cId="4278008779" sldId="308"/>
            <ac:spMk id="3" creationId="{EE7E51ED-F945-48A9-A28F-C128A8BA99D5}"/>
          </ac:spMkLst>
        </pc:spChg>
        <pc:spChg chg="add mod">
          <ac:chgData name="Cesar Augusto Lopez Gallego" userId="0dfa9112-9251-4882-b472-cf2dfcee09d1" providerId="ADAL" clId="{B8B62DCA-3363-4D8C-88AD-2D5BB864E55F}" dt="2025-03-18T15:54:29.508" v="472" actId="1076"/>
          <ac:spMkLst>
            <pc:docMk/>
            <pc:sldMk cId="4278008779" sldId="308"/>
            <ac:spMk id="5" creationId="{9AFA704B-5910-4162-A003-95833254BEA9}"/>
          </ac:spMkLst>
        </pc:spChg>
        <pc:spChg chg="add mod">
          <ac:chgData name="Cesar Augusto Lopez Gallego" userId="0dfa9112-9251-4882-b472-cf2dfcee09d1" providerId="ADAL" clId="{B8B62DCA-3363-4D8C-88AD-2D5BB864E55F}" dt="2025-03-18T15:58:46.226" v="523" actId="14100"/>
          <ac:spMkLst>
            <pc:docMk/>
            <pc:sldMk cId="4278008779" sldId="308"/>
            <ac:spMk id="10" creationId="{BFABEC77-6ADD-45FD-8801-B080070B70AB}"/>
          </ac:spMkLst>
        </pc:spChg>
        <pc:picChg chg="add mod">
          <ac:chgData name="Cesar Augusto Lopez Gallego" userId="0dfa9112-9251-4882-b472-cf2dfcee09d1" providerId="ADAL" clId="{B8B62DCA-3363-4D8C-88AD-2D5BB864E55F}" dt="2025-03-18T15:54:21.868" v="468" actId="1076"/>
          <ac:picMkLst>
            <pc:docMk/>
            <pc:sldMk cId="4278008779" sldId="308"/>
            <ac:picMk id="7" creationId="{1D981D38-A1BB-4B85-9A65-1E3FC906D6E3}"/>
          </ac:picMkLst>
        </pc:picChg>
        <pc:picChg chg="add mod">
          <ac:chgData name="Cesar Augusto Lopez Gallego" userId="0dfa9112-9251-4882-b472-cf2dfcee09d1" providerId="ADAL" clId="{B8B62DCA-3363-4D8C-88AD-2D5BB864E55F}" dt="2025-03-18T15:54:31.134" v="473" actId="1076"/>
          <ac:picMkLst>
            <pc:docMk/>
            <pc:sldMk cId="4278008779" sldId="308"/>
            <ac:picMk id="2050" creationId="{E2977C15-F100-4C36-9503-C9B1604C74B6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2:05:49.525" v="4862" actId="403"/>
        <pc:sldMkLst>
          <pc:docMk/>
          <pc:sldMk cId="2714570407" sldId="309"/>
        </pc:sldMkLst>
        <pc:spChg chg="add mod">
          <ac:chgData name="Cesar Augusto Lopez Gallego" userId="0dfa9112-9251-4882-b472-cf2dfcee09d1" providerId="ADAL" clId="{B8B62DCA-3363-4D8C-88AD-2D5BB864E55F}" dt="2025-03-18T16:06:48.853" v="620" actId="20577"/>
          <ac:spMkLst>
            <pc:docMk/>
            <pc:sldMk cId="2714570407" sldId="309"/>
            <ac:spMk id="2" creationId="{5C606C55-F16C-4390-805A-6A028FF1BC87}"/>
          </ac:spMkLst>
        </pc:spChg>
        <pc:spChg chg="add del mod">
          <ac:chgData name="Cesar Augusto Lopez Gallego" userId="0dfa9112-9251-4882-b472-cf2dfcee09d1" providerId="ADAL" clId="{B8B62DCA-3363-4D8C-88AD-2D5BB864E55F}" dt="2025-03-18T16:07:17.738" v="621" actId="12084"/>
          <ac:spMkLst>
            <pc:docMk/>
            <pc:sldMk cId="2714570407" sldId="309"/>
            <ac:spMk id="4" creationId="{FA491DE7-5AED-4CD0-95C0-08B720D5AE94}"/>
          </ac:spMkLst>
        </pc:spChg>
        <pc:graphicFrameChg chg="add mod modGraphic">
          <ac:chgData name="Cesar Augusto Lopez Gallego" userId="0dfa9112-9251-4882-b472-cf2dfcee09d1" providerId="ADAL" clId="{B8B62DCA-3363-4D8C-88AD-2D5BB864E55F}" dt="2025-03-25T22:05:49.525" v="4862" actId="403"/>
          <ac:graphicFrameMkLst>
            <pc:docMk/>
            <pc:sldMk cId="2714570407" sldId="309"/>
            <ac:graphicFrameMk id="5" creationId="{785EBED8-2608-4306-99D2-E466B4DA07B9}"/>
          </ac:graphicFrameMkLst>
        </pc:graphicFrameChg>
      </pc:sldChg>
      <pc:sldChg chg="addSp modSp new mod">
        <pc:chgData name="Cesar Augusto Lopez Gallego" userId="0dfa9112-9251-4882-b472-cf2dfcee09d1" providerId="ADAL" clId="{B8B62DCA-3363-4D8C-88AD-2D5BB864E55F}" dt="2025-03-18T18:47:32.770" v="989" actId="1076"/>
        <pc:sldMkLst>
          <pc:docMk/>
          <pc:sldMk cId="4212517099" sldId="310"/>
        </pc:sldMkLst>
        <pc:spChg chg="add mod">
          <ac:chgData name="Cesar Augusto Lopez Gallego" userId="0dfa9112-9251-4882-b472-cf2dfcee09d1" providerId="ADAL" clId="{B8B62DCA-3363-4D8C-88AD-2D5BB864E55F}" dt="2025-03-18T16:04:50.763" v="532" actId="1076"/>
          <ac:spMkLst>
            <pc:docMk/>
            <pc:sldMk cId="4212517099" sldId="310"/>
            <ac:spMk id="3" creationId="{F74E47A2-3EC6-46E8-8305-5BE31FC414D9}"/>
          </ac:spMkLst>
        </pc:spChg>
        <pc:spChg chg="add mod">
          <ac:chgData name="Cesar Augusto Lopez Gallego" userId="0dfa9112-9251-4882-b472-cf2dfcee09d1" providerId="ADAL" clId="{B8B62DCA-3363-4D8C-88AD-2D5BB864E55F}" dt="2025-03-18T16:05:09.525" v="564" actId="20577"/>
          <ac:spMkLst>
            <pc:docMk/>
            <pc:sldMk cId="4212517099" sldId="310"/>
            <ac:spMk id="4" creationId="{1DFCB0CE-43AE-42D1-94C6-403CDE1B2AFC}"/>
          </ac:spMkLst>
        </pc:spChg>
        <pc:graphicFrameChg chg="add mod">
          <ac:chgData name="Cesar Augusto Lopez Gallego" userId="0dfa9112-9251-4882-b472-cf2dfcee09d1" providerId="ADAL" clId="{B8B62DCA-3363-4D8C-88AD-2D5BB864E55F}" dt="2025-03-18T18:47:32.770" v="989" actId="1076"/>
          <ac:graphicFrameMkLst>
            <pc:docMk/>
            <pc:sldMk cId="4212517099" sldId="310"/>
            <ac:graphicFrameMk id="2" creationId="{BA6E0214-1653-48D3-82E3-3658A0143564}"/>
          </ac:graphicFrameMkLst>
        </pc:graphicFrameChg>
      </pc:sldChg>
      <pc:sldChg chg="addSp delSp modSp new mod">
        <pc:chgData name="Cesar Augusto Lopez Gallego" userId="0dfa9112-9251-4882-b472-cf2dfcee09d1" providerId="ADAL" clId="{B8B62DCA-3363-4D8C-88AD-2D5BB864E55F}" dt="2025-03-25T22:21:49.845" v="5516" actId="1076"/>
        <pc:sldMkLst>
          <pc:docMk/>
          <pc:sldMk cId="4098487574" sldId="311"/>
        </pc:sldMkLst>
        <pc:spChg chg="add mod">
          <ac:chgData name="Cesar Augusto Lopez Gallego" userId="0dfa9112-9251-4882-b472-cf2dfcee09d1" providerId="ADAL" clId="{B8B62DCA-3363-4D8C-88AD-2D5BB864E55F}" dt="2025-03-18T16:13:53.251" v="662" actId="20577"/>
          <ac:spMkLst>
            <pc:docMk/>
            <pc:sldMk cId="4098487574" sldId="311"/>
            <ac:spMk id="2" creationId="{CD2AC123-4161-4FC8-ABAF-3B3F50868915}"/>
          </ac:spMkLst>
        </pc:spChg>
        <pc:spChg chg="add mod">
          <ac:chgData name="Cesar Augusto Lopez Gallego" userId="0dfa9112-9251-4882-b472-cf2dfcee09d1" providerId="ADAL" clId="{B8B62DCA-3363-4D8C-88AD-2D5BB864E55F}" dt="2025-03-25T22:21:25.430" v="5513" actId="1076"/>
          <ac:spMkLst>
            <pc:docMk/>
            <pc:sldMk cId="4098487574" sldId="311"/>
            <ac:spMk id="4" creationId="{18424513-0595-4CE1-876E-93D43050C865}"/>
          </ac:spMkLst>
        </pc:spChg>
        <pc:spChg chg="add del">
          <ac:chgData name="Cesar Augusto Lopez Gallego" userId="0dfa9112-9251-4882-b472-cf2dfcee09d1" providerId="ADAL" clId="{B8B62DCA-3363-4D8C-88AD-2D5BB864E55F}" dt="2025-03-18T16:14:35.240" v="668" actId="22"/>
          <ac:spMkLst>
            <pc:docMk/>
            <pc:sldMk cId="4098487574" sldId="311"/>
            <ac:spMk id="6" creationId="{33A2AE91-6E96-4B35-AC3F-A0EDEB4BFDC6}"/>
          </ac:spMkLst>
        </pc:spChg>
        <pc:spChg chg="add mod">
          <ac:chgData name="Cesar Augusto Lopez Gallego" userId="0dfa9112-9251-4882-b472-cf2dfcee09d1" providerId="ADAL" clId="{B8B62DCA-3363-4D8C-88AD-2D5BB864E55F}" dt="2025-03-25T22:21:09.300" v="5508" actId="164"/>
          <ac:spMkLst>
            <pc:docMk/>
            <pc:sldMk cId="4098487574" sldId="311"/>
            <ac:spMk id="6" creationId="{8ED8B039-9D71-4070-A6F2-1EDFE9ED7A80}"/>
          </ac:spMkLst>
        </pc:spChg>
        <pc:spChg chg="add del mod">
          <ac:chgData name="Cesar Augusto Lopez Gallego" userId="0dfa9112-9251-4882-b472-cf2dfcee09d1" providerId="ADAL" clId="{B8B62DCA-3363-4D8C-88AD-2D5BB864E55F}" dt="2025-03-18T16:14:58.179" v="673" actId="478"/>
          <ac:spMkLst>
            <pc:docMk/>
            <pc:sldMk cId="4098487574" sldId="311"/>
            <ac:spMk id="7" creationId="{FE70E890-6509-4B89-85AD-80D83F43337D}"/>
          </ac:spMkLst>
        </pc:spChg>
        <pc:spChg chg="add mod">
          <ac:chgData name="Cesar Augusto Lopez Gallego" userId="0dfa9112-9251-4882-b472-cf2dfcee09d1" providerId="ADAL" clId="{B8B62DCA-3363-4D8C-88AD-2D5BB864E55F}" dt="2025-03-25T22:21:09.300" v="5508" actId="164"/>
          <ac:spMkLst>
            <pc:docMk/>
            <pc:sldMk cId="4098487574" sldId="311"/>
            <ac:spMk id="8" creationId="{50C3F627-F10B-44F8-BEFA-C2ACE6CC19C6}"/>
          </ac:spMkLst>
        </pc:spChg>
        <pc:spChg chg="add mod">
          <ac:chgData name="Cesar Augusto Lopez Gallego" userId="0dfa9112-9251-4882-b472-cf2dfcee09d1" providerId="ADAL" clId="{B8B62DCA-3363-4D8C-88AD-2D5BB864E55F}" dt="2025-03-25T22:21:09.300" v="5508" actId="164"/>
          <ac:spMkLst>
            <pc:docMk/>
            <pc:sldMk cId="4098487574" sldId="311"/>
            <ac:spMk id="10" creationId="{EB6CD4FA-DC03-41FF-A1A0-9F794DB8F116}"/>
          </ac:spMkLst>
        </pc:spChg>
        <pc:spChg chg="add mod">
          <ac:chgData name="Cesar Augusto Lopez Gallego" userId="0dfa9112-9251-4882-b472-cf2dfcee09d1" providerId="ADAL" clId="{B8B62DCA-3363-4D8C-88AD-2D5BB864E55F}" dt="2025-03-25T22:21:09.300" v="5508" actId="164"/>
          <ac:spMkLst>
            <pc:docMk/>
            <pc:sldMk cId="4098487574" sldId="311"/>
            <ac:spMk id="11" creationId="{D79E8F95-8D1C-4ABA-A422-070E1C5497BC}"/>
          </ac:spMkLst>
        </pc:spChg>
        <pc:spChg chg="add mod">
          <ac:chgData name="Cesar Augusto Lopez Gallego" userId="0dfa9112-9251-4882-b472-cf2dfcee09d1" providerId="ADAL" clId="{B8B62DCA-3363-4D8C-88AD-2D5BB864E55F}" dt="2025-03-25T22:21:49.845" v="5516" actId="1076"/>
          <ac:spMkLst>
            <pc:docMk/>
            <pc:sldMk cId="4098487574" sldId="311"/>
            <ac:spMk id="12" creationId="{4AD7A405-4229-4837-9934-ADFDFFA4CB05}"/>
          </ac:spMkLst>
        </pc:spChg>
        <pc:grpChg chg="add mod">
          <ac:chgData name="Cesar Augusto Lopez Gallego" userId="0dfa9112-9251-4882-b472-cf2dfcee09d1" providerId="ADAL" clId="{B8B62DCA-3363-4D8C-88AD-2D5BB864E55F}" dt="2025-03-25T22:21:27.930" v="5514" actId="1076"/>
          <ac:grpSpMkLst>
            <pc:docMk/>
            <pc:sldMk cId="4098487574" sldId="311"/>
            <ac:grpSpMk id="7" creationId="{A9CE84F4-F671-43E5-AAC0-638796B43A9E}"/>
          </ac:grpSpMkLst>
        </pc:grpChg>
        <pc:picChg chg="add mod">
          <ac:chgData name="Cesar Augusto Lopez Gallego" userId="0dfa9112-9251-4882-b472-cf2dfcee09d1" providerId="ADAL" clId="{B8B62DCA-3363-4D8C-88AD-2D5BB864E55F}" dt="2025-03-25T22:21:09.300" v="5508" actId="164"/>
          <ac:picMkLst>
            <pc:docMk/>
            <pc:sldMk cId="4098487574" sldId="311"/>
            <ac:picMk id="5" creationId="{77A298D6-FFAF-478E-8D1C-038ABD7DC22A}"/>
          </ac:picMkLst>
        </pc:picChg>
        <pc:picChg chg="add del mod">
          <ac:chgData name="Cesar Augusto Lopez Gallego" userId="0dfa9112-9251-4882-b472-cf2dfcee09d1" providerId="ADAL" clId="{B8B62DCA-3363-4D8C-88AD-2D5BB864E55F}" dt="2025-03-25T22:12:46.298" v="5015" actId="21"/>
          <ac:picMkLst>
            <pc:docMk/>
            <pc:sldMk cId="4098487574" sldId="311"/>
            <ac:picMk id="9" creationId="{02A74719-8F62-4C60-9944-85E48A0EA49F}"/>
          </ac:picMkLst>
        </pc:picChg>
      </pc:sldChg>
      <pc:sldChg chg="addSp modSp new mod ord">
        <pc:chgData name="Cesar Augusto Lopez Gallego" userId="0dfa9112-9251-4882-b472-cf2dfcee09d1" providerId="ADAL" clId="{B8B62DCA-3363-4D8C-88AD-2D5BB864E55F}" dt="2025-03-25T22:40:05.124" v="5735" actId="20577"/>
        <pc:sldMkLst>
          <pc:docMk/>
          <pc:sldMk cId="680518857" sldId="312"/>
        </pc:sldMkLst>
        <pc:spChg chg="add mod">
          <ac:chgData name="Cesar Augusto Lopez Gallego" userId="0dfa9112-9251-4882-b472-cf2dfcee09d1" providerId="ADAL" clId="{B8B62DCA-3363-4D8C-88AD-2D5BB864E55F}" dt="2025-03-18T16:15:43.004" v="694" actId="20577"/>
          <ac:spMkLst>
            <pc:docMk/>
            <pc:sldMk cId="680518857" sldId="312"/>
            <ac:spMk id="2" creationId="{A89F199D-8369-4994-9489-1BAA9C867668}"/>
          </ac:spMkLst>
        </pc:spChg>
        <pc:spChg chg="add mod">
          <ac:chgData name="Cesar Augusto Lopez Gallego" userId="0dfa9112-9251-4882-b472-cf2dfcee09d1" providerId="ADAL" clId="{B8B62DCA-3363-4D8C-88AD-2D5BB864E55F}" dt="2025-03-25T22:38:23.614" v="5673" actId="20577"/>
          <ac:spMkLst>
            <pc:docMk/>
            <pc:sldMk cId="680518857" sldId="312"/>
            <ac:spMk id="3" creationId="{FE4DF3F5-D421-403C-9C7C-8B7D67A79754}"/>
          </ac:spMkLst>
        </pc:spChg>
        <pc:spChg chg="add mod">
          <ac:chgData name="Cesar Augusto Lopez Gallego" userId="0dfa9112-9251-4882-b472-cf2dfcee09d1" providerId="ADAL" clId="{B8B62DCA-3363-4D8C-88AD-2D5BB864E55F}" dt="2025-03-18T16:15:57.546" v="697" actId="14100"/>
          <ac:spMkLst>
            <pc:docMk/>
            <pc:sldMk cId="680518857" sldId="312"/>
            <ac:spMk id="4" creationId="{794D7761-6F08-4EB2-A228-BA96432C5477}"/>
          </ac:spMkLst>
        </pc:spChg>
        <pc:spChg chg="add mod">
          <ac:chgData name="Cesar Augusto Lopez Gallego" userId="0dfa9112-9251-4882-b472-cf2dfcee09d1" providerId="ADAL" clId="{B8B62DCA-3363-4D8C-88AD-2D5BB864E55F}" dt="2025-03-25T22:40:05.124" v="5735" actId="20577"/>
          <ac:spMkLst>
            <pc:docMk/>
            <pc:sldMk cId="680518857" sldId="312"/>
            <ac:spMk id="5" creationId="{DAC42947-8C9B-4A9C-A6FC-1179696CB699}"/>
          </ac:spMkLst>
        </pc:spChg>
        <pc:spChg chg="add mod">
          <ac:chgData name="Cesar Augusto Lopez Gallego" userId="0dfa9112-9251-4882-b472-cf2dfcee09d1" providerId="ADAL" clId="{B8B62DCA-3363-4D8C-88AD-2D5BB864E55F}" dt="2025-03-25T22:39:24.523" v="5677" actId="14100"/>
          <ac:spMkLst>
            <pc:docMk/>
            <pc:sldMk cId="680518857" sldId="312"/>
            <ac:spMk id="7" creationId="{0E169B71-1B70-4AFB-9589-4B979EA8D3FF}"/>
          </ac:spMkLst>
        </pc:spChg>
        <pc:picChg chg="add mod">
          <ac:chgData name="Cesar Augusto Lopez Gallego" userId="0dfa9112-9251-4882-b472-cf2dfcee09d1" providerId="ADAL" clId="{B8B62DCA-3363-4D8C-88AD-2D5BB864E55F}" dt="2025-03-25T22:33:54.290" v="5636" actId="1076"/>
          <ac:picMkLst>
            <pc:docMk/>
            <pc:sldMk cId="680518857" sldId="312"/>
            <ac:picMk id="6" creationId="{457855AF-A535-4EF9-9C5E-A8EA2E05DBAE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3:16:33.343" v="6236" actId="14100"/>
        <pc:sldMkLst>
          <pc:docMk/>
          <pc:sldMk cId="3769389719" sldId="313"/>
        </pc:sldMkLst>
        <pc:spChg chg="add mod">
          <ac:chgData name="Cesar Augusto Lopez Gallego" userId="0dfa9112-9251-4882-b472-cf2dfcee09d1" providerId="ADAL" clId="{B8B62DCA-3363-4D8C-88AD-2D5BB864E55F}" dt="2025-03-18T16:17:06.268" v="723" actId="20577"/>
          <ac:spMkLst>
            <pc:docMk/>
            <pc:sldMk cId="3769389719" sldId="313"/>
            <ac:spMk id="2" creationId="{0B167AF8-434B-4D63-89D4-D4251AB8264D}"/>
          </ac:spMkLst>
        </pc:spChg>
        <pc:spChg chg="add mod">
          <ac:chgData name="Cesar Augusto Lopez Gallego" userId="0dfa9112-9251-4882-b472-cf2dfcee09d1" providerId="ADAL" clId="{B8B62DCA-3363-4D8C-88AD-2D5BB864E55F}" dt="2025-03-18T16:17:45.252" v="726" actId="14100"/>
          <ac:spMkLst>
            <pc:docMk/>
            <pc:sldMk cId="3769389719" sldId="313"/>
            <ac:spMk id="4" creationId="{ABAA8379-3D4F-49B9-85C2-279184A32E8E}"/>
          </ac:spMkLst>
        </pc:spChg>
        <pc:picChg chg="add mod">
          <ac:chgData name="Cesar Augusto Lopez Gallego" userId="0dfa9112-9251-4882-b472-cf2dfcee09d1" providerId="ADAL" clId="{B8B62DCA-3363-4D8C-88AD-2D5BB864E55F}" dt="2025-03-25T23:16:33.343" v="6236" actId="14100"/>
          <ac:picMkLst>
            <pc:docMk/>
            <pc:sldMk cId="3769389719" sldId="313"/>
            <ac:picMk id="5" creationId="{1F5E2949-D2CC-4FB1-8C76-9C17BA611859}"/>
          </ac:picMkLst>
        </pc:picChg>
        <pc:picChg chg="add del mod">
          <ac:chgData name="Cesar Augusto Lopez Gallego" userId="0dfa9112-9251-4882-b472-cf2dfcee09d1" providerId="ADAL" clId="{B8B62DCA-3363-4D8C-88AD-2D5BB864E55F}" dt="2025-03-25T22:23:07.143" v="5528" actId="21"/>
          <ac:picMkLst>
            <pc:docMk/>
            <pc:sldMk cId="3769389719" sldId="313"/>
            <ac:picMk id="6" creationId="{4337E0BD-73E2-4A89-A2FF-D162CBC32EA4}"/>
          </ac:picMkLst>
        </pc:picChg>
      </pc:sldChg>
      <pc:sldChg chg="addSp delSp modSp add mod">
        <pc:chgData name="Cesar Augusto Lopez Gallego" userId="0dfa9112-9251-4882-b472-cf2dfcee09d1" providerId="ADAL" clId="{B8B62DCA-3363-4D8C-88AD-2D5BB864E55F}" dt="2025-03-25T23:30:59.425" v="6489" actId="403"/>
        <pc:sldMkLst>
          <pc:docMk/>
          <pc:sldMk cId="2710980677" sldId="314"/>
        </pc:sldMkLst>
        <pc:spChg chg="mod">
          <ac:chgData name="Cesar Augusto Lopez Gallego" userId="0dfa9112-9251-4882-b472-cf2dfcee09d1" providerId="ADAL" clId="{B8B62DCA-3363-4D8C-88AD-2D5BB864E55F}" dt="2025-03-25T23:30:32.742" v="6477" actId="1076"/>
          <ac:spMkLst>
            <pc:docMk/>
            <pc:sldMk cId="2710980677" sldId="314"/>
            <ac:spMk id="3" creationId="{9625BD77-511B-414C-ADAE-9D8D9E0008DB}"/>
          </ac:spMkLst>
        </pc:spChg>
        <pc:spChg chg="mod">
          <ac:chgData name="Cesar Augusto Lopez Gallego" userId="0dfa9112-9251-4882-b472-cf2dfcee09d1" providerId="ADAL" clId="{B8B62DCA-3363-4D8C-88AD-2D5BB864E55F}" dt="2025-03-25T23:30:59.425" v="6489" actId="403"/>
          <ac:spMkLst>
            <pc:docMk/>
            <pc:sldMk cId="2710980677" sldId="314"/>
            <ac:spMk id="4" creationId="{B60F39B0-F977-4318-8F3C-59B7E1DCF5FD}"/>
          </ac:spMkLst>
        </pc:spChg>
        <pc:picChg chg="del mod">
          <ac:chgData name="Cesar Augusto Lopez Gallego" userId="0dfa9112-9251-4882-b472-cf2dfcee09d1" providerId="ADAL" clId="{B8B62DCA-3363-4D8C-88AD-2D5BB864E55F}" dt="2025-03-25T23:30:44.823" v="6481" actId="478"/>
          <ac:picMkLst>
            <pc:docMk/>
            <pc:sldMk cId="2710980677" sldId="314"/>
            <ac:picMk id="6" creationId="{195F168B-56CD-4F71-9730-4BA8AD92A4FC}"/>
          </ac:picMkLst>
        </pc:picChg>
        <pc:picChg chg="add mod">
          <ac:chgData name="Cesar Augusto Lopez Gallego" userId="0dfa9112-9251-4882-b472-cf2dfcee09d1" providerId="ADAL" clId="{B8B62DCA-3363-4D8C-88AD-2D5BB864E55F}" dt="2025-03-25T23:30:56.627" v="6488" actId="1076"/>
          <ac:picMkLst>
            <pc:docMk/>
            <pc:sldMk cId="2710980677" sldId="314"/>
            <ac:picMk id="7" creationId="{BE573D60-E851-41E6-94D1-E4E40BE16B16}"/>
          </ac:picMkLst>
        </pc:picChg>
      </pc:sldChg>
      <pc:sldChg chg="addSp modSp new del mod">
        <pc:chgData name="Cesar Augusto Lopez Gallego" userId="0dfa9112-9251-4882-b472-cf2dfcee09d1" providerId="ADAL" clId="{B8B62DCA-3363-4D8C-88AD-2D5BB864E55F}" dt="2025-03-25T23:18:22.610" v="6292" actId="2696"/>
        <pc:sldMkLst>
          <pc:docMk/>
          <pc:sldMk cId="3858962484" sldId="314"/>
        </pc:sldMkLst>
        <pc:spChg chg="add mod">
          <ac:chgData name="Cesar Augusto Lopez Gallego" userId="0dfa9112-9251-4882-b472-cf2dfcee09d1" providerId="ADAL" clId="{B8B62DCA-3363-4D8C-88AD-2D5BB864E55F}" dt="2025-03-18T16:19:07.260" v="754" actId="20577"/>
          <ac:spMkLst>
            <pc:docMk/>
            <pc:sldMk cId="3858962484" sldId="314"/>
            <ac:spMk id="2" creationId="{12AC01C5-812B-4C0B-B2CD-FF7DD755D339}"/>
          </ac:spMkLst>
        </pc:spChg>
        <pc:spChg chg="add mod">
          <ac:chgData name="Cesar Augusto Lopez Gallego" userId="0dfa9112-9251-4882-b472-cf2dfcee09d1" providerId="ADAL" clId="{B8B62DCA-3363-4D8C-88AD-2D5BB864E55F}" dt="2025-03-18T22:00:08.213" v="1907" actId="1076"/>
          <ac:spMkLst>
            <pc:docMk/>
            <pc:sldMk cId="3858962484" sldId="314"/>
            <ac:spMk id="3" creationId="{9625BD77-511B-414C-ADAE-9D8D9E0008DB}"/>
          </ac:spMkLst>
        </pc:spChg>
        <pc:spChg chg="add mod">
          <ac:chgData name="Cesar Augusto Lopez Gallego" userId="0dfa9112-9251-4882-b472-cf2dfcee09d1" providerId="ADAL" clId="{B8B62DCA-3363-4D8C-88AD-2D5BB864E55F}" dt="2025-03-18T16:19:21.394" v="757" actId="14100"/>
          <ac:spMkLst>
            <pc:docMk/>
            <pc:sldMk cId="3858962484" sldId="314"/>
            <ac:spMk id="4" creationId="{B60F39B0-F977-4318-8F3C-59B7E1DCF5FD}"/>
          </ac:spMkLst>
        </pc:spChg>
        <pc:picChg chg="add mod">
          <ac:chgData name="Cesar Augusto Lopez Gallego" userId="0dfa9112-9251-4882-b472-cf2dfcee09d1" providerId="ADAL" clId="{B8B62DCA-3363-4D8C-88AD-2D5BB864E55F}" dt="2025-03-18T16:19:48.200" v="761" actId="1076"/>
          <ac:picMkLst>
            <pc:docMk/>
            <pc:sldMk cId="3858962484" sldId="314"/>
            <ac:picMk id="6" creationId="{195F168B-56CD-4F71-9730-4BA8AD92A4FC}"/>
          </ac:picMkLst>
        </pc:picChg>
      </pc:sldChg>
      <pc:sldChg chg="addSp modSp new del mod">
        <pc:chgData name="Cesar Augusto Lopez Gallego" userId="0dfa9112-9251-4882-b472-cf2dfcee09d1" providerId="ADAL" clId="{B8B62DCA-3363-4D8C-88AD-2D5BB864E55F}" dt="2025-03-25T23:24:37.655" v="6382" actId="2696"/>
        <pc:sldMkLst>
          <pc:docMk/>
          <pc:sldMk cId="2043092024" sldId="315"/>
        </pc:sldMkLst>
        <pc:spChg chg="add mod">
          <ac:chgData name="Cesar Augusto Lopez Gallego" userId="0dfa9112-9251-4882-b472-cf2dfcee09d1" providerId="ADAL" clId="{B8B62DCA-3363-4D8C-88AD-2D5BB864E55F}" dt="2025-03-18T16:20:21.203" v="771" actId="20577"/>
          <ac:spMkLst>
            <pc:docMk/>
            <pc:sldMk cId="2043092024" sldId="315"/>
            <ac:spMk id="2" creationId="{FF4B1EA7-BA69-4E16-AD2D-AA3AFC74BD16}"/>
          </ac:spMkLst>
        </pc:spChg>
        <pc:spChg chg="add mod">
          <ac:chgData name="Cesar Augusto Lopez Gallego" userId="0dfa9112-9251-4882-b472-cf2dfcee09d1" providerId="ADAL" clId="{B8B62DCA-3363-4D8C-88AD-2D5BB864E55F}" dt="2025-03-18T16:28:19.715" v="780" actId="20577"/>
          <ac:spMkLst>
            <pc:docMk/>
            <pc:sldMk cId="2043092024" sldId="315"/>
            <ac:spMk id="4" creationId="{6CED9246-D9F8-49EB-BC6B-F7D7901633EC}"/>
          </ac:spMkLst>
        </pc:spChg>
        <pc:picChg chg="add mod">
          <ac:chgData name="Cesar Augusto Lopez Gallego" userId="0dfa9112-9251-4882-b472-cf2dfcee09d1" providerId="ADAL" clId="{B8B62DCA-3363-4D8C-88AD-2D5BB864E55F}" dt="2025-03-18T16:28:36.713" v="783" actId="1076"/>
          <ac:picMkLst>
            <pc:docMk/>
            <pc:sldMk cId="2043092024" sldId="315"/>
            <ac:picMk id="6" creationId="{0A87137B-F8ED-4033-9096-32B92AFEDE97}"/>
          </ac:picMkLst>
        </pc:picChg>
      </pc:sldChg>
      <pc:sldChg chg="addSp modSp add mod">
        <pc:chgData name="Cesar Augusto Lopez Gallego" userId="0dfa9112-9251-4882-b472-cf2dfcee09d1" providerId="ADAL" clId="{B8B62DCA-3363-4D8C-88AD-2D5BB864E55F}" dt="2025-03-25T23:27:45.270" v="6471" actId="20577"/>
        <pc:sldMkLst>
          <pc:docMk/>
          <pc:sldMk cId="2626635672" sldId="315"/>
        </pc:sldMkLst>
        <pc:spChg chg="add mod">
          <ac:chgData name="Cesar Augusto Lopez Gallego" userId="0dfa9112-9251-4882-b472-cf2dfcee09d1" providerId="ADAL" clId="{B8B62DCA-3363-4D8C-88AD-2D5BB864E55F}" dt="2025-03-25T23:27:45.270" v="6471" actId="20577"/>
          <ac:spMkLst>
            <pc:docMk/>
            <pc:sldMk cId="2626635672" sldId="315"/>
            <ac:spMk id="5" creationId="{BCEA23F5-CE36-4211-A746-CA1482C62824}"/>
          </ac:spMkLst>
        </pc:spChg>
        <pc:picChg chg="mod">
          <ac:chgData name="Cesar Augusto Lopez Gallego" userId="0dfa9112-9251-4882-b472-cf2dfcee09d1" providerId="ADAL" clId="{B8B62DCA-3363-4D8C-88AD-2D5BB864E55F}" dt="2025-03-25T23:26:27.798" v="6408" actId="1076"/>
          <ac:picMkLst>
            <pc:docMk/>
            <pc:sldMk cId="2626635672" sldId="315"/>
            <ac:picMk id="6" creationId="{0A87137B-F8ED-4033-9096-32B92AFEDE9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18:50:23.043" v="1081" actId="20577"/>
        <pc:sldMkLst>
          <pc:docMk/>
          <pc:sldMk cId="4004204254" sldId="316"/>
        </pc:sldMkLst>
        <pc:spChg chg="add mod">
          <ac:chgData name="Cesar Augusto Lopez Gallego" userId="0dfa9112-9251-4882-b472-cf2dfcee09d1" providerId="ADAL" clId="{B8B62DCA-3363-4D8C-88AD-2D5BB864E55F}" dt="2025-03-18T16:40:20.731" v="950" actId="20577"/>
          <ac:spMkLst>
            <pc:docMk/>
            <pc:sldMk cId="4004204254" sldId="316"/>
            <ac:spMk id="2" creationId="{F65B7EAE-90B6-4A9E-99D4-0ABD1A0222EC}"/>
          </ac:spMkLst>
        </pc:spChg>
        <pc:spChg chg="add mod">
          <ac:chgData name="Cesar Augusto Lopez Gallego" userId="0dfa9112-9251-4882-b472-cf2dfcee09d1" providerId="ADAL" clId="{B8B62DCA-3363-4D8C-88AD-2D5BB864E55F}" dt="2025-03-18T18:50:23.043" v="1081" actId="20577"/>
          <ac:spMkLst>
            <pc:docMk/>
            <pc:sldMk cId="4004204254" sldId="316"/>
            <ac:spMk id="4" creationId="{D8273734-F209-497A-8F09-6B21B1C8B293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16:34:14.497" v="875" actId="1076"/>
        <pc:sldMkLst>
          <pc:docMk/>
          <pc:sldMk cId="55642481" sldId="317"/>
        </pc:sldMkLst>
        <pc:spChg chg="add del">
          <ac:chgData name="Cesar Augusto Lopez Gallego" userId="0dfa9112-9251-4882-b472-cf2dfcee09d1" providerId="ADAL" clId="{B8B62DCA-3363-4D8C-88AD-2D5BB864E55F}" dt="2025-03-18T16:29:07.224" v="787" actId="22"/>
          <ac:spMkLst>
            <pc:docMk/>
            <pc:sldMk cId="55642481" sldId="317"/>
            <ac:spMk id="3" creationId="{2414DDB3-2D71-4730-8DF9-EAA6D5F27CC3}"/>
          </ac:spMkLst>
        </pc:spChg>
        <pc:spChg chg="add mod">
          <ac:chgData name="Cesar Augusto Lopez Gallego" userId="0dfa9112-9251-4882-b472-cf2dfcee09d1" providerId="ADAL" clId="{B8B62DCA-3363-4D8C-88AD-2D5BB864E55F}" dt="2025-03-18T16:29:17.731" v="805" actId="20577"/>
          <ac:spMkLst>
            <pc:docMk/>
            <pc:sldMk cId="55642481" sldId="317"/>
            <ac:spMk id="4" creationId="{6330B497-DFC7-4FF5-AD95-0C53FE205648}"/>
          </ac:spMkLst>
        </pc:spChg>
        <pc:spChg chg="add mod">
          <ac:chgData name="Cesar Augusto Lopez Gallego" userId="0dfa9112-9251-4882-b472-cf2dfcee09d1" providerId="ADAL" clId="{B8B62DCA-3363-4D8C-88AD-2D5BB864E55F}" dt="2025-03-18T16:32:16.304" v="838" actId="1076"/>
          <ac:spMkLst>
            <pc:docMk/>
            <pc:sldMk cId="55642481" sldId="317"/>
            <ac:spMk id="6" creationId="{A7071319-7388-442D-A34A-A0E6D29E3ABC}"/>
          </ac:spMkLst>
        </pc:spChg>
        <pc:spChg chg="add mod">
          <ac:chgData name="Cesar Augusto Lopez Gallego" userId="0dfa9112-9251-4882-b472-cf2dfcee09d1" providerId="ADAL" clId="{B8B62DCA-3363-4D8C-88AD-2D5BB864E55F}" dt="2025-03-18T16:34:14.497" v="875" actId="1076"/>
          <ac:spMkLst>
            <pc:docMk/>
            <pc:sldMk cId="55642481" sldId="317"/>
            <ac:spMk id="8" creationId="{2E2046E2-3508-4E66-A329-854C614619CC}"/>
          </ac:spMkLst>
        </pc:spChg>
        <pc:spChg chg="add mod">
          <ac:chgData name="Cesar Augusto Lopez Gallego" userId="0dfa9112-9251-4882-b472-cf2dfcee09d1" providerId="ADAL" clId="{B8B62DCA-3363-4D8C-88AD-2D5BB864E55F}" dt="2025-03-18T16:33:18.266" v="849" actId="207"/>
          <ac:spMkLst>
            <pc:docMk/>
            <pc:sldMk cId="55642481" sldId="317"/>
            <ac:spMk id="10" creationId="{7B82C3B9-5B67-4C29-B7CD-3C9E785F87AD}"/>
          </ac:spMkLst>
        </pc:spChg>
      </pc:sldChg>
      <pc:sldChg chg="addSp modSp new mod ord">
        <pc:chgData name="Cesar Augusto Lopez Gallego" userId="0dfa9112-9251-4882-b472-cf2dfcee09d1" providerId="ADAL" clId="{B8B62DCA-3363-4D8C-88AD-2D5BB864E55F}" dt="2025-03-25T22:04:09.117" v="4861"/>
        <pc:sldMkLst>
          <pc:docMk/>
          <pc:sldMk cId="3510991024" sldId="318"/>
        </pc:sldMkLst>
        <pc:spChg chg="add mod">
          <ac:chgData name="Cesar Augusto Lopez Gallego" userId="0dfa9112-9251-4882-b472-cf2dfcee09d1" providerId="ADAL" clId="{B8B62DCA-3363-4D8C-88AD-2D5BB864E55F}" dt="2025-03-18T16:36:51.810" v="889" actId="20577"/>
          <ac:spMkLst>
            <pc:docMk/>
            <pc:sldMk cId="3510991024" sldId="318"/>
            <ac:spMk id="2" creationId="{D7B65185-3CB8-4F3B-B429-3ECA42AD5BAF}"/>
          </ac:spMkLst>
        </pc:spChg>
        <pc:spChg chg="add mod">
          <ac:chgData name="Cesar Augusto Lopez Gallego" userId="0dfa9112-9251-4882-b472-cf2dfcee09d1" providerId="ADAL" clId="{B8B62DCA-3363-4D8C-88AD-2D5BB864E55F}" dt="2025-03-18T16:39:42.992" v="931" actId="1076"/>
          <ac:spMkLst>
            <pc:docMk/>
            <pc:sldMk cId="3510991024" sldId="318"/>
            <ac:spMk id="4" creationId="{1958C134-0061-4DF5-9022-2C078943BE1D}"/>
          </ac:spMkLst>
        </pc:spChg>
        <pc:spChg chg="add mod">
          <ac:chgData name="Cesar Augusto Lopez Gallego" userId="0dfa9112-9251-4882-b472-cf2dfcee09d1" providerId="ADAL" clId="{B8B62DCA-3363-4D8C-88AD-2D5BB864E55F}" dt="2025-03-18T16:39:39.776" v="929" actId="1076"/>
          <ac:spMkLst>
            <pc:docMk/>
            <pc:sldMk cId="3510991024" sldId="318"/>
            <ac:spMk id="5" creationId="{4DEE5287-CF17-472D-BED7-B4F856B64699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19:02:26.112" v="1159" actId="1076"/>
        <pc:sldMkLst>
          <pc:docMk/>
          <pc:sldMk cId="1492883222" sldId="319"/>
        </pc:sldMkLst>
        <pc:spChg chg="add mod">
          <ac:chgData name="Cesar Augusto Lopez Gallego" userId="0dfa9112-9251-4882-b472-cf2dfcee09d1" providerId="ADAL" clId="{B8B62DCA-3363-4D8C-88AD-2D5BB864E55F}" dt="2025-03-18T19:02:08.153" v="1150" actId="1076"/>
          <ac:spMkLst>
            <pc:docMk/>
            <pc:sldMk cId="1492883222" sldId="319"/>
            <ac:spMk id="3" creationId="{A09777C3-CEC9-454E-916D-4A346A144982}"/>
          </ac:spMkLst>
        </pc:spChg>
        <pc:spChg chg="add mod">
          <ac:chgData name="Cesar Augusto Lopez Gallego" userId="0dfa9112-9251-4882-b472-cf2dfcee09d1" providerId="ADAL" clId="{B8B62DCA-3363-4D8C-88AD-2D5BB864E55F}" dt="2025-03-18T19:00:44.489" v="1132" actId="14100"/>
          <ac:spMkLst>
            <pc:docMk/>
            <pc:sldMk cId="1492883222" sldId="319"/>
            <ac:spMk id="4" creationId="{BDC4AE53-65BF-4F37-A47B-4AB844ED44C8}"/>
          </ac:spMkLst>
        </pc:spChg>
        <pc:picChg chg="add mod">
          <ac:chgData name="Cesar Augusto Lopez Gallego" userId="0dfa9112-9251-4882-b472-cf2dfcee09d1" providerId="ADAL" clId="{B8B62DCA-3363-4D8C-88AD-2D5BB864E55F}" dt="2025-03-18T19:02:26.112" v="1159" actId="1076"/>
          <ac:picMkLst>
            <pc:docMk/>
            <pc:sldMk cId="1492883222" sldId="319"/>
            <ac:picMk id="6" creationId="{95A1A491-539E-4D27-B903-D85576D070A2}"/>
          </ac:picMkLst>
        </pc:picChg>
        <pc:picChg chg="add mod">
          <ac:chgData name="Cesar Augusto Lopez Gallego" userId="0dfa9112-9251-4882-b472-cf2dfcee09d1" providerId="ADAL" clId="{B8B62DCA-3363-4D8C-88AD-2D5BB864E55F}" dt="2025-03-18T19:02:20.761" v="1157" actId="1076"/>
          <ac:picMkLst>
            <pc:docMk/>
            <pc:sldMk cId="1492883222" sldId="319"/>
            <ac:picMk id="8" creationId="{B6FC0272-74A4-4E41-9ED6-D9E4E310E120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20:15:54.019" v="1174" actId="14100"/>
        <pc:sldMkLst>
          <pc:docMk/>
          <pc:sldMk cId="3393278101" sldId="320"/>
        </pc:sldMkLst>
        <pc:spChg chg="add mod">
          <ac:chgData name="Cesar Augusto Lopez Gallego" userId="0dfa9112-9251-4882-b472-cf2dfcee09d1" providerId="ADAL" clId="{B8B62DCA-3363-4D8C-88AD-2D5BB864E55F}" dt="2025-03-18T19:02:43.436" v="1162"/>
          <ac:spMkLst>
            <pc:docMk/>
            <pc:sldMk cId="3393278101" sldId="320"/>
            <ac:spMk id="2" creationId="{1CDB4E63-FB44-4C0A-A353-2A40ED6B5466}"/>
          </ac:spMkLst>
        </pc:spChg>
        <pc:spChg chg="add mod">
          <ac:chgData name="Cesar Augusto Lopez Gallego" userId="0dfa9112-9251-4882-b472-cf2dfcee09d1" providerId="ADAL" clId="{B8B62DCA-3363-4D8C-88AD-2D5BB864E55F}" dt="2025-03-18T20:13:08.036" v="1166" actId="1076"/>
          <ac:spMkLst>
            <pc:docMk/>
            <pc:sldMk cId="3393278101" sldId="320"/>
            <ac:spMk id="4" creationId="{68BD9651-1413-4951-8E12-38EAE190C27A}"/>
          </ac:spMkLst>
        </pc:spChg>
        <pc:picChg chg="add mod">
          <ac:chgData name="Cesar Augusto Lopez Gallego" userId="0dfa9112-9251-4882-b472-cf2dfcee09d1" providerId="ADAL" clId="{B8B62DCA-3363-4D8C-88AD-2D5BB864E55F}" dt="2025-03-18T20:15:35.956" v="1169" actId="14100"/>
          <ac:picMkLst>
            <pc:docMk/>
            <pc:sldMk cId="3393278101" sldId="320"/>
            <ac:picMk id="6" creationId="{A8BF5150-6CF9-414A-99BF-0E697DE864B2}"/>
          </ac:picMkLst>
        </pc:picChg>
        <pc:picChg chg="add mod">
          <ac:chgData name="Cesar Augusto Lopez Gallego" userId="0dfa9112-9251-4882-b472-cf2dfcee09d1" providerId="ADAL" clId="{B8B62DCA-3363-4D8C-88AD-2D5BB864E55F}" dt="2025-03-18T20:15:54.019" v="1174" actId="14100"/>
          <ac:picMkLst>
            <pc:docMk/>
            <pc:sldMk cId="3393278101" sldId="320"/>
            <ac:picMk id="8" creationId="{2DEA6C15-4B5F-44ED-86DB-6EC0084B33F4}"/>
          </ac:picMkLst>
        </pc:picChg>
      </pc:sldChg>
      <pc:sldChg chg="add">
        <pc:chgData name="Cesar Augusto Lopez Gallego" userId="0dfa9112-9251-4882-b472-cf2dfcee09d1" providerId="ADAL" clId="{B8B62DCA-3363-4D8C-88AD-2D5BB864E55F}" dt="2025-03-25T23:14:03.750" v="6177"/>
        <pc:sldMkLst>
          <pc:docMk/>
          <pc:sldMk cId="1096370430" sldId="321"/>
        </pc:sldMkLst>
      </pc:sldChg>
      <pc:sldChg chg="addSp delSp modSp new del mod">
        <pc:chgData name="Cesar Augusto Lopez Gallego" userId="0dfa9112-9251-4882-b472-cf2dfcee09d1" providerId="ADAL" clId="{B8B62DCA-3363-4D8C-88AD-2D5BB864E55F}" dt="2025-03-25T23:13:56.138" v="6176" actId="2696"/>
        <pc:sldMkLst>
          <pc:docMk/>
          <pc:sldMk cId="2423209036" sldId="321"/>
        </pc:sldMkLst>
        <pc:spChg chg="add del">
          <ac:chgData name="Cesar Augusto Lopez Gallego" userId="0dfa9112-9251-4882-b472-cf2dfcee09d1" providerId="ADAL" clId="{B8B62DCA-3363-4D8C-88AD-2D5BB864E55F}" dt="2025-03-18T20:18:58.205" v="1177" actId="22"/>
          <ac:spMkLst>
            <pc:docMk/>
            <pc:sldMk cId="2423209036" sldId="321"/>
            <ac:spMk id="3" creationId="{8376B6E2-A417-4D6A-888B-DCD9049C35E5}"/>
          </ac:spMkLst>
        </pc:spChg>
        <pc:spChg chg="add mod">
          <ac:chgData name="Cesar Augusto Lopez Gallego" userId="0dfa9112-9251-4882-b472-cf2dfcee09d1" providerId="ADAL" clId="{B8B62DCA-3363-4D8C-88AD-2D5BB864E55F}" dt="2025-03-18T20:19:09.187" v="1193" actId="20577"/>
          <ac:spMkLst>
            <pc:docMk/>
            <pc:sldMk cId="2423209036" sldId="321"/>
            <ac:spMk id="4" creationId="{CF093E43-CD0C-4DE6-98EC-4E11D4C250C2}"/>
          </ac:spMkLst>
        </pc:spChg>
        <pc:spChg chg="add mod">
          <ac:chgData name="Cesar Augusto Lopez Gallego" userId="0dfa9112-9251-4882-b472-cf2dfcee09d1" providerId="ADAL" clId="{B8B62DCA-3363-4D8C-88AD-2D5BB864E55F}" dt="2025-03-18T20:33:43.476" v="1387" actId="14100"/>
          <ac:spMkLst>
            <pc:docMk/>
            <pc:sldMk cId="2423209036" sldId="321"/>
            <ac:spMk id="6" creationId="{A1B15AFF-855A-4971-A069-B86938386662}"/>
          </ac:spMkLst>
        </pc:spChg>
        <pc:spChg chg="add del mod">
          <ac:chgData name="Cesar Augusto Lopez Gallego" userId="0dfa9112-9251-4882-b472-cf2dfcee09d1" providerId="ADAL" clId="{B8B62DCA-3363-4D8C-88AD-2D5BB864E55F}" dt="2025-03-18T20:28:32.902" v="1351"/>
          <ac:spMkLst>
            <pc:docMk/>
            <pc:sldMk cId="2423209036" sldId="321"/>
            <ac:spMk id="9" creationId="{52636CC2-DEAE-4A7E-9449-453B17509FFA}"/>
          </ac:spMkLst>
        </pc:spChg>
        <pc:picChg chg="add mod">
          <ac:chgData name="Cesar Augusto Lopez Gallego" userId="0dfa9112-9251-4882-b472-cf2dfcee09d1" providerId="ADAL" clId="{B8B62DCA-3363-4D8C-88AD-2D5BB864E55F}" dt="2025-03-18T20:33:59.387" v="1391" actId="14100"/>
          <ac:picMkLst>
            <pc:docMk/>
            <pc:sldMk cId="2423209036" sldId="321"/>
            <ac:picMk id="8" creationId="{BC1F1CAB-97C4-4F36-B998-20FBA231F4F8}"/>
          </ac:picMkLst>
        </pc:picChg>
        <pc:picChg chg="add mod">
          <ac:chgData name="Cesar Augusto Lopez Gallego" userId="0dfa9112-9251-4882-b472-cf2dfcee09d1" providerId="ADAL" clId="{B8B62DCA-3363-4D8C-88AD-2D5BB864E55F}" dt="2025-03-18T20:34:01.883" v="1392" actId="1076"/>
          <ac:picMkLst>
            <pc:docMk/>
            <pc:sldMk cId="2423209036" sldId="321"/>
            <ac:picMk id="11" creationId="{B7658B2F-BB97-46FC-ACD7-60B817F52197}"/>
          </ac:picMkLst>
        </pc:picChg>
      </pc:sldChg>
      <pc:sldChg chg="add">
        <pc:chgData name="Cesar Augusto Lopez Gallego" userId="0dfa9112-9251-4882-b472-cf2dfcee09d1" providerId="ADAL" clId="{B8B62DCA-3363-4D8C-88AD-2D5BB864E55F}" dt="2025-03-25T23:14:03.750" v="6177"/>
        <pc:sldMkLst>
          <pc:docMk/>
          <pc:sldMk cId="509111339" sldId="322"/>
        </pc:sldMkLst>
      </pc:sldChg>
      <pc:sldChg chg="addSp delSp modSp add del mod ord">
        <pc:chgData name="Cesar Augusto Lopez Gallego" userId="0dfa9112-9251-4882-b472-cf2dfcee09d1" providerId="ADAL" clId="{B8B62DCA-3363-4D8C-88AD-2D5BB864E55F}" dt="2025-03-25T23:13:56.138" v="6176" actId="2696"/>
        <pc:sldMkLst>
          <pc:docMk/>
          <pc:sldMk cId="1333649308" sldId="322"/>
        </pc:sldMkLst>
        <pc:spChg chg="del">
          <ac:chgData name="Cesar Augusto Lopez Gallego" userId="0dfa9112-9251-4882-b472-cf2dfcee09d1" providerId="ADAL" clId="{B8B62DCA-3363-4D8C-88AD-2D5BB864E55F}" dt="2025-03-18T20:32:00.396" v="1366" actId="478"/>
          <ac:spMkLst>
            <pc:docMk/>
            <pc:sldMk cId="1333649308" sldId="322"/>
            <ac:spMk id="6" creationId="{A1B15AFF-855A-4971-A069-B86938386662}"/>
          </ac:spMkLst>
        </pc:spChg>
        <pc:picChg chg="add mod">
          <ac:chgData name="Cesar Augusto Lopez Gallego" userId="0dfa9112-9251-4882-b472-cf2dfcee09d1" providerId="ADAL" clId="{B8B62DCA-3363-4D8C-88AD-2D5BB864E55F}" dt="2025-03-18T20:32:47.499" v="1376" actId="14100"/>
          <ac:picMkLst>
            <pc:docMk/>
            <pc:sldMk cId="1333649308" sldId="322"/>
            <ac:picMk id="3" creationId="{998D5257-27CC-414F-BDC6-2B72FA3B84C3}"/>
          </ac:picMkLst>
        </pc:picChg>
        <pc:picChg chg="add mod">
          <ac:chgData name="Cesar Augusto Lopez Gallego" userId="0dfa9112-9251-4882-b472-cf2dfcee09d1" providerId="ADAL" clId="{B8B62DCA-3363-4D8C-88AD-2D5BB864E55F}" dt="2025-03-18T20:32:43.731" v="1374" actId="14100"/>
          <ac:picMkLst>
            <pc:docMk/>
            <pc:sldMk cId="1333649308" sldId="322"/>
            <ac:picMk id="7" creationId="{71E5B5BD-B087-4492-98B3-5B76457A6BD5}"/>
          </ac:picMkLst>
        </pc:picChg>
        <pc:picChg chg="del">
          <ac:chgData name="Cesar Augusto Lopez Gallego" userId="0dfa9112-9251-4882-b472-cf2dfcee09d1" providerId="ADAL" clId="{B8B62DCA-3363-4D8C-88AD-2D5BB864E55F}" dt="2025-03-18T20:32:00.396" v="1366" actId="478"/>
          <ac:picMkLst>
            <pc:docMk/>
            <pc:sldMk cId="1333649308" sldId="322"/>
            <ac:picMk id="8" creationId="{BC1F1CAB-97C4-4F36-B998-20FBA231F4F8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18T20:46:39.930" v="1460" actId="1076"/>
        <pc:sldMkLst>
          <pc:docMk/>
          <pc:sldMk cId="3673458353" sldId="323"/>
        </pc:sldMkLst>
        <pc:spChg chg="add mod">
          <ac:chgData name="Cesar Augusto Lopez Gallego" userId="0dfa9112-9251-4882-b472-cf2dfcee09d1" providerId="ADAL" clId="{B8B62DCA-3363-4D8C-88AD-2D5BB864E55F}" dt="2025-03-18T20:38:48.880" v="1418"/>
          <ac:spMkLst>
            <pc:docMk/>
            <pc:sldMk cId="3673458353" sldId="323"/>
            <ac:spMk id="2" creationId="{2C3CAC92-5CF1-4302-994A-FBA581821DB4}"/>
          </ac:spMkLst>
        </pc:spChg>
        <pc:spChg chg="add mod">
          <ac:chgData name="Cesar Augusto Lopez Gallego" userId="0dfa9112-9251-4882-b472-cf2dfcee09d1" providerId="ADAL" clId="{B8B62DCA-3363-4D8C-88AD-2D5BB864E55F}" dt="2025-03-18T20:45:30.330" v="1459" actId="1076"/>
          <ac:spMkLst>
            <pc:docMk/>
            <pc:sldMk cId="3673458353" sldId="323"/>
            <ac:spMk id="4" creationId="{BEBCEA73-3EAF-4F80-BC3B-688D504CF691}"/>
          </ac:spMkLst>
        </pc:spChg>
        <pc:spChg chg="add mod">
          <ac:chgData name="Cesar Augusto Lopez Gallego" userId="0dfa9112-9251-4882-b472-cf2dfcee09d1" providerId="ADAL" clId="{B8B62DCA-3363-4D8C-88AD-2D5BB864E55F}" dt="2025-03-18T20:46:39.930" v="1460" actId="1076"/>
          <ac:spMkLst>
            <pc:docMk/>
            <pc:sldMk cId="3673458353" sldId="323"/>
            <ac:spMk id="6" creationId="{C515A448-2F95-42F6-966E-B649EBCD7ADF}"/>
          </ac:spMkLst>
        </pc:spChg>
        <pc:spChg chg="add mod">
          <ac:chgData name="Cesar Augusto Lopez Gallego" userId="0dfa9112-9251-4882-b472-cf2dfcee09d1" providerId="ADAL" clId="{B8B62DCA-3363-4D8C-88AD-2D5BB864E55F}" dt="2025-03-18T20:46:39.930" v="1460" actId="1076"/>
          <ac:spMkLst>
            <pc:docMk/>
            <pc:sldMk cId="3673458353" sldId="323"/>
            <ac:spMk id="8" creationId="{23437F31-63D6-4916-8837-D1EFE81471A4}"/>
          </ac:spMkLst>
        </pc:spChg>
        <pc:spChg chg="add del mod">
          <ac:chgData name="Cesar Augusto Lopez Gallego" userId="0dfa9112-9251-4882-b472-cf2dfcee09d1" providerId="ADAL" clId="{B8B62DCA-3363-4D8C-88AD-2D5BB864E55F}" dt="2025-03-18T20:40:51.571" v="1449" actId="478"/>
          <ac:spMkLst>
            <pc:docMk/>
            <pc:sldMk cId="3673458353" sldId="323"/>
            <ac:spMk id="10" creationId="{873A7011-195C-4A37-A2F7-3783B4CD81E6}"/>
          </ac:spMkLst>
        </pc:spChg>
        <pc:spChg chg="add mod">
          <ac:chgData name="Cesar Augusto Lopez Gallego" userId="0dfa9112-9251-4882-b472-cf2dfcee09d1" providerId="ADAL" clId="{B8B62DCA-3363-4D8C-88AD-2D5BB864E55F}" dt="2025-03-18T20:46:39.930" v="1460" actId="1076"/>
          <ac:spMkLst>
            <pc:docMk/>
            <pc:sldMk cId="3673458353" sldId="323"/>
            <ac:spMk id="12" creationId="{A28DFCBA-B3B4-4A68-9A87-9BA6A6E4A2F8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22:02:13.223" v="1908" actId="11529"/>
        <pc:sldMkLst>
          <pc:docMk/>
          <pc:sldMk cId="2901166387" sldId="324"/>
        </pc:sldMkLst>
        <pc:spChg chg="add mod">
          <ac:chgData name="Cesar Augusto Lopez Gallego" userId="0dfa9112-9251-4882-b472-cf2dfcee09d1" providerId="ADAL" clId="{B8B62DCA-3363-4D8C-88AD-2D5BB864E55F}" dt="2025-03-18T20:55:37.202" v="1515" actId="20577"/>
          <ac:spMkLst>
            <pc:docMk/>
            <pc:sldMk cId="2901166387" sldId="324"/>
            <ac:spMk id="2" creationId="{9D1B618B-15A7-4E4E-B932-633C03F82E89}"/>
          </ac:spMkLst>
        </pc:spChg>
        <pc:spChg chg="add mod">
          <ac:chgData name="Cesar Augusto Lopez Gallego" userId="0dfa9112-9251-4882-b472-cf2dfcee09d1" providerId="ADAL" clId="{B8B62DCA-3363-4D8C-88AD-2D5BB864E55F}" dt="2025-03-18T20:58:21.025" v="1660" actId="1076"/>
          <ac:spMkLst>
            <pc:docMk/>
            <pc:sldMk cId="2901166387" sldId="324"/>
            <ac:spMk id="4" creationId="{D088C229-08D8-4011-B738-3228FE64ED72}"/>
          </ac:spMkLst>
        </pc:spChg>
        <pc:spChg chg="add del">
          <ac:chgData name="Cesar Augusto Lopez Gallego" userId="0dfa9112-9251-4882-b472-cf2dfcee09d1" providerId="ADAL" clId="{B8B62DCA-3363-4D8C-88AD-2D5BB864E55F}" dt="2025-03-18T20:57:29.708" v="1651" actId="22"/>
          <ac:spMkLst>
            <pc:docMk/>
            <pc:sldMk cId="2901166387" sldId="324"/>
            <ac:spMk id="6" creationId="{4D261CEC-7FF6-4F84-8791-B94067463F61}"/>
          </ac:spMkLst>
        </pc:spChg>
        <pc:picChg chg="add del mod">
          <ac:chgData name="Cesar Augusto Lopez Gallego" userId="0dfa9112-9251-4882-b472-cf2dfcee09d1" providerId="ADAL" clId="{B8B62DCA-3363-4D8C-88AD-2D5BB864E55F}" dt="2025-03-18T20:58:38.818" v="1662" actId="478"/>
          <ac:picMkLst>
            <pc:docMk/>
            <pc:sldMk cId="2901166387" sldId="324"/>
            <ac:picMk id="8" creationId="{B212F0EE-AC0F-4C31-8D76-AE5BE6A72726}"/>
          </ac:picMkLst>
        </pc:picChg>
        <pc:picChg chg="add mod">
          <ac:chgData name="Cesar Augusto Lopez Gallego" userId="0dfa9112-9251-4882-b472-cf2dfcee09d1" providerId="ADAL" clId="{B8B62DCA-3363-4D8C-88AD-2D5BB864E55F}" dt="2025-03-18T21:38:10.968" v="1684" actId="1076"/>
          <ac:picMkLst>
            <pc:docMk/>
            <pc:sldMk cId="2901166387" sldId="324"/>
            <ac:picMk id="10" creationId="{B54C7730-D466-4368-B662-B2DA8BB9241E}"/>
          </ac:picMkLst>
        </pc:picChg>
        <pc:picChg chg="add mod">
          <ac:chgData name="Cesar Augusto Lopez Gallego" userId="0dfa9112-9251-4882-b472-cf2dfcee09d1" providerId="ADAL" clId="{B8B62DCA-3363-4D8C-88AD-2D5BB864E55F}" dt="2025-03-18T21:38:10.968" v="1684" actId="1076"/>
          <ac:picMkLst>
            <pc:docMk/>
            <pc:sldMk cId="2901166387" sldId="324"/>
            <ac:picMk id="12" creationId="{8D2D8EDB-D1F5-4632-8193-6C80C865170A}"/>
          </ac:picMkLst>
        </pc:picChg>
        <pc:picChg chg="add mod">
          <ac:chgData name="Cesar Augusto Lopez Gallego" userId="0dfa9112-9251-4882-b472-cf2dfcee09d1" providerId="ADAL" clId="{B8B62DCA-3363-4D8C-88AD-2D5BB864E55F}" dt="2025-03-18T21:38:10.968" v="1684" actId="1076"/>
          <ac:picMkLst>
            <pc:docMk/>
            <pc:sldMk cId="2901166387" sldId="324"/>
            <ac:picMk id="14" creationId="{3FDE4C35-5E1B-496F-90D2-E4CE761EB005}"/>
          </ac:picMkLst>
        </pc:picChg>
        <pc:picChg chg="add mod">
          <ac:chgData name="Cesar Augusto Lopez Gallego" userId="0dfa9112-9251-4882-b472-cf2dfcee09d1" providerId="ADAL" clId="{B8B62DCA-3363-4D8C-88AD-2D5BB864E55F}" dt="2025-03-18T21:38:10.968" v="1684" actId="1076"/>
          <ac:picMkLst>
            <pc:docMk/>
            <pc:sldMk cId="2901166387" sldId="324"/>
            <ac:picMk id="16" creationId="{0E388BFA-7F72-46B6-BBCF-052D86B21CB3}"/>
          </ac:picMkLst>
        </pc:picChg>
        <pc:cxnChg chg="add">
          <ac:chgData name="Cesar Augusto Lopez Gallego" userId="0dfa9112-9251-4882-b472-cf2dfcee09d1" providerId="ADAL" clId="{B8B62DCA-3363-4D8C-88AD-2D5BB864E55F}" dt="2025-03-18T22:02:13.223" v="1908" actId="11529"/>
          <ac:cxnSpMkLst>
            <pc:docMk/>
            <pc:sldMk cId="2901166387" sldId="324"/>
            <ac:cxnSpMk id="18" creationId="{4F5758F4-D094-4C69-8A3F-B08919C720A7}"/>
          </ac:cxnSpMkLst>
        </pc:cxnChg>
      </pc:sldChg>
      <pc:sldChg chg="addSp delSp modSp new mod">
        <pc:chgData name="Cesar Augusto Lopez Gallego" userId="0dfa9112-9251-4882-b472-cf2dfcee09d1" providerId="ADAL" clId="{B8B62DCA-3363-4D8C-88AD-2D5BB864E55F}" dt="2025-03-18T21:54:55.053" v="1785" actId="1076"/>
        <pc:sldMkLst>
          <pc:docMk/>
          <pc:sldMk cId="906998186" sldId="325"/>
        </pc:sldMkLst>
        <pc:spChg chg="add mod">
          <ac:chgData name="Cesar Augusto Lopez Gallego" userId="0dfa9112-9251-4882-b472-cf2dfcee09d1" providerId="ADAL" clId="{B8B62DCA-3363-4D8C-88AD-2D5BB864E55F}" dt="2025-03-18T21:50:19.397" v="1718" actId="20577"/>
          <ac:spMkLst>
            <pc:docMk/>
            <pc:sldMk cId="906998186" sldId="325"/>
            <ac:spMk id="2" creationId="{FED09263-EAB6-43F2-9272-1D9374B65C41}"/>
          </ac:spMkLst>
        </pc:spChg>
        <pc:spChg chg="add mod">
          <ac:chgData name="Cesar Augusto Lopez Gallego" userId="0dfa9112-9251-4882-b472-cf2dfcee09d1" providerId="ADAL" clId="{B8B62DCA-3363-4D8C-88AD-2D5BB864E55F}" dt="2025-03-18T21:52:30.653" v="1768" actId="1076"/>
          <ac:spMkLst>
            <pc:docMk/>
            <pc:sldMk cId="906998186" sldId="325"/>
            <ac:spMk id="4" creationId="{5567395E-DEC7-4DA7-9817-5870BB484B0F}"/>
          </ac:spMkLst>
        </pc:spChg>
        <pc:spChg chg="add mod">
          <ac:chgData name="Cesar Augusto Lopez Gallego" userId="0dfa9112-9251-4882-b472-cf2dfcee09d1" providerId="ADAL" clId="{B8B62DCA-3363-4D8C-88AD-2D5BB864E55F}" dt="2025-03-18T21:54:55.053" v="1785" actId="1076"/>
          <ac:spMkLst>
            <pc:docMk/>
            <pc:sldMk cId="906998186" sldId="325"/>
            <ac:spMk id="6" creationId="{01822F55-30DE-4E82-B132-9FE8319B9095}"/>
          </ac:spMkLst>
        </pc:spChg>
        <pc:spChg chg="add del mod">
          <ac:chgData name="Cesar Augusto Lopez Gallego" userId="0dfa9112-9251-4882-b472-cf2dfcee09d1" providerId="ADAL" clId="{B8B62DCA-3363-4D8C-88AD-2D5BB864E55F}" dt="2025-03-18T21:54:50.022" v="1784" actId="478"/>
          <ac:spMkLst>
            <pc:docMk/>
            <pc:sldMk cId="906998186" sldId="325"/>
            <ac:spMk id="8" creationId="{CF94A3E0-C58D-4B62-BEDA-21F292A8B8C7}"/>
          </ac:spMkLst>
        </pc:spChg>
        <pc:spChg chg="add del mod">
          <ac:chgData name="Cesar Augusto Lopez Gallego" userId="0dfa9112-9251-4882-b472-cf2dfcee09d1" providerId="ADAL" clId="{B8B62DCA-3363-4D8C-88AD-2D5BB864E55F}" dt="2025-03-18T21:54:50.022" v="1784" actId="478"/>
          <ac:spMkLst>
            <pc:docMk/>
            <pc:sldMk cId="906998186" sldId="325"/>
            <ac:spMk id="10" creationId="{2669DD92-4734-4056-A274-B3EB7138B6EF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21:54:06.062" v="1782" actId="1076"/>
        <pc:sldMkLst>
          <pc:docMk/>
          <pc:sldMk cId="1204364669" sldId="326"/>
        </pc:sldMkLst>
        <pc:spChg chg="add mod">
          <ac:chgData name="Cesar Augusto Lopez Gallego" userId="0dfa9112-9251-4882-b472-cf2dfcee09d1" providerId="ADAL" clId="{B8B62DCA-3363-4D8C-88AD-2D5BB864E55F}" dt="2025-03-18T21:53:38.875" v="1777"/>
          <ac:spMkLst>
            <pc:docMk/>
            <pc:sldMk cId="1204364669" sldId="326"/>
            <ac:spMk id="2" creationId="{9016ABA3-A653-4DB7-9807-2797858C73F4}"/>
          </ac:spMkLst>
        </pc:spChg>
        <pc:picChg chg="add mod">
          <ac:chgData name="Cesar Augusto Lopez Gallego" userId="0dfa9112-9251-4882-b472-cf2dfcee09d1" providerId="ADAL" clId="{B8B62DCA-3363-4D8C-88AD-2D5BB864E55F}" dt="2025-03-18T21:54:06.062" v="1782" actId="1076"/>
          <ac:picMkLst>
            <pc:docMk/>
            <pc:sldMk cId="1204364669" sldId="326"/>
            <ac:picMk id="4" creationId="{53CBC57C-5FD3-47A4-905E-D3C2FE0D5FD6}"/>
          </ac:picMkLst>
        </pc:picChg>
      </pc:sldChg>
      <pc:sldChg chg="delSp modSp add mod">
        <pc:chgData name="Cesar Augusto Lopez Gallego" userId="0dfa9112-9251-4882-b472-cf2dfcee09d1" providerId="ADAL" clId="{B8B62DCA-3363-4D8C-88AD-2D5BB864E55F}" dt="2025-03-18T21:57:01.041" v="1810" actId="20577"/>
        <pc:sldMkLst>
          <pc:docMk/>
          <pc:sldMk cId="3411986487" sldId="327"/>
        </pc:sldMkLst>
        <pc:spChg chg="del">
          <ac:chgData name="Cesar Augusto Lopez Gallego" userId="0dfa9112-9251-4882-b472-cf2dfcee09d1" providerId="ADAL" clId="{B8B62DCA-3363-4D8C-88AD-2D5BB864E55F}" dt="2025-03-18T21:54:59.709" v="1786" actId="478"/>
          <ac:spMkLst>
            <pc:docMk/>
            <pc:sldMk cId="3411986487" sldId="327"/>
            <ac:spMk id="4" creationId="{5567395E-DEC7-4DA7-9817-5870BB484B0F}"/>
          </ac:spMkLst>
        </pc:spChg>
        <pc:spChg chg="del">
          <ac:chgData name="Cesar Augusto Lopez Gallego" userId="0dfa9112-9251-4882-b472-cf2dfcee09d1" providerId="ADAL" clId="{B8B62DCA-3363-4D8C-88AD-2D5BB864E55F}" dt="2025-03-18T21:54:59.709" v="1786" actId="478"/>
          <ac:spMkLst>
            <pc:docMk/>
            <pc:sldMk cId="3411986487" sldId="327"/>
            <ac:spMk id="6" creationId="{01822F55-30DE-4E82-B132-9FE8319B9095}"/>
          </ac:spMkLst>
        </pc:spChg>
        <pc:spChg chg="mod">
          <ac:chgData name="Cesar Augusto Lopez Gallego" userId="0dfa9112-9251-4882-b472-cf2dfcee09d1" providerId="ADAL" clId="{B8B62DCA-3363-4D8C-88AD-2D5BB864E55F}" dt="2025-03-18T21:56:54.446" v="1808" actId="208"/>
          <ac:spMkLst>
            <pc:docMk/>
            <pc:sldMk cId="3411986487" sldId="327"/>
            <ac:spMk id="8" creationId="{CF94A3E0-C58D-4B62-BEDA-21F292A8B8C7}"/>
          </ac:spMkLst>
        </pc:spChg>
        <pc:spChg chg="mod">
          <ac:chgData name="Cesar Augusto Lopez Gallego" userId="0dfa9112-9251-4882-b472-cf2dfcee09d1" providerId="ADAL" clId="{B8B62DCA-3363-4D8C-88AD-2D5BB864E55F}" dt="2025-03-18T21:57:01.041" v="1810" actId="20577"/>
          <ac:spMkLst>
            <pc:docMk/>
            <pc:sldMk cId="3411986487" sldId="327"/>
            <ac:spMk id="10" creationId="{2669DD92-4734-4056-A274-B3EB7138B6EF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22:21:15.952" v="2490" actId="20577"/>
        <pc:sldMkLst>
          <pc:docMk/>
          <pc:sldMk cId="3797430530" sldId="328"/>
        </pc:sldMkLst>
        <pc:spChg chg="add mod">
          <ac:chgData name="Cesar Augusto Lopez Gallego" userId="0dfa9112-9251-4882-b472-cf2dfcee09d1" providerId="ADAL" clId="{B8B62DCA-3363-4D8C-88AD-2D5BB864E55F}" dt="2025-03-18T22:21:15.952" v="2490" actId="20577"/>
          <ac:spMkLst>
            <pc:docMk/>
            <pc:sldMk cId="3797430530" sldId="328"/>
            <ac:spMk id="2" creationId="{D94FD2FC-3F7B-430D-A697-123065677784}"/>
          </ac:spMkLst>
        </pc:spChg>
        <pc:spChg chg="add del">
          <ac:chgData name="Cesar Augusto Lopez Gallego" userId="0dfa9112-9251-4882-b472-cf2dfcee09d1" providerId="ADAL" clId="{B8B62DCA-3363-4D8C-88AD-2D5BB864E55F}" dt="2025-03-18T21:57:50.250" v="1814" actId="22"/>
          <ac:spMkLst>
            <pc:docMk/>
            <pc:sldMk cId="3797430530" sldId="328"/>
            <ac:spMk id="4" creationId="{18064210-C55E-4857-A600-1F21E0704F82}"/>
          </ac:spMkLst>
        </pc:spChg>
        <pc:spChg chg="add mod">
          <ac:chgData name="Cesar Augusto Lopez Gallego" userId="0dfa9112-9251-4882-b472-cf2dfcee09d1" providerId="ADAL" clId="{B8B62DCA-3363-4D8C-88AD-2D5BB864E55F}" dt="2025-03-18T21:58:13.338" v="1827" actId="14100"/>
          <ac:spMkLst>
            <pc:docMk/>
            <pc:sldMk cId="3797430530" sldId="328"/>
            <ac:spMk id="6" creationId="{2AEC0E94-213E-431D-9797-DB03112CCDAA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22:23:19.207" v="2600" actId="20577"/>
        <pc:sldMkLst>
          <pc:docMk/>
          <pc:sldMk cId="4245569325" sldId="329"/>
        </pc:sldMkLst>
        <pc:spChg chg="add mod">
          <ac:chgData name="Cesar Augusto Lopez Gallego" userId="0dfa9112-9251-4882-b472-cf2dfcee09d1" providerId="ADAL" clId="{B8B62DCA-3363-4D8C-88AD-2D5BB864E55F}" dt="2025-03-18T22:05:36.477" v="1952" actId="20577"/>
          <ac:spMkLst>
            <pc:docMk/>
            <pc:sldMk cId="4245569325" sldId="329"/>
            <ac:spMk id="2" creationId="{44E609A8-84CE-44EC-A18B-D38EF3CD2646}"/>
          </ac:spMkLst>
        </pc:spChg>
        <pc:spChg chg="add mod">
          <ac:chgData name="Cesar Augusto Lopez Gallego" userId="0dfa9112-9251-4882-b472-cf2dfcee09d1" providerId="ADAL" clId="{B8B62DCA-3363-4D8C-88AD-2D5BB864E55F}" dt="2025-03-18T22:13:08.750" v="2155" actId="1076"/>
          <ac:spMkLst>
            <pc:docMk/>
            <pc:sldMk cId="4245569325" sldId="329"/>
            <ac:spMk id="4" creationId="{166553D3-3319-48BB-8500-7B7793625B8D}"/>
          </ac:spMkLst>
        </pc:spChg>
        <pc:spChg chg="add mod">
          <ac:chgData name="Cesar Augusto Lopez Gallego" userId="0dfa9112-9251-4882-b472-cf2dfcee09d1" providerId="ADAL" clId="{B8B62DCA-3363-4D8C-88AD-2D5BB864E55F}" dt="2025-03-18T22:13:35.654" v="2159" actId="1076"/>
          <ac:spMkLst>
            <pc:docMk/>
            <pc:sldMk cId="4245569325" sldId="329"/>
            <ac:spMk id="6" creationId="{859958D5-B98D-4DB4-8AC0-397532F366FC}"/>
          </ac:spMkLst>
        </pc:spChg>
        <pc:spChg chg="add mod">
          <ac:chgData name="Cesar Augusto Lopez Gallego" userId="0dfa9112-9251-4882-b472-cf2dfcee09d1" providerId="ADAL" clId="{B8B62DCA-3363-4D8C-88AD-2D5BB864E55F}" dt="2025-03-18T22:18:32.763" v="2327" actId="1076"/>
          <ac:spMkLst>
            <pc:docMk/>
            <pc:sldMk cId="4245569325" sldId="329"/>
            <ac:spMk id="8" creationId="{CFEA9CC5-254E-436E-AFCF-B52C41C51255}"/>
          </ac:spMkLst>
        </pc:spChg>
        <pc:spChg chg="add mod">
          <ac:chgData name="Cesar Augusto Lopez Gallego" userId="0dfa9112-9251-4882-b472-cf2dfcee09d1" providerId="ADAL" clId="{B8B62DCA-3363-4D8C-88AD-2D5BB864E55F}" dt="2025-03-18T22:21:27.013" v="2492" actId="113"/>
          <ac:spMkLst>
            <pc:docMk/>
            <pc:sldMk cId="4245569325" sldId="329"/>
            <ac:spMk id="10" creationId="{480FBCBA-63E3-4AD9-BF6B-B5125641EFD6}"/>
          </ac:spMkLst>
        </pc:spChg>
        <pc:spChg chg="add mod">
          <ac:chgData name="Cesar Augusto Lopez Gallego" userId="0dfa9112-9251-4882-b472-cf2dfcee09d1" providerId="ADAL" clId="{B8B62DCA-3363-4D8C-88AD-2D5BB864E55F}" dt="2025-03-18T22:21:31.171" v="2494" actId="113"/>
          <ac:spMkLst>
            <pc:docMk/>
            <pc:sldMk cId="4245569325" sldId="329"/>
            <ac:spMk id="12" creationId="{284EB804-084D-4B8F-8645-D27D95141F58}"/>
          </ac:spMkLst>
        </pc:spChg>
        <pc:spChg chg="add mod">
          <ac:chgData name="Cesar Augusto Lopez Gallego" userId="0dfa9112-9251-4882-b472-cf2dfcee09d1" providerId="ADAL" clId="{B8B62DCA-3363-4D8C-88AD-2D5BB864E55F}" dt="2025-03-18T22:23:19.207" v="2600" actId="20577"/>
          <ac:spMkLst>
            <pc:docMk/>
            <pc:sldMk cId="4245569325" sldId="329"/>
            <ac:spMk id="14" creationId="{74B39345-7C2E-448E-AFFD-DA39F75AFE45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22:25:02.431" v="2611" actId="1076"/>
        <pc:sldMkLst>
          <pc:docMk/>
          <pc:sldMk cId="2078817600" sldId="330"/>
        </pc:sldMkLst>
        <pc:spChg chg="add del mod">
          <ac:chgData name="Cesar Augusto Lopez Gallego" userId="0dfa9112-9251-4882-b472-cf2dfcee09d1" providerId="ADAL" clId="{B8B62DCA-3363-4D8C-88AD-2D5BB864E55F}" dt="2025-03-18T22:23:59.466" v="2603"/>
          <ac:spMkLst>
            <pc:docMk/>
            <pc:sldMk cId="2078817600" sldId="330"/>
            <ac:spMk id="3" creationId="{91124B39-0F46-4245-9BFC-DE4AB858DA6B}"/>
          </ac:spMkLst>
        </pc:spChg>
        <pc:spChg chg="add mod">
          <ac:chgData name="Cesar Augusto Lopez Gallego" userId="0dfa9112-9251-4882-b472-cf2dfcee09d1" providerId="ADAL" clId="{B8B62DCA-3363-4D8C-88AD-2D5BB864E55F}" dt="2025-03-18T22:25:02.431" v="2611" actId="1076"/>
          <ac:spMkLst>
            <pc:docMk/>
            <pc:sldMk cId="2078817600" sldId="330"/>
            <ac:spMk id="7" creationId="{8428C2C0-313B-407E-8599-188C2FF627FD}"/>
          </ac:spMkLst>
        </pc:spChg>
        <pc:graphicFrameChg chg="add del mod">
          <ac:chgData name="Cesar Augusto Lopez Gallego" userId="0dfa9112-9251-4882-b472-cf2dfcee09d1" providerId="ADAL" clId="{B8B62DCA-3363-4D8C-88AD-2D5BB864E55F}" dt="2025-03-18T22:23:59.466" v="2603"/>
          <ac:graphicFrameMkLst>
            <pc:docMk/>
            <pc:sldMk cId="2078817600" sldId="330"/>
            <ac:graphicFrameMk id="2" creationId="{70155822-A1E8-4F46-A051-E05AC3766F94}"/>
          </ac:graphicFrameMkLst>
        </pc:graphicFrameChg>
        <pc:picChg chg="add mod">
          <ac:chgData name="Cesar Augusto Lopez Gallego" userId="0dfa9112-9251-4882-b472-cf2dfcee09d1" providerId="ADAL" clId="{B8B62DCA-3363-4D8C-88AD-2D5BB864E55F}" dt="2025-03-18T22:24:44.022" v="2607" actId="1076"/>
          <ac:picMkLst>
            <pc:docMk/>
            <pc:sldMk cId="2078817600" sldId="330"/>
            <ac:picMk id="5" creationId="{B33B590E-FECC-4AE7-9419-D50B7AE28BA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22:31:43.773" v="2701"/>
        <pc:sldMkLst>
          <pc:docMk/>
          <pc:sldMk cId="893572343" sldId="331"/>
        </pc:sldMkLst>
        <pc:spChg chg="add mod">
          <ac:chgData name="Cesar Augusto Lopez Gallego" userId="0dfa9112-9251-4882-b472-cf2dfcee09d1" providerId="ADAL" clId="{B8B62DCA-3363-4D8C-88AD-2D5BB864E55F}" dt="2025-03-18T22:28:18.908" v="2651" actId="20577"/>
          <ac:spMkLst>
            <pc:docMk/>
            <pc:sldMk cId="893572343" sldId="331"/>
            <ac:spMk id="2" creationId="{9B6D6570-4D44-4ACD-8C20-66EF02612FCC}"/>
          </ac:spMkLst>
        </pc:spChg>
        <pc:spChg chg="add mod">
          <ac:chgData name="Cesar Augusto Lopez Gallego" userId="0dfa9112-9251-4882-b472-cf2dfcee09d1" providerId="ADAL" clId="{B8B62DCA-3363-4D8C-88AD-2D5BB864E55F}" dt="2025-03-18T22:28:47.166" v="2656" actId="207"/>
          <ac:spMkLst>
            <pc:docMk/>
            <pc:sldMk cId="893572343" sldId="331"/>
            <ac:spMk id="4" creationId="{611ED203-74D4-40F8-9FB1-D8400F729D29}"/>
          </ac:spMkLst>
        </pc:spChg>
        <pc:spChg chg="add mod">
          <ac:chgData name="Cesar Augusto Lopez Gallego" userId="0dfa9112-9251-4882-b472-cf2dfcee09d1" providerId="ADAL" clId="{B8B62DCA-3363-4D8C-88AD-2D5BB864E55F}" dt="2025-03-18T22:31:43.773" v="2701"/>
          <ac:spMkLst>
            <pc:docMk/>
            <pc:sldMk cId="893572343" sldId="331"/>
            <ac:spMk id="6" creationId="{DFA330E6-3060-4923-A36A-74B77000CE5E}"/>
          </ac:spMkLst>
        </pc:spChg>
      </pc:sldChg>
      <pc:sldChg chg="addSp delSp modSp new mod">
        <pc:chgData name="Cesar Augusto Lopez Gallego" userId="0dfa9112-9251-4882-b472-cf2dfcee09d1" providerId="ADAL" clId="{B8B62DCA-3363-4D8C-88AD-2D5BB864E55F}" dt="2025-03-18T22:35:41.661" v="2759" actId="1076"/>
        <pc:sldMkLst>
          <pc:docMk/>
          <pc:sldMk cId="1898379679" sldId="332"/>
        </pc:sldMkLst>
        <pc:spChg chg="add mod">
          <ac:chgData name="Cesar Augusto Lopez Gallego" userId="0dfa9112-9251-4882-b472-cf2dfcee09d1" providerId="ADAL" clId="{B8B62DCA-3363-4D8C-88AD-2D5BB864E55F}" dt="2025-03-18T22:31:00.036" v="2692"/>
          <ac:spMkLst>
            <pc:docMk/>
            <pc:sldMk cId="1898379679" sldId="332"/>
            <ac:spMk id="2" creationId="{39E08619-D506-4C0E-A415-B2417214C99C}"/>
          </ac:spMkLst>
        </pc:spChg>
        <pc:spChg chg="add mod">
          <ac:chgData name="Cesar Augusto Lopez Gallego" userId="0dfa9112-9251-4882-b472-cf2dfcee09d1" providerId="ADAL" clId="{B8B62DCA-3363-4D8C-88AD-2D5BB864E55F}" dt="2025-03-18T22:35:41.661" v="2759" actId="1076"/>
          <ac:spMkLst>
            <pc:docMk/>
            <pc:sldMk cId="1898379679" sldId="332"/>
            <ac:spMk id="4" creationId="{78AC5ECF-5A95-4A2E-9900-325FE9B2EE26}"/>
          </ac:spMkLst>
        </pc:spChg>
        <pc:spChg chg="add del">
          <ac:chgData name="Cesar Augusto Lopez Gallego" userId="0dfa9112-9251-4882-b472-cf2dfcee09d1" providerId="ADAL" clId="{B8B62DCA-3363-4D8C-88AD-2D5BB864E55F}" dt="2025-03-18T22:32:46.003" v="2706"/>
          <ac:spMkLst>
            <pc:docMk/>
            <pc:sldMk cId="1898379679" sldId="332"/>
            <ac:spMk id="5" creationId="{7DE5A6CB-F1E4-44E6-BD1F-2C1AC4B1DA22}"/>
          </ac:spMkLst>
        </pc:spChg>
        <pc:spChg chg="add del mod">
          <ac:chgData name="Cesar Augusto Lopez Gallego" userId="0dfa9112-9251-4882-b472-cf2dfcee09d1" providerId="ADAL" clId="{B8B62DCA-3363-4D8C-88AD-2D5BB864E55F}" dt="2025-03-18T22:33:18.260" v="2713" actId="478"/>
          <ac:spMkLst>
            <pc:docMk/>
            <pc:sldMk cId="1898379679" sldId="332"/>
            <ac:spMk id="6" creationId="{8391EBB8-AD34-4E03-992B-332FF2B20460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22:49:24.466" v="2919" actId="20577"/>
        <pc:sldMkLst>
          <pc:docMk/>
          <pc:sldMk cId="1223304246" sldId="333"/>
        </pc:sldMkLst>
        <pc:spChg chg="add mod">
          <ac:chgData name="Cesar Augusto Lopez Gallego" userId="0dfa9112-9251-4882-b472-cf2dfcee09d1" providerId="ADAL" clId="{B8B62DCA-3363-4D8C-88AD-2D5BB864E55F}" dt="2025-03-18T22:38:58.281" v="2818" actId="20577"/>
          <ac:spMkLst>
            <pc:docMk/>
            <pc:sldMk cId="1223304246" sldId="333"/>
            <ac:spMk id="2" creationId="{D86C5150-F651-4322-B441-61A35690C821}"/>
          </ac:spMkLst>
        </pc:spChg>
        <pc:spChg chg="add mod">
          <ac:chgData name="Cesar Augusto Lopez Gallego" userId="0dfa9112-9251-4882-b472-cf2dfcee09d1" providerId="ADAL" clId="{B8B62DCA-3363-4D8C-88AD-2D5BB864E55F}" dt="2025-03-18T22:38:20.841" v="2811" actId="15"/>
          <ac:spMkLst>
            <pc:docMk/>
            <pc:sldMk cId="1223304246" sldId="333"/>
            <ac:spMk id="4" creationId="{4B8F885A-6892-4B7D-B8F9-0267BC6FC47E}"/>
          </ac:spMkLst>
        </pc:spChg>
        <pc:spChg chg="add mod">
          <ac:chgData name="Cesar Augusto Lopez Gallego" userId="0dfa9112-9251-4882-b472-cf2dfcee09d1" providerId="ADAL" clId="{B8B62DCA-3363-4D8C-88AD-2D5BB864E55F}" dt="2025-03-18T22:49:24.466" v="2919" actId="20577"/>
          <ac:spMkLst>
            <pc:docMk/>
            <pc:sldMk cId="1223304246" sldId="333"/>
            <ac:spMk id="6" creationId="{5F01639B-6A19-4FCA-8CBF-95BD61A2D670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18T22:45:29.057" v="2870" actId="20577"/>
        <pc:sldMkLst>
          <pc:docMk/>
          <pc:sldMk cId="1815944619" sldId="334"/>
        </pc:sldMkLst>
        <pc:spChg chg="add mod">
          <ac:chgData name="Cesar Augusto Lopez Gallego" userId="0dfa9112-9251-4882-b472-cf2dfcee09d1" providerId="ADAL" clId="{B8B62DCA-3363-4D8C-88AD-2D5BB864E55F}" dt="2025-03-18T22:39:07.475" v="2830" actId="20577"/>
          <ac:spMkLst>
            <pc:docMk/>
            <pc:sldMk cId="1815944619" sldId="334"/>
            <ac:spMk id="2" creationId="{C7B7CAA2-1DAE-4EF8-842C-296CC246C927}"/>
          </ac:spMkLst>
        </pc:spChg>
        <pc:spChg chg="add mod">
          <ac:chgData name="Cesar Augusto Lopez Gallego" userId="0dfa9112-9251-4882-b472-cf2dfcee09d1" providerId="ADAL" clId="{B8B62DCA-3363-4D8C-88AD-2D5BB864E55F}" dt="2025-03-18T22:45:29.057" v="2870" actId="20577"/>
          <ac:spMkLst>
            <pc:docMk/>
            <pc:sldMk cId="1815944619" sldId="334"/>
            <ac:spMk id="6" creationId="{0684B20F-4CE9-4DAD-8C09-E37A42772AEB}"/>
          </ac:spMkLst>
        </pc:spChg>
        <pc:picChg chg="add mod">
          <ac:chgData name="Cesar Augusto Lopez Gallego" userId="0dfa9112-9251-4882-b472-cf2dfcee09d1" providerId="ADAL" clId="{B8B62DCA-3363-4D8C-88AD-2D5BB864E55F}" dt="2025-03-18T22:43:51.730" v="2835" actId="1076"/>
          <ac:picMkLst>
            <pc:docMk/>
            <pc:sldMk cId="1815944619" sldId="334"/>
            <ac:picMk id="4" creationId="{3F2F18D7-FB60-4CD9-A13C-2229C70B124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2:30:00.083" v="5632" actId="1076"/>
        <pc:sldMkLst>
          <pc:docMk/>
          <pc:sldMk cId="891420791" sldId="335"/>
        </pc:sldMkLst>
        <pc:spChg chg="add mod">
          <ac:chgData name="Cesar Augusto Lopez Gallego" userId="0dfa9112-9251-4882-b472-cf2dfcee09d1" providerId="ADAL" clId="{B8B62DCA-3363-4D8C-88AD-2D5BB864E55F}" dt="2025-03-18T22:47:36.878" v="2887" actId="14100"/>
          <ac:spMkLst>
            <pc:docMk/>
            <pc:sldMk cId="891420791" sldId="335"/>
            <ac:spMk id="5" creationId="{78F18E8C-8B4D-404D-B956-D25EA17CBFF9}"/>
          </ac:spMkLst>
        </pc:spChg>
        <pc:picChg chg="add mod">
          <ac:chgData name="Cesar Augusto Lopez Gallego" userId="0dfa9112-9251-4882-b472-cf2dfcee09d1" providerId="ADAL" clId="{B8B62DCA-3363-4D8C-88AD-2D5BB864E55F}" dt="2025-03-25T22:30:00.083" v="5632" actId="1076"/>
          <ac:picMkLst>
            <pc:docMk/>
            <pc:sldMk cId="891420791" sldId="335"/>
            <ac:picMk id="3" creationId="{EFA97432-65DC-4567-AE37-537095D3DD3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18T22:54:25.181" v="2986" actId="122"/>
        <pc:sldMkLst>
          <pc:docMk/>
          <pc:sldMk cId="1183464713" sldId="336"/>
        </pc:sldMkLst>
        <pc:spChg chg="add mod">
          <ac:chgData name="Cesar Augusto Lopez Gallego" userId="0dfa9112-9251-4882-b472-cf2dfcee09d1" providerId="ADAL" clId="{B8B62DCA-3363-4D8C-88AD-2D5BB864E55F}" dt="2025-03-18T22:50:38.589" v="2966" actId="20577"/>
          <ac:spMkLst>
            <pc:docMk/>
            <pc:sldMk cId="1183464713" sldId="336"/>
            <ac:spMk id="2" creationId="{29D32519-BAFA-48FE-A0F6-AA682E3108C8}"/>
          </ac:spMkLst>
        </pc:spChg>
        <pc:spChg chg="add mod">
          <ac:chgData name="Cesar Augusto Lopez Gallego" userId="0dfa9112-9251-4882-b472-cf2dfcee09d1" providerId="ADAL" clId="{B8B62DCA-3363-4D8C-88AD-2D5BB864E55F}" dt="2025-03-18T22:54:16.481" v="2984" actId="113"/>
          <ac:spMkLst>
            <pc:docMk/>
            <pc:sldMk cId="1183464713" sldId="336"/>
            <ac:spMk id="4" creationId="{B7B72F1E-5E82-4D1B-A3A6-C300954639C3}"/>
          </ac:spMkLst>
        </pc:spChg>
        <pc:spChg chg="add mod">
          <ac:chgData name="Cesar Augusto Lopez Gallego" userId="0dfa9112-9251-4882-b472-cf2dfcee09d1" providerId="ADAL" clId="{B8B62DCA-3363-4D8C-88AD-2D5BB864E55F}" dt="2025-03-18T22:54:25.181" v="2986" actId="122"/>
          <ac:spMkLst>
            <pc:docMk/>
            <pc:sldMk cId="1183464713" sldId="336"/>
            <ac:spMk id="6" creationId="{06AFAE3D-8B67-485A-A161-C986DD0180A1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19:58:41.757" v="3172" actId="1076"/>
        <pc:sldMkLst>
          <pc:docMk/>
          <pc:sldMk cId="2338226495" sldId="337"/>
        </pc:sldMkLst>
        <pc:spChg chg="add mod">
          <ac:chgData name="Cesar Augusto Lopez Gallego" userId="0dfa9112-9251-4882-b472-cf2dfcee09d1" providerId="ADAL" clId="{B8B62DCA-3363-4D8C-88AD-2D5BB864E55F}" dt="2025-03-18T22:55:13.527" v="3015" actId="20577"/>
          <ac:spMkLst>
            <pc:docMk/>
            <pc:sldMk cId="2338226495" sldId="337"/>
            <ac:spMk id="2" creationId="{74BE153A-33B2-4232-93EE-0A75C4DAF5EF}"/>
          </ac:spMkLst>
        </pc:spChg>
        <pc:spChg chg="add mod">
          <ac:chgData name="Cesar Augusto Lopez Gallego" userId="0dfa9112-9251-4882-b472-cf2dfcee09d1" providerId="ADAL" clId="{B8B62DCA-3363-4D8C-88AD-2D5BB864E55F}" dt="2025-03-25T19:48:02.066" v="3021" actId="1076"/>
          <ac:spMkLst>
            <pc:docMk/>
            <pc:sldMk cId="2338226495" sldId="337"/>
            <ac:spMk id="4" creationId="{74075D6A-A20F-4D0B-BA0F-DC8D6D59DDA1}"/>
          </ac:spMkLst>
        </pc:spChg>
        <pc:spChg chg="add mod">
          <ac:chgData name="Cesar Augusto Lopez Gallego" userId="0dfa9112-9251-4882-b472-cf2dfcee09d1" providerId="ADAL" clId="{B8B62DCA-3363-4D8C-88AD-2D5BB864E55F}" dt="2025-03-25T19:58:37.450" v="3170" actId="20577"/>
          <ac:spMkLst>
            <pc:docMk/>
            <pc:sldMk cId="2338226495" sldId="337"/>
            <ac:spMk id="6" creationId="{D9B884B4-5E5A-4A6A-B385-0F620AF693F4}"/>
          </ac:spMkLst>
        </pc:spChg>
        <pc:picChg chg="add mod">
          <ac:chgData name="Cesar Augusto Lopez Gallego" userId="0dfa9112-9251-4882-b472-cf2dfcee09d1" providerId="ADAL" clId="{B8B62DCA-3363-4D8C-88AD-2D5BB864E55F}" dt="2025-03-25T19:58:41.757" v="3172" actId="1076"/>
          <ac:picMkLst>
            <pc:docMk/>
            <pc:sldMk cId="2338226495" sldId="337"/>
            <ac:picMk id="8" creationId="{579732A1-F761-4F04-9795-68C38009A425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19:52:13.610" v="3077" actId="20577"/>
        <pc:sldMkLst>
          <pc:docMk/>
          <pc:sldMk cId="2002510494" sldId="338"/>
        </pc:sldMkLst>
        <pc:spChg chg="add mod">
          <ac:chgData name="Cesar Augusto Lopez Gallego" userId="0dfa9112-9251-4882-b472-cf2dfcee09d1" providerId="ADAL" clId="{B8B62DCA-3363-4D8C-88AD-2D5BB864E55F}" dt="2025-03-25T19:51:49.381" v="3052" actId="1076"/>
          <ac:spMkLst>
            <pc:docMk/>
            <pc:sldMk cId="2002510494" sldId="338"/>
            <ac:spMk id="3" creationId="{7FE92AF2-D8D6-44D1-ADA1-CA47A5316411}"/>
          </ac:spMkLst>
        </pc:spChg>
        <pc:spChg chg="add mod">
          <ac:chgData name="Cesar Augusto Lopez Gallego" userId="0dfa9112-9251-4882-b472-cf2dfcee09d1" providerId="ADAL" clId="{B8B62DCA-3363-4D8C-88AD-2D5BB864E55F}" dt="2025-03-25T19:52:13.610" v="3077" actId="20577"/>
          <ac:spMkLst>
            <pc:docMk/>
            <pc:sldMk cId="2002510494" sldId="338"/>
            <ac:spMk id="4" creationId="{42FC955E-4003-45DA-9819-E569ADDC78D0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0:17:40.570" v="3545" actId="20577"/>
        <pc:sldMkLst>
          <pc:docMk/>
          <pc:sldMk cId="74672648" sldId="339"/>
        </pc:sldMkLst>
        <pc:spChg chg="add mod">
          <ac:chgData name="Cesar Augusto Lopez Gallego" userId="0dfa9112-9251-4882-b472-cf2dfcee09d1" providerId="ADAL" clId="{B8B62DCA-3363-4D8C-88AD-2D5BB864E55F}" dt="2025-03-25T19:57:30.302" v="3101" actId="113"/>
          <ac:spMkLst>
            <pc:docMk/>
            <pc:sldMk cId="74672648" sldId="339"/>
            <ac:spMk id="3" creationId="{6187E10E-5A20-49C1-BAA4-C3D5B8510774}"/>
          </ac:spMkLst>
        </pc:spChg>
        <pc:spChg chg="add mod">
          <ac:chgData name="Cesar Augusto Lopez Gallego" userId="0dfa9112-9251-4882-b472-cf2dfcee09d1" providerId="ADAL" clId="{B8B62DCA-3363-4D8C-88AD-2D5BB864E55F}" dt="2025-03-25T19:54:27.653" v="3100" actId="1076"/>
          <ac:spMkLst>
            <pc:docMk/>
            <pc:sldMk cId="74672648" sldId="339"/>
            <ac:spMk id="5" creationId="{63F628AB-B5E6-4D88-A9FB-CCF0E122E4DF}"/>
          </ac:spMkLst>
        </pc:spChg>
        <pc:spChg chg="add mod">
          <ac:chgData name="Cesar Augusto Lopez Gallego" userId="0dfa9112-9251-4882-b472-cf2dfcee09d1" providerId="ADAL" clId="{B8B62DCA-3363-4D8C-88AD-2D5BB864E55F}" dt="2025-03-25T19:54:27.653" v="3100" actId="1076"/>
          <ac:spMkLst>
            <pc:docMk/>
            <pc:sldMk cId="74672648" sldId="339"/>
            <ac:spMk id="7" creationId="{AA0FF9B0-3041-4ACB-9E40-99A9CF528D4D}"/>
          </ac:spMkLst>
        </pc:spChg>
        <pc:spChg chg="add mod">
          <ac:chgData name="Cesar Augusto Lopez Gallego" userId="0dfa9112-9251-4882-b472-cf2dfcee09d1" providerId="ADAL" clId="{B8B62DCA-3363-4D8C-88AD-2D5BB864E55F}" dt="2025-03-25T19:54:27.653" v="3100" actId="1076"/>
          <ac:spMkLst>
            <pc:docMk/>
            <pc:sldMk cId="74672648" sldId="339"/>
            <ac:spMk id="9" creationId="{F8704693-891C-4527-8B60-018C04E024F0}"/>
          </ac:spMkLst>
        </pc:spChg>
        <pc:spChg chg="add mod">
          <ac:chgData name="Cesar Augusto Lopez Gallego" userId="0dfa9112-9251-4882-b472-cf2dfcee09d1" providerId="ADAL" clId="{B8B62DCA-3363-4D8C-88AD-2D5BB864E55F}" dt="2025-03-25T20:17:40.570" v="3545" actId="20577"/>
          <ac:spMkLst>
            <pc:docMk/>
            <pc:sldMk cId="74672648" sldId="339"/>
            <ac:spMk id="10" creationId="{309B0EE2-8515-48C6-838D-B6F115445AD8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0:03:58.004" v="3465" actId="20577"/>
        <pc:sldMkLst>
          <pc:docMk/>
          <pc:sldMk cId="1401339945" sldId="340"/>
        </pc:sldMkLst>
        <pc:spChg chg="add mod">
          <ac:chgData name="Cesar Augusto Lopez Gallego" userId="0dfa9112-9251-4882-b472-cf2dfcee09d1" providerId="ADAL" clId="{B8B62DCA-3363-4D8C-88AD-2D5BB864E55F}" dt="2025-03-25T19:59:09.789" v="3198" actId="20577"/>
          <ac:spMkLst>
            <pc:docMk/>
            <pc:sldMk cId="1401339945" sldId="340"/>
            <ac:spMk id="2" creationId="{CD2E9F40-6402-49B4-9421-78D993F9D174}"/>
          </ac:spMkLst>
        </pc:spChg>
        <pc:spChg chg="add mod">
          <ac:chgData name="Cesar Augusto Lopez Gallego" userId="0dfa9112-9251-4882-b472-cf2dfcee09d1" providerId="ADAL" clId="{B8B62DCA-3363-4D8C-88AD-2D5BB864E55F}" dt="2025-03-25T20:03:58.004" v="3465" actId="20577"/>
          <ac:spMkLst>
            <pc:docMk/>
            <pc:sldMk cId="1401339945" sldId="340"/>
            <ac:spMk id="4" creationId="{DB750E36-6531-4E0F-A1D1-70912AAF01E6}"/>
          </ac:spMkLst>
        </pc:spChg>
        <pc:spChg chg="add mod">
          <ac:chgData name="Cesar Augusto Lopez Gallego" userId="0dfa9112-9251-4882-b472-cf2dfcee09d1" providerId="ADAL" clId="{B8B62DCA-3363-4D8C-88AD-2D5BB864E55F}" dt="2025-03-25T20:03:45.806" v="3463" actId="6549"/>
          <ac:spMkLst>
            <pc:docMk/>
            <pc:sldMk cId="1401339945" sldId="340"/>
            <ac:spMk id="6" creationId="{7057C0A4-8EEF-4EFE-BF65-8F8645B5EA6D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0:13:32.278" v="3494" actId="20577"/>
        <pc:sldMkLst>
          <pc:docMk/>
          <pc:sldMk cId="1390832097" sldId="341"/>
        </pc:sldMkLst>
        <pc:spChg chg="add mod">
          <ac:chgData name="Cesar Augusto Lopez Gallego" userId="0dfa9112-9251-4882-b472-cf2dfcee09d1" providerId="ADAL" clId="{B8B62DCA-3363-4D8C-88AD-2D5BB864E55F}" dt="2025-03-25T20:11:32.490" v="3484" actId="20577"/>
          <ac:spMkLst>
            <pc:docMk/>
            <pc:sldMk cId="1390832097" sldId="341"/>
            <ac:spMk id="2" creationId="{EFAE9CB6-CC65-4C41-923D-CF1250683F36}"/>
          </ac:spMkLst>
        </pc:spChg>
        <pc:spChg chg="add mod">
          <ac:chgData name="Cesar Augusto Lopez Gallego" userId="0dfa9112-9251-4882-b472-cf2dfcee09d1" providerId="ADAL" clId="{B8B62DCA-3363-4D8C-88AD-2D5BB864E55F}" dt="2025-03-25T20:12:53.106" v="3490" actId="1076"/>
          <ac:spMkLst>
            <pc:docMk/>
            <pc:sldMk cId="1390832097" sldId="341"/>
            <ac:spMk id="4" creationId="{F9A2EBF4-F5C9-42AC-921A-56FD360733D9}"/>
          </ac:spMkLst>
        </pc:spChg>
        <pc:spChg chg="add mod">
          <ac:chgData name="Cesar Augusto Lopez Gallego" userId="0dfa9112-9251-4882-b472-cf2dfcee09d1" providerId="ADAL" clId="{B8B62DCA-3363-4D8C-88AD-2D5BB864E55F}" dt="2025-03-25T20:13:32.278" v="3494" actId="20577"/>
          <ac:spMkLst>
            <pc:docMk/>
            <pc:sldMk cId="1390832097" sldId="341"/>
            <ac:spMk id="6" creationId="{FE6336CD-4427-47BA-A1B1-6F9D2EEF00B1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0:14:33.638" v="3544" actId="1076"/>
        <pc:sldMkLst>
          <pc:docMk/>
          <pc:sldMk cId="1701037573" sldId="342"/>
        </pc:sldMkLst>
        <pc:spChg chg="add mod">
          <ac:chgData name="Cesar Augusto Lopez Gallego" userId="0dfa9112-9251-4882-b472-cf2dfcee09d1" providerId="ADAL" clId="{B8B62DCA-3363-4D8C-88AD-2D5BB864E55F}" dt="2025-03-25T20:14:14.416" v="3543" actId="20577"/>
          <ac:spMkLst>
            <pc:docMk/>
            <pc:sldMk cId="1701037573" sldId="342"/>
            <ac:spMk id="4" creationId="{D8AA90AA-9DF9-4B41-A1B4-253659C2BABC}"/>
          </ac:spMkLst>
        </pc:spChg>
        <pc:picChg chg="add mod">
          <ac:chgData name="Cesar Augusto Lopez Gallego" userId="0dfa9112-9251-4882-b472-cf2dfcee09d1" providerId="ADAL" clId="{B8B62DCA-3363-4D8C-88AD-2D5BB864E55F}" dt="2025-03-25T20:14:33.638" v="3544" actId="1076"/>
          <ac:picMkLst>
            <pc:docMk/>
            <pc:sldMk cId="1701037573" sldId="342"/>
            <ac:picMk id="3" creationId="{DD3D4C38-D8EC-4B68-ACAD-5A6DD36CD02A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39:25.126" v="6503" actId="20577"/>
        <pc:sldMkLst>
          <pc:docMk/>
          <pc:sldMk cId="106073358" sldId="343"/>
        </pc:sldMkLst>
        <pc:spChg chg="add mod">
          <ac:chgData name="Cesar Augusto Lopez Gallego" userId="0dfa9112-9251-4882-b472-cf2dfcee09d1" providerId="ADAL" clId="{B8B62DCA-3363-4D8C-88AD-2D5BB864E55F}" dt="2025-03-25T20:21:54.143" v="3556" actId="20577"/>
          <ac:spMkLst>
            <pc:docMk/>
            <pc:sldMk cId="106073358" sldId="343"/>
            <ac:spMk id="2" creationId="{BCEBE1A5-32D9-497B-8C90-4DC8A3DED951}"/>
          </ac:spMkLst>
        </pc:spChg>
        <pc:spChg chg="add mod">
          <ac:chgData name="Cesar Augusto Lopez Gallego" userId="0dfa9112-9251-4882-b472-cf2dfcee09d1" providerId="ADAL" clId="{B8B62DCA-3363-4D8C-88AD-2D5BB864E55F}" dt="2025-03-25T23:39:15.857" v="6497" actId="21"/>
          <ac:spMkLst>
            <pc:docMk/>
            <pc:sldMk cId="106073358" sldId="343"/>
            <ac:spMk id="4" creationId="{CBDEAC8A-AE5E-4F91-8811-578DE9927514}"/>
          </ac:spMkLst>
        </pc:spChg>
        <pc:spChg chg="add mod">
          <ac:chgData name="Cesar Augusto Lopez Gallego" userId="0dfa9112-9251-4882-b472-cf2dfcee09d1" providerId="ADAL" clId="{B8B62DCA-3363-4D8C-88AD-2D5BB864E55F}" dt="2025-03-25T23:39:25.126" v="6503" actId="20577"/>
          <ac:spMkLst>
            <pc:docMk/>
            <pc:sldMk cId="106073358" sldId="343"/>
            <ac:spMk id="6" creationId="{D446D497-B028-4F59-919C-35C5726F4292}"/>
          </ac:spMkLst>
        </pc:spChg>
      </pc:sldChg>
      <pc:sldChg chg="addSp modSp new del mod ord">
        <pc:chgData name="Cesar Augusto Lopez Gallego" userId="0dfa9112-9251-4882-b472-cf2dfcee09d1" providerId="ADAL" clId="{B8B62DCA-3363-4D8C-88AD-2D5BB864E55F}" dt="2025-03-25T22:30:56.145" v="5633" actId="2696"/>
        <pc:sldMkLst>
          <pc:docMk/>
          <pc:sldMk cId="2773563839" sldId="344"/>
        </pc:sldMkLst>
        <pc:spChg chg="add mod">
          <ac:chgData name="Cesar Augusto Lopez Gallego" userId="0dfa9112-9251-4882-b472-cf2dfcee09d1" providerId="ADAL" clId="{B8B62DCA-3363-4D8C-88AD-2D5BB864E55F}" dt="2025-03-25T21:26:20.297" v="3651" actId="20577"/>
          <ac:spMkLst>
            <pc:docMk/>
            <pc:sldMk cId="2773563839" sldId="344"/>
            <ac:spMk id="2" creationId="{C94EF193-66D5-4561-BCD2-54D427C45A75}"/>
          </ac:spMkLst>
        </pc:spChg>
      </pc:sldChg>
      <pc:sldChg chg="addSp delSp modSp add mod">
        <pc:chgData name="Cesar Augusto Lopez Gallego" userId="0dfa9112-9251-4882-b472-cf2dfcee09d1" providerId="ADAL" clId="{B8B62DCA-3363-4D8C-88AD-2D5BB864E55F}" dt="2025-03-25T23:03:26.008" v="6075" actId="20577"/>
        <pc:sldMkLst>
          <pc:docMk/>
          <pc:sldMk cId="2959916279" sldId="344"/>
        </pc:sldMkLst>
        <pc:spChg chg="mod">
          <ac:chgData name="Cesar Augusto Lopez Gallego" userId="0dfa9112-9251-4882-b472-cf2dfcee09d1" providerId="ADAL" clId="{B8B62DCA-3363-4D8C-88AD-2D5BB864E55F}" dt="2025-03-25T22:44:41.560" v="5739" actId="1076"/>
          <ac:spMkLst>
            <pc:docMk/>
            <pc:sldMk cId="2959916279" sldId="344"/>
            <ac:spMk id="2" creationId="{C94EF193-66D5-4561-BCD2-54D427C45A75}"/>
          </ac:spMkLst>
        </pc:spChg>
        <pc:spChg chg="del mod topLvl">
          <ac:chgData name="Cesar Augusto Lopez Gallego" userId="0dfa9112-9251-4882-b472-cf2dfcee09d1" providerId="ADAL" clId="{B8B62DCA-3363-4D8C-88AD-2D5BB864E55F}" dt="2025-03-25T22:45:03.698" v="5742" actId="478"/>
          <ac:spMkLst>
            <pc:docMk/>
            <pc:sldMk cId="2959916279" sldId="344"/>
            <ac:spMk id="5" creationId="{0D22EC43-4369-412D-BDD4-6447B2910725}"/>
          </ac:spMkLst>
        </pc:spChg>
        <pc:spChg chg="del mod topLvl">
          <ac:chgData name="Cesar Augusto Lopez Gallego" userId="0dfa9112-9251-4882-b472-cf2dfcee09d1" providerId="ADAL" clId="{B8B62DCA-3363-4D8C-88AD-2D5BB864E55F}" dt="2025-03-25T22:45:03.698" v="5742" actId="478"/>
          <ac:spMkLst>
            <pc:docMk/>
            <pc:sldMk cId="2959916279" sldId="344"/>
            <ac:spMk id="6" creationId="{6221FB95-7340-4131-AACE-3666DD7AEE05}"/>
          </ac:spMkLst>
        </pc:spChg>
        <pc:spChg chg="del mod topLvl">
          <ac:chgData name="Cesar Augusto Lopez Gallego" userId="0dfa9112-9251-4882-b472-cf2dfcee09d1" providerId="ADAL" clId="{B8B62DCA-3363-4D8C-88AD-2D5BB864E55F}" dt="2025-03-25T22:45:03.698" v="5742" actId="478"/>
          <ac:spMkLst>
            <pc:docMk/>
            <pc:sldMk cId="2959916279" sldId="344"/>
            <ac:spMk id="7" creationId="{8DD1122B-3FEC-4B27-8801-65F391964414}"/>
          </ac:spMkLst>
        </pc:spChg>
        <pc:spChg chg="del mod topLvl">
          <ac:chgData name="Cesar Augusto Lopez Gallego" userId="0dfa9112-9251-4882-b472-cf2dfcee09d1" providerId="ADAL" clId="{B8B62DCA-3363-4D8C-88AD-2D5BB864E55F}" dt="2025-03-25T22:45:03.698" v="5742" actId="478"/>
          <ac:spMkLst>
            <pc:docMk/>
            <pc:sldMk cId="2959916279" sldId="344"/>
            <ac:spMk id="8" creationId="{F2378F38-575C-4F07-9690-105B90098867}"/>
          </ac:spMkLst>
        </pc:spChg>
        <pc:spChg chg="add mod">
          <ac:chgData name="Cesar Augusto Lopez Gallego" userId="0dfa9112-9251-4882-b472-cf2dfcee09d1" providerId="ADAL" clId="{B8B62DCA-3363-4D8C-88AD-2D5BB864E55F}" dt="2025-03-25T22:58:34.049" v="5908" actId="1076"/>
          <ac:spMkLst>
            <pc:docMk/>
            <pc:sldMk cId="2959916279" sldId="344"/>
            <ac:spMk id="9" creationId="{D6821C5A-AC45-4456-8D0A-BA2966CE9908}"/>
          </ac:spMkLst>
        </pc:spChg>
        <pc:spChg chg="add mod">
          <ac:chgData name="Cesar Augusto Lopez Gallego" userId="0dfa9112-9251-4882-b472-cf2dfcee09d1" providerId="ADAL" clId="{B8B62DCA-3363-4D8C-88AD-2D5BB864E55F}" dt="2025-03-25T23:03:26.008" v="6075" actId="20577"/>
          <ac:spMkLst>
            <pc:docMk/>
            <pc:sldMk cId="2959916279" sldId="344"/>
            <ac:spMk id="11" creationId="{531F6FBD-3889-41D1-8E91-FBF7CD591165}"/>
          </ac:spMkLst>
        </pc:spChg>
        <pc:grpChg chg="add del mod">
          <ac:chgData name="Cesar Augusto Lopez Gallego" userId="0dfa9112-9251-4882-b472-cf2dfcee09d1" providerId="ADAL" clId="{B8B62DCA-3363-4D8C-88AD-2D5BB864E55F}" dt="2025-03-25T22:44:57.426" v="5740" actId="165"/>
          <ac:grpSpMkLst>
            <pc:docMk/>
            <pc:sldMk cId="2959916279" sldId="344"/>
            <ac:grpSpMk id="3" creationId="{857FC984-18D5-42EF-AA78-8C3DB475FEE1}"/>
          </ac:grpSpMkLst>
        </pc:grpChg>
        <pc:picChg chg="mod topLvl">
          <ac:chgData name="Cesar Augusto Lopez Gallego" userId="0dfa9112-9251-4882-b472-cf2dfcee09d1" providerId="ADAL" clId="{B8B62DCA-3363-4D8C-88AD-2D5BB864E55F}" dt="2025-03-25T22:45:10.772" v="5745" actId="1076"/>
          <ac:picMkLst>
            <pc:docMk/>
            <pc:sldMk cId="2959916279" sldId="344"/>
            <ac:picMk id="4" creationId="{F0CCE04C-F15B-4AC5-B340-426F983AA82F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1:38:40.006" v="4039" actId="207"/>
        <pc:sldMkLst>
          <pc:docMk/>
          <pc:sldMk cId="3266550463" sldId="345"/>
        </pc:sldMkLst>
        <pc:spChg chg="add mod">
          <ac:chgData name="Cesar Augusto Lopez Gallego" userId="0dfa9112-9251-4882-b472-cf2dfcee09d1" providerId="ADAL" clId="{B8B62DCA-3363-4D8C-88AD-2D5BB864E55F}" dt="2025-03-25T21:34:59.158" v="3683" actId="20577"/>
          <ac:spMkLst>
            <pc:docMk/>
            <pc:sldMk cId="3266550463" sldId="345"/>
            <ac:spMk id="2" creationId="{7164208A-A3A1-449D-BF91-633B48532195}"/>
          </ac:spMkLst>
        </pc:spChg>
        <pc:spChg chg="add mod">
          <ac:chgData name="Cesar Augusto Lopez Gallego" userId="0dfa9112-9251-4882-b472-cf2dfcee09d1" providerId="ADAL" clId="{B8B62DCA-3363-4D8C-88AD-2D5BB864E55F}" dt="2025-03-25T21:38:40.006" v="4039" actId="207"/>
          <ac:spMkLst>
            <pc:docMk/>
            <pc:sldMk cId="3266550463" sldId="345"/>
            <ac:spMk id="3" creationId="{B36398A1-C950-43B0-B911-48F6F8A09695}"/>
          </ac:spMkLst>
        </pc:spChg>
        <pc:spChg chg="add mod">
          <ac:chgData name="Cesar Augusto Lopez Gallego" userId="0dfa9112-9251-4882-b472-cf2dfcee09d1" providerId="ADAL" clId="{B8B62DCA-3363-4D8C-88AD-2D5BB864E55F}" dt="2025-03-25T21:38:00.709" v="4032" actId="1076"/>
          <ac:spMkLst>
            <pc:docMk/>
            <pc:sldMk cId="3266550463" sldId="345"/>
            <ac:spMk id="7" creationId="{175452D6-466E-4452-9AB7-FBF62E8E06FB}"/>
          </ac:spMkLst>
        </pc:spChg>
        <pc:spChg chg="add mod">
          <ac:chgData name="Cesar Augusto Lopez Gallego" userId="0dfa9112-9251-4882-b472-cf2dfcee09d1" providerId="ADAL" clId="{B8B62DCA-3363-4D8C-88AD-2D5BB864E55F}" dt="2025-03-25T21:38:04.333" v="4034" actId="1076"/>
          <ac:spMkLst>
            <pc:docMk/>
            <pc:sldMk cId="3266550463" sldId="345"/>
            <ac:spMk id="8" creationId="{E61C45C5-9AF5-4A32-A51B-EDBA25808957}"/>
          </ac:spMkLst>
        </pc:spChg>
        <pc:picChg chg="add mod">
          <ac:chgData name="Cesar Augusto Lopez Gallego" userId="0dfa9112-9251-4882-b472-cf2dfcee09d1" providerId="ADAL" clId="{B8B62DCA-3363-4D8C-88AD-2D5BB864E55F}" dt="2025-03-25T21:36:52.429" v="3916" actId="1076"/>
          <ac:picMkLst>
            <pc:docMk/>
            <pc:sldMk cId="3266550463" sldId="345"/>
            <ac:picMk id="5" creationId="{78530823-60BB-48F2-840B-0327DA366EE5}"/>
          </ac:picMkLst>
        </pc:picChg>
      </pc:sldChg>
      <pc:sldChg chg="addSp delSp modSp add mod">
        <pc:chgData name="Cesar Augusto Lopez Gallego" userId="0dfa9112-9251-4882-b472-cf2dfcee09d1" providerId="ADAL" clId="{B8B62DCA-3363-4D8C-88AD-2D5BB864E55F}" dt="2025-03-25T21:47:57.279" v="4565" actId="1076"/>
        <pc:sldMkLst>
          <pc:docMk/>
          <pc:sldMk cId="843070113" sldId="346"/>
        </pc:sldMkLst>
        <pc:spChg chg="add del mod">
          <ac:chgData name="Cesar Augusto Lopez Gallego" userId="0dfa9112-9251-4882-b472-cf2dfcee09d1" providerId="ADAL" clId="{B8B62DCA-3363-4D8C-88AD-2D5BB864E55F}" dt="2025-03-25T21:41:04.054" v="4272" actId="20577"/>
          <ac:spMkLst>
            <pc:docMk/>
            <pc:sldMk cId="843070113" sldId="346"/>
            <ac:spMk id="3" creationId="{B36398A1-C950-43B0-B911-48F6F8A09695}"/>
          </ac:spMkLst>
        </pc:spChg>
        <pc:spChg chg="mod">
          <ac:chgData name="Cesar Augusto Lopez Gallego" userId="0dfa9112-9251-4882-b472-cf2dfcee09d1" providerId="ADAL" clId="{B8B62DCA-3363-4D8C-88AD-2D5BB864E55F}" dt="2025-03-25T21:41:45.573" v="4280" actId="1076"/>
          <ac:spMkLst>
            <pc:docMk/>
            <pc:sldMk cId="843070113" sldId="346"/>
            <ac:spMk id="7" creationId="{175452D6-466E-4452-9AB7-FBF62E8E06FB}"/>
          </ac:spMkLst>
        </pc:spChg>
        <pc:spChg chg="add del mod">
          <ac:chgData name="Cesar Augusto Lopez Gallego" userId="0dfa9112-9251-4882-b472-cf2dfcee09d1" providerId="ADAL" clId="{B8B62DCA-3363-4D8C-88AD-2D5BB864E55F}" dt="2025-03-25T21:41:32.309" v="4276" actId="478"/>
          <ac:spMkLst>
            <pc:docMk/>
            <pc:sldMk cId="843070113" sldId="346"/>
            <ac:spMk id="8" creationId="{E61C45C5-9AF5-4A32-A51B-EDBA25808957}"/>
          </ac:spMkLst>
        </pc:spChg>
        <pc:spChg chg="add mod">
          <ac:chgData name="Cesar Augusto Lopez Gallego" userId="0dfa9112-9251-4882-b472-cf2dfcee09d1" providerId="ADAL" clId="{B8B62DCA-3363-4D8C-88AD-2D5BB864E55F}" dt="2025-03-25T21:43:38.013" v="4396" actId="1076"/>
          <ac:spMkLst>
            <pc:docMk/>
            <pc:sldMk cId="843070113" sldId="346"/>
            <ac:spMk id="9" creationId="{B9D5F00C-FE96-4596-8E48-AB47044902C1}"/>
          </ac:spMkLst>
        </pc:spChg>
        <pc:spChg chg="add mod">
          <ac:chgData name="Cesar Augusto Lopez Gallego" userId="0dfa9112-9251-4882-b472-cf2dfcee09d1" providerId="ADAL" clId="{B8B62DCA-3363-4D8C-88AD-2D5BB864E55F}" dt="2025-03-25T21:44:51.407" v="4403" actId="404"/>
          <ac:spMkLst>
            <pc:docMk/>
            <pc:sldMk cId="843070113" sldId="346"/>
            <ac:spMk id="10" creationId="{D65FB2C8-203C-4C43-AA97-9933E4F5DD1C}"/>
          </ac:spMkLst>
        </pc:spChg>
        <pc:spChg chg="add mod">
          <ac:chgData name="Cesar Augusto Lopez Gallego" userId="0dfa9112-9251-4882-b472-cf2dfcee09d1" providerId="ADAL" clId="{B8B62DCA-3363-4D8C-88AD-2D5BB864E55F}" dt="2025-03-25T21:43:38.013" v="4396" actId="1076"/>
          <ac:spMkLst>
            <pc:docMk/>
            <pc:sldMk cId="843070113" sldId="346"/>
            <ac:spMk id="11" creationId="{EEF97E2A-A753-4495-9314-82A6031E98BC}"/>
          </ac:spMkLst>
        </pc:spChg>
        <pc:spChg chg="add mod">
          <ac:chgData name="Cesar Augusto Lopez Gallego" userId="0dfa9112-9251-4882-b472-cf2dfcee09d1" providerId="ADAL" clId="{B8B62DCA-3363-4D8C-88AD-2D5BB864E55F}" dt="2025-03-25T21:44:57.677" v="4405" actId="1076"/>
          <ac:spMkLst>
            <pc:docMk/>
            <pc:sldMk cId="843070113" sldId="346"/>
            <ac:spMk id="12" creationId="{B5C8B0E2-2765-4E2E-A125-98AB4C9E358D}"/>
          </ac:spMkLst>
        </pc:spChg>
        <pc:spChg chg="add mod">
          <ac:chgData name="Cesar Augusto Lopez Gallego" userId="0dfa9112-9251-4882-b472-cf2dfcee09d1" providerId="ADAL" clId="{B8B62DCA-3363-4D8C-88AD-2D5BB864E55F}" dt="2025-03-25T21:44:38.238" v="4401" actId="207"/>
          <ac:spMkLst>
            <pc:docMk/>
            <pc:sldMk cId="843070113" sldId="346"/>
            <ac:spMk id="13" creationId="{BC6BF90F-A55E-4256-BD62-E5855A79B939}"/>
          </ac:spMkLst>
        </pc:spChg>
        <pc:spChg chg="add mod">
          <ac:chgData name="Cesar Augusto Lopez Gallego" userId="0dfa9112-9251-4882-b472-cf2dfcee09d1" providerId="ADAL" clId="{B8B62DCA-3363-4D8C-88AD-2D5BB864E55F}" dt="2025-03-25T21:46:49.502" v="4563" actId="20577"/>
          <ac:spMkLst>
            <pc:docMk/>
            <pc:sldMk cId="843070113" sldId="346"/>
            <ac:spMk id="16" creationId="{713600D1-834A-43B5-98D6-5B0C384BD6C2}"/>
          </ac:spMkLst>
        </pc:spChg>
        <pc:spChg chg="add mod">
          <ac:chgData name="Cesar Augusto Lopez Gallego" userId="0dfa9112-9251-4882-b472-cf2dfcee09d1" providerId="ADAL" clId="{B8B62DCA-3363-4D8C-88AD-2D5BB864E55F}" dt="2025-03-25T21:47:57.279" v="4565" actId="1076"/>
          <ac:spMkLst>
            <pc:docMk/>
            <pc:sldMk cId="843070113" sldId="346"/>
            <ac:spMk id="17" creationId="{E6109A1A-FAA4-4F27-8BD3-8D28514F3A97}"/>
          </ac:spMkLst>
        </pc:spChg>
        <pc:picChg chg="add del">
          <ac:chgData name="Cesar Augusto Lopez Gallego" userId="0dfa9112-9251-4882-b472-cf2dfcee09d1" providerId="ADAL" clId="{B8B62DCA-3363-4D8C-88AD-2D5BB864E55F}" dt="2025-03-25T21:41:07.606" v="4273" actId="478"/>
          <ac:picMkLst>
            <pc:docMk/>
            <pc:sldMk cId="843070113" sldId="346"/>
            <ac:picMk id="5" creationId="{78530823-60BB-48F2-840B-0327DA366EE5}"/>
          </ac:picMkLst>
        </pc:picChg>
        <pc:picChg chg="add mod">
          <ac:chgData name="Cesar Augusto Lopez Gallego" userId="0dfa9112-9251-4882-b472-cf2dfcee09d1" providerId="ADAL" clId="{B8B62DCA-3363-4D8C-88AD-2D5BB864E55F}" dt="2025-03-25T21:43:33.701" v="4395" actId="1076"/>
          <ac:picMkLst>
            <pc:docMk/>
            <pc:sldMk cId="843070113" sldId="346"/>
            <ac:picMk id="6" creationId="{A20BCCD6-7B80-45FE-9533-672A61D2BD24}"/>
          </ac:picMkLst>
        </pc:picChg>
        <pc:cxnChg chg="add">
          <ac:chgData name="Cesar Augusto Lopez Gallego" userId="0dfa9112-9251-4882-b472-cf2dfcee09d1" providerId="ADAL" clId="{B8B62DCA-3363-4D8C-88AD-2D5BB864E55F}" dt="2025-03-25T21:45:18.571" v="4406" actId="11529"/>
          <ac:cxnSpMkLst>
            <pc:docMk/>
            <pc:sldMk cId="843070113" sldId="346"/>
            <ac:cxnSpMk id="15" creationId="{28A2482A-CA84-4DFD-923D-3FF7F3623562}"/>
          </ac:cxnSpMkLst>
        </pc:cxnChg>
      </pc:sldChg>
      <pc:sldChg chg="addSp modSp new mod">
        <pc:chgData name="Cesar Augusto Lopez Gallego" userId="0dfa9112-9251-4882-b472-cf2dfcee09d1" providerId="ADAL" clId="{B8B62DCA-3363-4D8C-88AD-2D5BB864E55F}" dt="2025-03-25T21:57:19.524" v="4759" actId="20577"/>
        <pc:sldMkLst>
          <pc:docMk/>
          <pc:sldMk cId="1546959826" sldId="347"/>
        </pc:sldMkLst>
        <pc:spChg chg="add mod">
          <ac:chgData name="Cesar Augusto Lopez Gallego" userId="0dfa9112-9251-4882-b472-cf2dfcee09d1" providerId="ADAL" clId="{B8B62DCA-3363-4D8C-88AD-2D5BB864E55F}" dt="2025-03-25T21:52:44.347" v="4571"/>
          <ac:spMkLst>
            <pc:docMk/>
            <pc:sldMk cId="1546959826" sldId="347"/>
            <ac:spMk id="4" creationId="{355D5B05-49B0-4CB8-99FF-2EB736EFEF6D}"/>
          </ac:spMkLst>
        </pc:spChg>
        <pc:spChg chg="add mod">
          <ac:chgData name="Cesar Augusto Lopez Gallego" userId="0dfa9112-9251-4882-b472-cf2dfcee09d1" providerId="ADAL" clId="{B8B62DCA-3363-4D8C-88AD-2D5BB864E55F}" dt="2025-03-25T21:57:19.524" v="4759" actId="20577"/>
          <ac:spMkLst>
            <pc:docMk/>
            <pc:sldMk cId="1546959826" sldId="347"/>
            <ac:spMk id="5" creationId="{4D99676A-F8AB-4B3B-B4C5-139246E68B02}"/>
          </ac:spMkLst>
        </pc:spChg>
        <pc:spChg chg="add mod">
          <ac:chgData name="Cesar Augusto Lopez Gallego" userId="0dfa9112-9251-4882-b472-cf2dfcee09d1" providerId="ADAL" clId="{B8B62DCA-3363-4D8C-88AD-2D5BB864E55F}" dt="2025-03-25T21:56:55.534" v="4745" actId="1076"/>
          <ac:spMkLst>
            <pc:docMk/>
            <pc:sldMk cId="1546959826" sldId="347"/>
            <ac:spMk id="6" creationId="{B0D0E535-5D3E-4569-91DA-8ADD65025454}"/>
          </ac:spMkLst>
        </pc:spChg>
        <pc:picChg chg="add mod">
          <ac:chgData name="Cesar Augusto Lopez Gallego" userId="0dfa9112-9251-4882-b472-cf2dfcee09d1" providerId="ADAL" clId="{B8B62DCA-3363-4D8C-88AD-2D5BB864E55F}" dt="2025-03-25T21:56:33.404" v="4743" actId="1076"/>
          <ac:picMkLst>
            <pc:docMk/>
            <pc:sldMk cId="1546959826" sldId="347"/>
            <ac:picMk id="3" creationId="{56325382-223B-427A-BA58-49375400114E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2:07:56.577" v="4888" actId="20577"/>
        <pc:sldMkLst>
          <pc:docMk/>
          <pc:sldMk cId="1912437912" sldId="348"/>
        </pc:sldMkLst>
        <pc:spChg chg="add mod">
          <ac:chgData name="Cesar Augusto Lopez Gallego" userId="0dfa9112-9251-4882-b472-cf2dfcee09d1" providerId="ADAL" clId="{B8B62DCA-3363-4D8C-88AD-2D5BB864E55F}" dt="2025-03-25T22:07:56.577" v="4888" actId="20577"/>
          <ac:spMkLst>
            <pc:docMk/>
            <pc:sldMk cId="1912437912" sldId="348"/>
            <ac:spMk id="2" creationId="{378A367D-46FC-4980-98D9-565B894E6688}"/>
          </ac:spMkLst>
        </pc:spChg>
        <pc:spChg chg="add mod">
          <ac:chgData name="Cesar Augusto Lopez Gallego" userId="0dfa9112-9251-4882-b472-cf2dfcee09d1" providerId="ADAL" clId="{B8B62DCA-3363-4D8C-88AD-2D5BB864E55F}" dt="2025-03-25T22:06:35.687" v="4867" actId="6549"/>
          <ac:spMkLst>
            <pc:docMk/>
            <pc:sldMk cId="1912437912" sldId="348"/>
            <ac:spMk id="3" creationId="{A2B886D5-30F8-4790-81C6-FC04FD7ABE41}"/>
          </ac:spMkLst>
        </pc:spChg>
        <pc:spChg chg="add del">
          <ac:chgData name="Cesar Augusto Lopez Gallego" userId="0dfa9112-9251-4882-b472-cf2dfcee09d1" providerId="ADAL" clId="{B8B62DCA-3363-4D8C-88AD-2D5BB864E55F}" dt="2025-03-25T22:00:51.479" v="4816"/>
          <ac:spMkLst>
            <pc:docMk/>
            <pc:sldMk cId="1912437912" sldId="348"/>
            <ac:spMk id="4" creationId="{627DD9D4-497B-4B8B-AECC-1FFA2997DC0B}"/>
          </ac:spMkLst>
        </pc:spChg>
        <pc:spChg chg="add del mod">
          <ac:chgData name="Cesar Augusto Lopez Gallego" userId="0dfa9112-9251-4882-b472-cf2dfcee09d1" providerId="ADAL" clId="{B8B62DCA-3363-4D8C-88AD-2D5BB864E55F}" dt="2025-03-25T22:01:27.359" v="4823" actId="478"/>
          <ac:spMkLst>
            <pc:docMk/>
            <pc:sldMk cId="1912437912" sldId="348"/>
            <ac:spMk id="5" creationId="{1DE65916-EC36-42A5-8DD0-C8DE3FCCD1B8}"/>
          </ac:spMkLst>
        </pc:spChg>
        <pc:spChg chg="add mod">
          <ac:chgData name="Cesar Augusto Lopez Gallego" userId="0dfa9112-9251-4882-b472-cf2dfcee09d1" providerId="ADAL" clId="{B8B62DCA-3363-4D8C-88AD-2D5BB864E55F}" dt="2025-03-25T22:06:30.318" v="4866" actId="6549"/>
          <ac:spMkLst>
            <pc:docMk/>
            <pc:sldMk cId="1912437912" sldId="348"/>
            <ac:spMk id="7" creationId="{79D35EAD-E2CD-4CF8-9119-D04683954CCB}"/>
          </ac:spMkLst>
        </pc:spChg>
      </pc:sldChg>
      <pc:sldChg chg="addSp modSp new mod">
        <pc:chgData name="Cesar Augusto Lopez Gallego" userId="0dfa9112-9251-4882-b472-cf2dfcee09d1" providerId="ADAL" clId="{B8B62DCA-3363-4D8C-88AD-2D5BB864E55F}" dt="2025-03-25T22:11:45.669" v="5012" actId="1076"/>
        <pc:sldMkLst>
          <pc:docMk/>
          <pc:sldMk cId="3635374766" sldId="349"/>
        </pc:sldMkLst>
        <pc:spChg chg="add mod">
          <ac:chgData name="Cesar Augusto Lopez Gallego" userId="0dfa9112-9251-4882-b472-cf2dfcee09d1" providerId="ADAL" clId="{B8B62DCA-3363-4D8C-88AD-2D5BB864E55F}" dt="2025-03-25T22:08:42.234" v="4937" actId="20577"/>
          <ac:spMkLst>
            <pc:docMk/>
            <pc:sldMk cId="3635374766" sldId="349"/>
            <ac:spMk id="2" creationId="{DCA0FF69-B501-4A58-9B13-7460A6FCDA77}"/>
          </ac:spMkLst>
        </pc:spChg>
        <pc:spChg chg="add mod">
          <ac:chgData name="Cesar Augusto Lopez Gallego" userId="0dfa9112-9251-4882-b472-cf2dfcee09d1" providerId="ADAL" clId="{B8B62DCA-3363-4D8C-88AD-2D5BB864E55F}" dt="2025-03-25T22:11:45.669" v="5012" actId="1076"/>
          <ac:spMkLst>
            <pc:docMk/>
            <pc:sldMk cId="3635374766" sldId="349"/>
            <ac:spMk id="5" creationId="{CFE1BADA-8D98-4748-BD84-A6A2F3E3D9BD}"/>
          </ac:spMkLst>
        </pc:spChg>
        <pc:picChg chg="add mod">
          <ac:chgData name="Cesar Augusto Lopez Gallego" userId="0dfa9112-9251-4882-b472-cf2dfcee09d1" providerId="ADAL" clId="{B8B62DCA-3363-4D8C-88AD-2D5BB864E55F}" dt="2025-03-25T22:10:53.212" v="4944" actId="1076"/>
          <ac:picMkLst>
            <pc:docMk/>
            <pc:sldMk cId="3635374766" sldId="349"/>
            <ac:picMk id="4" creationId="{3B8AC748-6563-469D-955A-036754BF8EB4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2:31:49.669" v="5635" actId="1076"/>
        <pc:sldMkLst>
          <pc:docMk/>
          <pc:sldMk cId="2748494359" sldId="350"/>
        </pc:sldMkLst>
        <pc:spChg chg="add mod">
          <ac:chgData name="Cesar Augusto Lopez Gallego" userId="0dfa9112-9251-4882-b472-cf2dfcee09d1" providerId="ADAL" clId="{B8B62DCA-3363-4D8C-88AD-2D5BB864E55F}" dt="2025-03-25T22:13:15.373" v="5053" actId="20577"/>
          <ac:spMkLst>
            <pc:docMk/>
            <pc:sldMk cId="2748494359" sldId="350"/>
            <ac:spMk id="2" creationId="{E7006510-6E29-4E0F-8A73-3DB1B88EFE85}"/>
          </ac:spMkLst>
        </pc:spChg>
        <pc:spChg chg="add mod">
          <ac:chgData name="Cesar Augusto Lopez Gallego" userId="0dfa9112-9251-4882-b472-cf2dfcee09d1" providerId="ADAL" clId="{B8B62DCA-3363-4D8C-88AD-2D5BB864E55F}" dt="2025-03-25T22:31:49.669" v="5635" actId="1076"/>
          <ac:spMkLst>
            <pc:docMk/>
            <pc:sldMk cId="2748494359" sldId="350"/>
            <ac:spMk id="4" creationId="{CE1A39CA-3FCA-44EB-B08C-08C3AEE3DB35}"/>
          </ac:spMkLst>
        </pc:spChg>
        <pc:spChg chg="add del mod">
          <ac:chgData name="Cesar Augusto Lopez Gallego" userId="0dfa9112-9251-4882-b472-cf2dfcee09d1" providerId="ADAL" clId="{B8B62DCA-3363-4D8C-88AD-2D5BB864E55F}" dt="2025-03-25T22:28:36.587" v="5615" actId="478"/>
          <ac:spMkLst>
            <pc:docMk/>
            <pc:sldMk cId="2748494359" sldId="350"/>
            <ac:spMk id="6" creationId="{0F488DD8-500C-4F9A-B42F-4F1838A4C801}"/>
          </ac:spMkLst>
        </pc:spChg>
        <pc:spChg chg="add del">
          <ac:chgData name="Cesar Augusto Lopez Gallego" userId="0dfa9112-9251-4882-b472-cf2dfcee09d1" providerId="ADAL" clId="{B8B62DCA-3363-4D8C-88AD-2D5BB864E55F}" dt="2025-03-25T22:28:48.106" v="5619" actId="22"/>
          <ac:spMkLst>
            <pc:docMk/>
            <pc:sldMk cId="2748494359" sldId="350"/>
            <ac:spMk id="8" creationId="{062FC9F1-7347-4ABD-8C2C-852EF4778A6B}"/>
          </ac:spMkLst>
        </pc:spChg>
        <pc:spChg chg="add del mod">
          <ac:chgData name="Cesar Augusto Lopez Gallego" userId="0dfa9112-9251-4882-b472-cf2dfcee09d1" providerId="ADAL" clId="{B8B62DCA-3363-4D8C-88AD-2D5BB864E55F}" dt="2025-03-25T22:28:54.889" v="5622" actId="478"/>
          <ac:spMkLst>
            <pc:docMk/>
            <pc:sldMk cId="2748494359" sldId="350"/>
            <ac:spMk id="10" creationId="{D49182A8-8110-4E5C-9EA3-4104C90E9F21}"/>
          </ac:spMkLst>
        </pc:spChg>
        <pc:picChg chg="add mod">
          <ac:chgData name="Cesar Augusto Lopez Gallego" userId="0dfa9112-9251-4882-b472-cf2dfcee09d1" providerId="ADAL" clId="{B8B62DCA-3363-4D8C-88AD-2D5BB864E55F}" dt="2025-03-25T22:28:45.006" v="5618" actId="1076"/>
          <ac:picMkLst>
            <pc:docMk/>
            <pc:sldMk cId="2748494359" sldId="350"/>
            <ac:picMk id="3" creationId="{52AA3C3A-7EB6-42F1-8EF7-9BCB5F7A1DF6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08:25.236" v="6134" actId="20577"/>
        <pc:sldMkLst>
          <pc:docMk/>
          <pc:sldMk cId="1422279637" sldId="351"/>
        </pc:sldMkLst>
        <pc:spChg chg="add mod">
          <ac:chgData name="Cesar Augusto Lopez Gallego" userId="0dfa9112-9251-4882-b472-cf2dfcee09d1" providerId="ADAL" clId="{B8B62DCA-3363-4D8C-88AD-2D5BB864E55F}" dt="2025-03-25T22:57:52.079" v="5904" actId="20577"/>
          <ac:spMkLst>
            <pc:docMk/>
            <pc:sldMk cId="1422279637" sldId="351"/>
            <ac:spMk id="2" creationId="{145468B7-1CA3-4B4A-866F-D6DA2BAF446B}"/>
          </ac:spMkLst>
        </pc:spChg>
        <pc:spChg chg="add mod">
          <ac:chgData name="Cesar Augusto Lopez Gallego" userId="0dfa9112-9251-4882-b472-cf2dfcee09d1" providerId="ADAL" clId="{B8B62DCA-3363-4D8C-88AD-2D5BB864E55F}" dt="2025-03-25T23:08:25.236" v="6134" actId="20577"/>
          <ac:spMkLst>
            <pc:docMk/>
            <pc:sldMk cId="1422279637" sldId="351"/>
            <ac:spMk id="4" creationId="{05AE9106-F458-4B71-B723-CE292D5F5F98}"/>
          </ac:spMkLst>
        </pc:spChg>
        <pc:spChg chg="add mod">
          <ac:chgData name="Cesar Augusto Lopez Gallego" userId="0dfa9112-9251-4882-b472-cf2dfcee09d1" providerId="ADAL" clId="{B8B62DCA-3363-4D8C-88AD-2D5BB864E55F}" dt="2025-03-25T23:06:17.056" v="6116" actId="20577"/>
          <ac:spMkLst>
            <pc:docMk/>
            <pc:sldMk cId="1422279637" sldId="351"/>
            <ac:spMk id="7" creationId="{48A0B6F0-1EF6-40F1-A6A1-E5D911F0D077}"/>
          </ac:spMkLst>
        </pc:spChg>
        <pc:picChg chg="add mod">
          <ac:chgData name="Cesar Augusto Lopez Gallego" userId="0dfa9112-9251-4882-b472-cf2dfcee09d1" providerId="ADAL" clId="{B8B62DCA-3363-4D8C-88AD-2D5BB864E55F}" dt="2025-03-25T23:05:51.436" v="6102" actId="1076"/>
          <ac:picMkLst>
            <pc:docMk/>
            <pc:sldMk cId="1422279637" sldId="351"/>
            <ac:picMk id="2050" creationId="{97DB5A3D-3CD7-4ABF-9A64-617A36491312}"/>
          </ac:picMkLst>
        </pc:picChg>
      </pc:sldChg>
      <pc:sldChg chg="addSp delSp modSp new del mod">
        <pc:chgData name="Cesar Augusto Lopez Gallego" userId="0dfa9112-9251-4882-b472-cf2dfcee09d1" providerId="ADAL" clId="{B8B62DCA-3363-4D8C-88AD-2D5BB864E55F}" dt="2025-03-25T22:24:33.973" v="5534" actId="47"/>
        <pc:sldMkLst>
          <pc:docMk/>
          <pc:sldMk cId="2762681358" sldId="351"/>
        </pc:sldMkLst>
        <pc:spChg chg="add mod">
          <ac:chgData name="Cesar Augusto Lopez Gallego" userId="0dfa9112-9251-4882-b472-cf2dfcee09d1" providerId="ADAL" clId="{B8B62DCA-3363-4D8C-88AD-2D5BB864E55F}" dt="2025-03-25T22:23:04.026" v="5527" actId="20577"/>
          <ac:spMkLst>
            <pc:docMk/>
            <pc:sldMk cId="2762681358" sldId="351"/>
            <ac:spMk id="2" creationId="{70D6D11F-D22F-437E-9837-2F5C517A6E6C}"/>
          </ac:spMkLst>
        </pc:spChg>
        <pc:picChg chg="add del mod">
          <ac:chgData name="Cesar Augusto Lopez Gallego" userId="0dfa9112-9251-4882-b472-cf2dfcee09d1" providerId="ADAL" clId="{B8B62DCA-3363-4D8C-88AD-2D5BB864E55F}" dt="2025-03-25T22:24:28.233" v="5531" actId="21"/>
          <ac:picMkLst>
            <pc:docMk/>
            <pc:sldMk cId="2762681358" sldId="351"/>
            <ac:picMk id="3" creationId="{996334AE-8852-4359-B413-73BB178397D6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08:47.490" v="6135" actId="1076"/>
        <pc:sldMkLst>
          <pc:docMk/>
          <pc:sldMk cId="580182245" sldId="352"/>
        </pc:sldMkLst>
        <pc:spChg chg="add mod">
          <ac:chgData name="Cesar Augusto Lopez Gallego" userId="0dfa9112-9251-4882-b472-cf2dfcee09d1" providerId="ADAL" clId="{B8B62DCA-3363-4D8C-88AD-2D5BB864E55F}" dt="2025-03-25T23:07:47.609" v="6126" actId="14100"/>
          <ac:spMkLst>
            <pc:docMk/>
            <pc:sldMk cId="580182245" sldId="352"/>
            <ac:spMk id="3" creationId="{C701CE13-6837-4EFF-87DD-48FDE75DF967}"/>
          </ac:spMkLst>
        </pc:spChg>
        <pc:picChg chg="add mod">
          <ac:chgData name="Cesar Augusto Lopez Gallego" userId="0dfa9112-9251-4882-b472-cf2dfcee09d1" providerId="ADAL" clId="{B8B62DCA-3363-4D8C-88AD-2D5BB864E55F}" dt="2025-03-25T23:08:47.490" v="6135" actId="1076"/>
          <ac:picMkLst>
            <pc:docMk/>
            <pc:sldMk cId="580182245" sldId="352"/>
            <ac:picMk id="6146" creationId="{721FCDFB-332E-49FC-9498-10852C8184C7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11:37.137" v="6175" actId="20577"/>
        <pc:sldMkLst>
          <pc:docMk/>
          <pc:sldMk cId="2977100372" sldId="353"/>
        </pc:sldMkLst>
        <pc:spChg chg="add mod">
          <ac:chgData name="Cesar Augusto Lopez Gallego" userId="0dfa9112-9251-4882-b472-cf2dfcee09d1" providerId="ADAL" clId="{B8B62DCA-3363-4D8C-88AD-2D5BB864E55F}" dt="2025-03-25T23:10:32.056" v="6156" actId="20577"/>
          <ac:spMkLst>
            <pc:docMk/>
            <pc:sldMk cId="2977100372" sldId="353"/>
            <ac:spMk id="2" creationId="{47658725-9CA2-4FA6-95AC-4E5B14586145}"/>
          </ac:spMkLst>
        </pc:spChg>
        <pc:spChg chg="add mod">
          <ac:chgData name="Cesar Augusto Lopez Gallego" userId="0dfa9112-9251-4882-b472-cf2dfcee09d1" providerId="ADAL" clId="{B8B62DCA-3363-4D8C-88AD-2D5BB864E55F}" dt="2025-03-25T23:11:37.137" v="6175" actId="20577"/>
          <ac:spMkLst>
            <pc:docMk/>
            <pc:sldMk cId="2977100372" sldId="353"/>
            <ac:spMk id="6" creationId="{D053EFC6-2ABF-4419-BAA0-9450BE301ADE}"/>
          </ac:spMkLst>
        </pc:spChg>
        <pc:picChg chg="add mod">
          <ac:chgData name="Cesar Augusto Lopez Gallego" userId="0dfa9112-9251-4882-b472-cf2dfcee09d1" providerId="ADAL" clId="{B8B62DCA-3363-4D8C-88AD-2D5BB864E55F}" dt="2025-03-25T23:11:01.206" v="6162" actId="1076"/>
          <ac:picMkLst>
            <pc:docMk/>
            <pc:sldMk cId="2977100372" sldId="353"/>
            <ac:picMk id="4" creationId="{40B9C87D-AEF7-4967-9E64-645E24BF9F78}"/>
          </ac:picMkLst>
        </pc:picChg>
      </pc:sldChg>
      <pc:sldChg chg="addSp delSp modSp new mod">
        <pc:chgData name="Cesar Augusto Lopez Gallego" userId="0dfa9112-9251-4882-b472-cf2dfcee09d1" providerId="ADAL" clId="{B8B62DCA-3363-4D8C-88AD-2D5BB864E55F}" dt="2025-03-25T23:15:33.440" v="6235" actId="1076"/>
        <pc:sldMkLst>
          <pc:docMk/>
          <pc:sldMk cId="939191143" sldId="354"/>
        </pc:sldMkLst>
        <pc:spChg chg="add mod">
          <ac:chgData name="Cesar Augusto Lopez Gallego" userId="0dfa9112-9251-4882-b472-cf2dfcee09d1" providerId="ADAL" clId="{B8B62DCA-3363-4D8C-88AD-2D5BB864E55F}" dt="2025-03-25T23:15:02.514" v="6227" actId="1076"/>
          <ac:spMkLst>
            <pc:docMk/>
            <pc:sldMk cId="939191143" sldId="354"/>
            <ac:spMk id="2" creationId="{C542ACB0-2AE7-4526-9CED-9AFF84576BAE}"/>
          </ac:spMkLst>
        </pc:sp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3" creationId="{1E125476-2E44-41E7-9B8F-6A5BCFA98439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4" creationId="{D7D9947A-C60F-4852-8723-A31C5C268138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5" creationId="{C3BFCA13-46D3-4AFA-89CE-CDD40F12F72B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6" creationId="{57915202-665A-436A-8C1F-77F5651FC0C4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7" creationId="{940A8FF8-CADD-43DA-BC61-8BF053C531D6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8" creationId="{305D1DF0-DF7B-4C3B-989C-C79A89398349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6.251" v="6229"/>
          <ac:graphicFrameMkLst>
            <pc:docMk/>
            <pc:sldMk cId="939191143" sldId="354"/>
            <ac:graphicFrameMk id="9" creationId="{EAAB10E3-D024-4D77-87AC-ECF3AFD351A7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0" creationId="{85174631-2F1A-434F-98F3-CED0923B1EBA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1" creationId="{B9EBC2E7-0304-45F8-8AEE-63B1BF109168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2" creationId="{03B91123-768A-4FEE-9D93-FD186655EF60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3" creationId="{FAA708AA-D28F-49B0-A377-EF95A9DD0273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4" creationId="{C0ECDBD4-39E5-46F3-BB3F-DB9946C237C1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5" creationId="{970DC192-9EAE-4C0C-820C-FE8EF8A543DC}"/>
          </ac:graphicFrameMkLst>
        </pc:graphicFrameChg>
        <pc:graphicFrameChg chg="add del mod">
          <ac:chgData name="Cesar Augusto Lopez Gallego" userId="0dfa9112-9251-4882-b472-cf2dfcee09d1" providerId="ADAL" clId="{B8B62DCA-3363-4D8C-88AD-2D5BB864E55F}" dt="2025-03-25T23:15:19.092" v="6231"/>
          <ac:graphicFrameMkLst>
            <pc:docMk/>
            <pc:sldMk cId="939191143" sldId="354"/>
            <ac:graphicFrameMk id="16" creationId="{E2BCCAF5-E9BA-425C-AAE4-35FA4F30A53A}"/>
          </ac:graphicFrameMkLst>
        </pc:graphicFrameChg>
        <pc:picChg chg="add mod">
          <ac:chgData name="Cesar Augusto Lopez Gallego" userId="0dfa9112-9251-4882-b472-cf2dfcee09d1" providerId="ADAL" clId="{B8B62DCA-3363-4D8C-88AD-2D5BB864E55F}" dt="2025-03-25T23:15:33.440" v="6235" actId="1076"/>
          <ac:picMkLst>
            <pc:docMk/>
            <pc:sldMk cId="939191143" sldId="354"/>
            <ac:picMk id="18" creationId="{BBD3B687-2908-4FBB-9BA5-66F812CBDB9B}"/>
          </ac:picMkLst>
        </pc:picChg>
      </pc:sldChg>
      <pc:sldChg chg="add">
        <pc:chgData name="Cesar Augusto Lopez Gallego" userId="0dfa9112-9251-4882-b472-cf2dfcee09d1" providerId="ADAL" clId="{B8B62DCA-3363-4D8C-88AD-2D5BB864E55F}" dt="2025-03-25T23:24:41.902" v="6383"/>
        <pc:sldMkLst>
          <pc:docMk/>
          <pc:sldMk cId="685839865" sldId="355"/>
        </pc:sldMkLst>
      </pc:sldChg>
      <pc:sldChg chg="addSp modSp new del mod">
        <pc:chgData name="Cesar Augusto Lopez Gallego" userId="0dfa9112-9251-4882-b472-cf2dfcee09d1" providerId="ADAL" clId="{B8B62DCA-3363-4D8C-88AD-2D5BB864E55F}" dt="2025-03-25T23:24:37.655" v="6382" actId="2696"/>
        <pc:sldMkLst>
          <pc:docMk/>
          <pc:sldMk cId="2500992038" sldId="355"/>
        </pc:sldMkLst>
        <pc:spChg chg="add mod">
          <ac:chgData name="Cesar Augusto Lopez Gallego" userId="0dfa9112-9251-4882-b472-cf2dfcee09d1" providerId="ADAL" clId="{B8B62DCA-3363-4D8C-88AD-2D5BB864E55F}" dt="2025-03-25T23:17:48.584" v="6286" actId="20577"/>
          <ac:spMkLst>
            <pc:docMk/>
            <pc:sldMk cId="2500992038" sldId="355"/>
            <ac:spMk id="2" creationId="{992AF895-2EA7-493A-86B5-5A52E817AED8}"/>
          </ac:spMkLst>
        </pc:spChg>
        <pc:picChg chg="add mod">
          <ac:chgData name="Cesar Augusto Lopez Gallego" userId="0dfa9112-9251-4882-b472-cf2dfcee09d1" providerId="ADAL" clId="{B8B62DCA-3363-4D8C-88AD-2D5BB864E55F}" dt="2025-03-25T23:18:04.480" v="6291" actId="1076"/>
          <ac:picMkLst>
            <pc:docMk/>
            <pc:sldMk cId="2500992038" sldId="355"/>
            <ac:picMk id="4" creationId="{13BAD1BF-C229-42C5-BE82-71DEB313F361}"/>
          </ac:picMkLst>
        </pc:picChg>
      </pc:sldChg>
      <pc:sldChg chg="addSp modSp new mod">
        <pc:chgData name="Cesar Augusto Lopez Gallego" userId="0dfa9112-9251-4882-b472-cf2dfcee09d1" providerId="ADAL" clId="{B8B62DCA-3363-4D8C-88AD-2D5BB864E55F}" dt="2025-03-25T23:25:00.524" v="6385" actId="20577"/>
        <pc:sldMkLst>
          <pc:docMk/>
          <pc:sldMk cId="1717992334" sldId="356"/>
        </pc:sldMkLst>
        <pc:spChg chg="add mod">
          <ac:chgData name="Cesar Augusto Lopez Gallego" userId="0dfa9112-9251-4882-b472-cf2dfcee09d1" providerId="ADAL" clId="{B8B62DCA-3363-4D8C-88AD-2D5BB864E55F}" dt="2025-03-25T23:25:00.524" v="6385" actId="20577"/>
          <ac:spMkLst>
            <pc:docMk/>
            <pc:sldMk cId="1717992334" sldId="356"/>
            <ac:spMk id="2" creationId="{332F55EC-2DFB-4348-BF66-CD55889E4B6F}"/>
          </ac:spMkLst>
        </pc:spChg>
        <pc:picChg chg="add mod">
          <ac:chgData name="Cesar Augusto Lopez Gallego" userId="0dfa9112-9251-4882-b472-cf2dfcee09d1" providerId="ADAL" clId="{B8B62DCA-3363-4D8C-88AD-2D5BB864E55F}" dt="2025-03-25T23:21:14.480" v="6344" actId="1076"/>
          <ac:picMkLst>
            <pc:docMk/>
            <pc:sldMk cId="1717992334" sldId="356"/>
            <ac:picMk id="4" creationId="{6662C256-392F-4274-AA25-9CCE547F3B50}"/>
          </ac:picMkLst>
        </pc:picChg>
      </pc:sldChg>
      <pc:sldChg chg="new del">
        <pc:chgData name="Cesar Augusto Lopez Gallego" userId="0dfa9112-9251-4882-b472-cf2dfcee09d1" providerId="ADAL" clId="{B8B62DCA-3363-4D8C-88AD-2D5BB864E55F}" dt="2025-03-25T23:24:52.343" v="6384" actId="47"/>
        <pc:sldMkLst>
          <pc:docMk/>
          <pc:sldMk cId="4265079475" sldId="357"/>
        </pc:sldMkLst>
      </pc:sldChg>
      <pc:sldChg chg="addSp modSp new mod">
        <pc:chgData name="Cesar Augusto Lopez Gallego" userId="0dfa9112-9251-4882-b472-cf2dfcee09d1" providerId="ADAL" clId="{B8B62DCA-3363-4D8C-88AD-2D5BB864E55F}" dt="2025-03-25T23:24:11.979" v="6381" actId="1076"/>
        <pc:sldMkLst>
          <pc:docMk/>
          <pc:sldMk cId="808027135" sldId="358"/>
        </pc:sldMkLst>
        <pc:spChg chg="add mod">
          <ac:chgData name="Cesar Augusto Lopez Gallego" userId="0dfa9112-9251-4882-b472-cf2dfcee09d1" providerId="ADAL" clId="{B8B62DCA-3363-4D8C-88AD-2D5BB864E55F}" dt="2025-03-25T23:23:55.123" v="6377"/>
          <ac:spMkLst>
            <pc:docMk/>
            <pc:sldMk cId="808027135" sldId="358"/>
            <ac:spMk id="2" creationId="{16A39FDB-1BCE-4BFF-B912-024CB92CFD20}"/>
          </ac:spMkLst>
        </pc:spChg>
        <pc:picChg chg="add mod">
          <ac:chgData name="Cesar Augusto Lopez Gallego" userId="0dfa9112-9251-4882-b472-cf2dfcee09d1" providerId="ADAL" clId="{B8B62DCA-3363-4D8C-88AD-2D5BB864E55F}" dt="2025-03-25T23:24:11.979" v="6381" actId="1076"/>
          <ac:picMkLst>
            <pc:docMk/>
            <pc:sldMk cId="808027135" sldId="358"/>
            <ac:picMk id="4" creationId="{6280915E-F0C7-4604-B912-80A75232357A}"/>
          </ac:picMkLst>
        </pc:picChg>
      </pc:sldChg>
      <pc:sldChg chg="addSp delSp modSp new mod modClrScheme chgLayout">
        <pc:chgData name="Cesar Augusto Lopez Gallego" userId="0dfa9112-9251-4882-b472-cf2dfcee09d1" providerId="ADAL" clId="{B8B62DCA-3363-4D8C-88AD-2D5BB864E55F}" dt="2025-03-25T23:50:13.062" v="6543" actId="20577"/>
        <pc:sldMkLst>
          <pc:docMk/>
          <pc:sldMk cId="1455005848" sldId="359"/>
        </pc:sldMkLst>
        <pc:spChg chg="add mod ord">
          <ac:chgData name="Cesar Augusto Lopez Gallego" userId="0dfa9112-9251-4882-b472-cf2dfcee09d1" providerId="ADAL" clId="{B8B62DCA-3363-4D8C-88AD-2D5BB864E55F}" dt="2025-03-25T23:50:13.062" v="6543" actId="20577"/>
          <ac:spMkLst>
            <pc:docMk/>
            <pc:sldMk cId="1455005848" sldId="359"/>
            <ac:spMk id="2" creationId="{7C051EF5-343F-4A78-B8F7-B9EF74734E22}"/>
          </ac:spMkLst>
        </pc:spChg>
        <pc:spChg chg="add del mod ord">
          <ac:chgData name="Cesar Augusto Lopez Gallego" userId="0dfa9112-9251-4882-b472-cf2dfcee09d1" providerId="ADAL" clId="{B8B62DCA-3363-4D8C-88AD-2D5BB864E55F}" dt="2025-03-25T23:50:02.143" v="6509" actId="478"/>
          <ac:spMkLst>
            <pc:docMk/>
            <pc:sldMk cId="1455005848" sldId="359"/>
            <ac:spMk id="3" creationId="{EEA42BFB-A065-4FD7-A604-CFC84B529FF8}"/>
          </ac:spMkLst>
        </pc:spChg>
        <pc:picChg chg="add mod">
          <ac:chgData name="Cesar Augusto Lopez Gallego" userId="0dfa9112-9251-4882-b472-cf2dfcee09d1" providerId="ADAL" clId="{B8B62DCA-3363-4D8C-88AD-2D5BB864E55F}" dt="2025-03-25T23:50:06.195" v="6511" actId="1076"/>
          <ac:picMkLst>
            <pc:docMk/>
            <pc:sldMk cId="1455005848" sldId="359"/>
            <ac:picMk id="1026" creationId="{EF6F0E8E-E7DB-4ACA-AACD-27787707F006}"/>
          </ac:picMkLst>
        </pc:picChg>
      </pc:sldChg>
      <pc:sldChg chg="addSp delSp modSp new del mod">
        <pc:chgData name="Cesar Augusto Lopez Gallego" userId="0dfa9112-9251-4882-b472-cf2dfcee09d1" providerId="ADAL" clId="{B8B62DCA-3363-4D8C-88AD-2D5BB864E55F}" dt="2025-03-25T23:26:29.546" v="6409" actId="47"/>
        <pc:sldMkLst>
          <pc:docMk/>
          <pc:sldMk cId="3286600835" sldId="359"/>
        </pc:sldMkLst>
        <pc:spChg chg="add del mod">
          <ac:chgData name="Cesar Augusto Lopez Gallego" userId="0dfa9112-9251-4882-b472-cf2dfcee09d1" providerId="ADAL" clId="{B8B62DCA-3363-4D8C-88AD-2D5BB864E55F}" dt="2025-03-25T23:26:19.721" v="6406" actId="478"/>
          <ac:spMkLst>
            <pc:docMk/>
            <pc:sldMk cId="3286600835" sldId="359"/>
            <ac:spMk id="2" creationId="{22C1CCFA-4B77-44C5-A46B-F5FA7E98A471}"/>
          </ac:spMkLst>
        </pc:spChg>
      </pc:sldChg>
      <pc:sldMasterChg chg="del">
        <pc:chgData name="Cesar Augusto Lopez Gallego" userId="0dfa9112-9251-4882-b472-cf2dfcee09d1" providerId="ADAL" clId="{B8B62DCA-3363-4D8C-88AD-2D5BB864E55F}" dt="2025-03-25T23:49:59.620" v="6508" actId="700"/>
        <pc:sldMasterMkLst>
          <pc:docMk/>
          <pc:sldMasterMk cId="385954672" sldId="2147483648"/>
        </pc:sldMasterMkLst>
      </pc:sldMasterChg>
    </pc:docChg>
  </pc:docChgLst>
  <pc:docChgLst>
    <pc:chgData name="Cesar Augusto Lopez Gallego" userId="0dfa9112-9251-4882-b472-cf2dfcee09d1" providerId="ADAL" clId="{3EAE687D-9A8C-4FE1-896B-A9FFA9AB70A4}"/>
    <pc:docChg chg="modSld">
      <pc:chgData name="Cesar Augusto Lopez Gallego" userId="0dfa9112-9251-4882-b472-cf2dfcee09d1" providerId="ADAL" clId="{3EAE687D-9A8C-4FE1-896B-A9FFA9AB70A4}" dt="2026-01-27T01:20:10.194" v="1" actId="20577"/>
      <pc:docMkLst>
        <pc:docMk/>
      </pc:docMkLst>
      <pc:sldChg chg="modSp">
        <pc:chgData name="Cesar Augusto Lopez Gallego" userId="0dfa9112-9251-4882-b472-cf2dfcee09d1" providerId="ADAL" clId="{3EAE687D-9A8C-4FE1-896B-A9FFA9AB70A4}" dt="2026-01-27T01:16:31.305" v="0" actId="14100"/>
        <pc:sldMkLst>
          <pc:docMk/>
          <pc:sldMk cId="4212517099" sldId="310"/>
        </pc:sldMkLst>
        <pc:graphicFrameChg chg="mod">
          <ac:chgData name="Cesar Augusto Lopez Gallego" userId="0dfa9112-9251-4882-b472-cf2dfcee09d1" providerId="ADAL" clId="{3EAE687D-9A8C-4FE1-896B-A9FFA9AB70A4}" dt="2026-01-27T01:16:31.305" v="0" actId="14100"/>
          <ac:graphicFrameMkLst>
            <pc:docMk/>
            <pc:sldMk cId="4212517099" sldId="310"/>
            <ac:graphicFrameMk id="2" creationId="{BA6E0214-1653-48D3-82E3-3658A0143564}"/>
          </ac:graphicFrameMkLst>
        </pc:graphicFrameChg>
      </pc:sldChg>
      <pc:sldChg chg="modSp mod">
        <pc:chgData name="Cesar Augusto Lopez Gallego" userId="0dfa9112-9251-4882-b472-cf2dfcee09d1" providerId="ADAL" clId="{3EAE687D-9A8C-4FE1-896B-A9FFA9AB70A4}" dt="2026-01-27T01:20:10.194" v="1" actId="20577"/>
        <pc:sldMkLst>
          <pc:docMk/>
          <pc:sldMk cId="106073358" sldId="343"/>
        </pc:sldMkLst>
        <pc:spChg chg="mod">
          <ac:chgData name="Cesar Augusto Lopez Gallego" userId="0dfa9112-9251-4882-b472-cf2dfcee09d1" providerId="ADAL" clId="{3EAE687D-9A8C-4FE1-896B-A9FFA9AB70A4}" dt="2026-01-27T01:20:10.194" v="1" actId="20577"/>
          <ac:spMkLst>
            <pc:docMk/>
            <pc:sldMk cId="106073358" sldId="343"/>
            <ac:spMk id="4" creationId="{CBDEAC8A-AE5E-4F91-8811-578DE9927514}"/>
          </ac:spMkLst>
        </pc:spChg>
      </pc:sldChg>
    </pc:docChg>
  </pc:docChgLst>
  <pc:docChgLst>
    <pc:chgData name="Cesar Augusto Lopez Gallego" userId="0dfa9112-9251-4882-b472-cf2dfcee09d1" providerId="ADAL" clId="{948E961B-F100-43FF-B682-30091CCFF729}"/>
    <pc:docChg chg="undo redo custSel addSld delSld modSld sldOrd">
      <pc:chgData name="Cesar Augusto Lopez Gallego" userId="0dfa9112-9251-4882-b472-cf2dfcee09d1" providerId="ADAL" clId="{948E961B-F100-43FF-B682-30091CCFF729}" dt="2025-04-04T11:52:45.935" v="3143" actId="47"/>
      <pc:docMkLst>
        <pc:docMk/>
      </pc:docMkLst>
      <pc:sldChg chg="modSp mod">
        <pc:chgData name="Cesar Augusto Lopez Gallego" userId="0dfa9112-9251-4882-b472-cf2dfcee09d1" providerId="ADAL" clId="{948E961B-F100-43FF-B682-30091CCFF729}" dt="2025-04-01T16:30:24.079" v="32" actId="1076"/>
        <pc:sldMkLst>
          <pc:docMk/>
          <pc:sldMk cId="1390832097" sldId="341"/>
        </pc:sldMkLst>
        <pc:spChg chg="mod">
          <ac:chgData name="Cesar Augusto Lopez Gallego" userId="0dfa9112-9251-4882-b472-cf2dfcee09d1" providerId="ADAL" clId="{948E961B-F100-43FF-B682-30091CCFF729}" dt="2025-04-01T16:30:24.079" v="32" actId="1076"/>
          <ac:spMkLst>
            <pc:docMk/>
            <pc:sldMk cId="1390832097" sldId="341"/>
            <ac:spMk id="6" creationId="{FE6336CD-4427-47BA-A1B1-6F9D2EEF00B1}"/>
          </ac:spMkLst>
        </pc:spChg>
      </pc:sldChg>
      <pc:sldChg chg="addSp delSp modSp new mod">
        <pc:chgData name="Cesar Augusto Lopez Gallego" userId="0dfa9112-9251-4882-b472-cf2dfcee09d1" providerId="ADAL" clId="{948E961B-F100-43FF-B682-30091CCFF729}" dt="2025-04-03T19:57:43.935" v="184" actId="1076"/>
        <pc:sldMkLst>
          <pc:docMk/>
          <pc:sldMk cId="2060201597" sldId="360"/>
        </pc:sldMkLst>
        <pc:spChg chg="add mod">
          <ac:chgData name="Cesar Augusto Lopez Gallego" userId="0dfa9112-9251-4882-b472-cf2dfcee09d1" providerId="ADAL" clId="{948E961B-F100-43FF-B682-30091CCFF729}" dt="2025-04-02T15:30:39.788" v="113" actId="20577"/>
          <ac:spMkLst>
            <pc:docMk/>
            <pc:sldMk cId="2060201597" sldId="360"/>
            <ac:spMk id="6" creationId="{E66D03DC-F89F-4BAE-8071-EA1C264258D0}"/>
          </ac:spMkLst>
        </pc:spChg>
        <pc:picChg chg="add mod">
          <ac:chgData name="Cesar Augusto Lopez Gallego" userId="0dfa9112-9251-4882-b472-cf2dfcee09d1" providerId="ADAL" clId="{948E961B-F100-43FF-B682-30091CCFF729}" dt="2025-04-03T19:57:43.935" v="184" actId="1076"/>
          <ac:picMkLst>
            <pc:docMk/>
            <pc:sldMk cId="2060201597" sldId="360"/>
            <ac:picMk id="2" creationId="{FD4FAAF6-01CC-44AF-83E5-D6652651B6E9}"/>
          </ac:picMkLst>
        </pc:picChg>
        <pc:picChg chg="add del mod">
          <ac:chgData name="Cesar Augusto Lopez Gallego" userId="0dfa9112-9251-4882-b472-cf2dfcee09d1" providerId="ADAL" clId="{948E961B-F100-43FF-B682-30091CCFF729}" dt="2025-04-01T15:00:38.241" v="21" actId="21"/>
          <ac:picMkLst>
            <pc:docMk/>
            <pc:sldMk cId="2060201597" sldId="360"/>
            <ac:picMk id="3" creationId="{05436A29-37CB-4B85-A9AD-B02816E1DD47}"/>
          </ac:picMkLst>
        </pc:picChg>
        <pc:picChg chg="add mod">
          <ac:chgData name="Cesar Augusto Lopez Gallego" userId="0dfa9112-9251-4882-b472-cf2dfcee09d1" providerId="ADAL" clId="{948E961B-F100-43FF-B682-30091CCFF729}" dt="2025-04-02T15:41:10.301" v="137" actId="1076"/>
          <ac:picMkLst>
            <pc:docMk/>
            <pc:sldMk cId="2060201597" sldId="360"/>
            <ac:picMk id="4" creationId="{E926905E-74C9-4D39-9470-8547C3DD918B}"/>
          </ac:picMkLst>
        </pc:picChg>
        <pc:picChg chg="add del mod">
          <ac:chgData name="Cesar Augusto Lopez Gallego" userId="0dfa9112-9251-4882-b472-cf2dfcee09d1" providerId="ADAL" clId="{948E961B-F100-43FF-B682-30091CCFF729}" dt="2025-04-01T15:00:46.334" v="24" actId="21"/>
          <ac:picMkLst>
            <pc:docMk/>
            <pc:sldMk cId="2060201597" sldId="360"/>
            <ac:picMk id="4" creationId="{F78A2B4D-D7F9-4CF4-BEF5-44B1E726011C}"/>
          </ac:picMkLst>
        </pc:picChg>
        <pc:picChg chg="add del mod">
          <ac:chgData name="Cesar Augusto Lopez Gallego" userId="0dfa9112-9251-4882-b472-cf2dfcee09d1" providerId="ADAL" clId="{948E961B-F100-43FF-B682-30091CCFF729}" dt="2025-04-01T15:00:51.680" v="26" actId="21"/>
          <ac:picMkLst>
            <pc:docMk/>
            <pc:sldMk cId="2060201597" sldId="360"/>
            <ac:picMk id="5" creationId="{B5C107EF-CFFA-434A-9CC2-67402B9507CC}"/>
          </ac:picMkLst>
        </pc:picChg>
      </pc:sldChg>
      <pc:sldChg chg="addSp delSp modSp new mod modAnim">
        <pc:chgData name="Cesar Augusto Lopez Gallego" userId="0dfa9112-9251-4882-b472-cf2dfcee09d1" providerId="ADAL" clId="{948E961B-F100-43FF-B682-30091CCFF729}" dt="2025-04-04T11:50:45.760" v="3136"/>
        <pc:sldMkLst>
          <pc:docMk/>
          <pc:sldMk cId="1835615837" sldId="361"/>
        </pc:sldMkLst>
        <pc:spChg chg="add mod">
          <ac:chgData name="Cesar Augusto Lopez Gallego" userId="0dfa9112-9251-4882-b472-cf2dfcee09d1" providerId="ADAL" clId="{948E961B-F100-43FF-B682-30091CCFF729}" dt="2025-04-02T15:31:14.163" v="130" actId="20577"/>
          <ac:spMkLst>
            <pc:docMk/>
            <pc:sldMk cId="1835615837" sldId="361"/>
            <ac:spMk id="3" creationId="{09ADC428-364C-4F7C-A8B2-889EE56574A1}"/>
          </ac:spMkLst>
        </pc:spChg>
        <pc:spChg chg="add del mod">
          <ac:chgData name="Cesar Augusto Lopez Gallego" userId="0dfa9112-9251-4882-b472-cf2dfcee09d1" providerId="ADAL" clId="{948E961B-F100-43FF-B682-30091CCFF729}" dt="2025-04-03T23:42:25.694" v="1848" actId="1076"/>
          <ac:spMkLst>
            <pc:docMk/>
            <pc:sldMk cId="1835615837" sldId="361"/>
            <ac:spMk id="8" creationId="{0D340CB2-7DC1-4116-9DBD-B4ACF1CF7A7D}"/>
          </ac:spMkLst>
        </pc:spChg>
        <pc:spChg chg="add mod">
          <ac:chgData name="Cesar Augusto Lopez Gallego" userId="0dfa9112-9251-4882-b472-cf2dfcee09d1" providerId="ADAL" clId="{948E961B-F100-43FF-B682-30091CCFF729}" dt="2025-04-03T23:43:43.349" v="1861" actId="1035"/>
          <ac:spMkLst>
            <pc:docMk/>
            <pc:sldMk cId="1835615837" sldId="361"/>
            <ac:spMk id="19" creationId="{AAD46459-2F0B-430B-81C4-725798A025DE}"/>
          </ac:spMkLst>
        </pc:spChg>
        <pc:spChg chg="add mod">
          <ac:chgData name="Cesar Augusto Lopez Gallego" userId="0dfa9112-9251-4882-b472-cf2dfcee09d1" providerId="ADAL" clId="{948E961B-F100-43FF-B682-30091CCFF729}" dt="2025-04-03T23:42:11.911" v="1846" actId="1076"/>
          <ac:spMkLst>
            <pc:docMk/>
            <pc:sldMk cId="1835615837" sldId="361"/>
            <ac:spMk id="20" creationId="{73F2B8FC-79C2-4E4E-8BB5-BC21B31F49CB}"/>
          </ac:spMkLst>
        </pc:spChg>
        <pc:spChg chg="add mod">
          <ac:chgData name="Cesar Augusto Lopez Gallego" userId="0dfa9112-9251-4882-b472-cf2dfcee09d1" providerId="ADAL" clId="{948E961B-F100-43FF-B682-30091CCFF729}" dt="2025-04-03T23:52:31.663" v="2030" actId="20577"/>
          <ac:spMkLst>
            <pc:docMk/>
            <pc:sldMk cId="1835615837" sldId="361"/>
            <ac:spMk id="30" creationId="{FC0F1B5B-401C-43EE-A76F-88B0ADDFF366}"/>
          </ac:spMkLst>
        </pc:spChg>
        <pc:spChg chg="add mod">
          <ac:chgData name="Cesar Augusto Lopez Gallego" userId="0dfa9112-9251-4882-b472-cf2dfcee09d1" providerId="ADAL" clId="{948E961B-F100-43FF-B682-30091CCFF729}" dt="2025-04-03T23:58:11.383" v="2246" actId="20577"/>
          <ac:spMkLst>
            <pc:docMk/>
            <pc:sldMk cId="1835615837" sldId="361"/>
            <ac:spMk id="36" creationId="{51946932-6F06-4068-870C-3FC94573D7E1}"/>
          </ac:spMkLst>
        </pc:spChg>
        <pc:picChg chg="add del mod">
          <ac:chgData name="Cesar Augusto Lopez Gallego" userId="0dfa9112-9251-4882-b472-cf2dfcee09d1" providerId="ADAL" clId="{948E961B-F100-43FF-B682-30091CCFF729}" dt="2025-04-03T23:10:25.514" v="1746" actId="1076"/>
          <ac:picMkLst>
            <pc:docMk/>
            <pc:sldMk cId="1835615837" sldId="361"/>
            <ac:picMk id="2" creationId="{DF344471-324A-4EAD-B184-4EC36A2D4B02}"/>
          </ac:picMkLst>
        </pc:picChg>
        <pc:picChg chg="add del mod">
          <ac:chgData name="Cesar Augusto Lopez Gallego" userId="0dfa9112-9251-4882-b472-cf2dfcee09d1" providerId="ADAL" clId="{948E961B-F100-43FF-B682-30091CCFF729}" dt="2025-04-03T21:16:14.475" v="187" actId="478"/>
          <ac:picMkLst>
            <pc:docMk/>
            <pc:sldMk cId="1835615837" sldId="361"/>
            <ac:picMk id="5" creationId="{6168E46C-49DB-4AA1-9D2E-07A7010A7E29}"/>
          </ac:picMkLst>
        </pc:picChg>
        <pc:picChg chg="add del mod">
          <ac:chgData name="Cesar Augusto Lopez Gallego" userId="0dfa9112-9251-4882-b472-cf2dfcee09d1" providerId="ADAL" clId="{948E961B-F100-43FF-B682-30091CCFF729}" dt="2025-04-03T23:10:29.534" v="1748" actId="478"/>
          <ac:picMkLst>
            <pc:docMk/>
            <pc:sldMk cId="1835615837" sldId="361"/>
            <ac:picMk id="6" creationId="{6E075567-1B7A-4E8B-AE99-C34D61D3FC81}"/>
          </ac:picMkLst>
        </pc:picChg>
        <pc:picChg chg="add mod">
          <ac:chgData name="Cesar Augusto Lopez Gallego" userId="0dfa9112-9251-4882-b472-cf2dfcee09d1" providerId="ADAL" clId="{948E961B-F100-43FF-B682-30091CCFF729}" dt="2025-04-03T23:42:20.055" v="1847" actId="1076"/>
          <ac:picMkLst>
            <pc:docMk/>
            <pc:sldMk cId="1835615837" sldId="361"/>
            <ac:picMk id="15" creationId="{7A811427-C63D-4B0F-BE12-9DED17634ADB}"/>
          </ac:picMkLst>
        </pc:picChg>
        <pc:cxnChg chg="add del mod ord">
          <ac:chgData name="Cesar Augusto Lopez Gallego" userId="0dfa9112-9251-4882-b472-cf2dfcee09d1" providerId="ADAL" clId="{948E961B-F100-43FF-B682-30091CCFF729}" dt="2025-04-03T23:42:31.203" v="1850" actId="166"/>
          <ac:cxnSpMkLst>
            <pc:docMk/>
            <pc:sldMk cId="1835615837" sldId="361"/>
            <ac:cxnSpMk id="10" creationId="{2DE36CAC-9148-44F1-8DA5-439E21CEB2EB}"/>
          </ac:cxnSpMkLst>
        </pc:cxnChg>
        <pc:cxnChg chg="add mod ord">
          <ac:chgData name="Cesar Augusto Lopez Gallego" userId="0dfa9112-9251-4882-b472-cf2dfcee09d1" providerId="ADAL" clId="{948E961B-F100-43FF-B682-30091CCFF729}" dt="2025-04-03T23:43:30.663" v="1855" actId="1076"/>
          <ac:cxnSpMkLst>
            <pc:docMk/>
            <pc:sldMk cId="1835615837" sldId="361"/>
            <ac:cxnSpMk id="22" creationId="{94944FF2-A8B7-45E7-B1CC-B7264A8892FC}"/>
          </ac:cxnSpMkLst>
        </pc:cxnChg>
        <pc:cxnChg chg="add mod">
          <ac:chgData name="Cesar Augusto Lopez Gallego" userId="0dfa9112-9251-4882-b472-cf2dfcee09d1" providerId="ADAL" clId="{948E961B-F100-43FF-B682-30091CCFF729}" dt="2025-04-03T23:43:39.311" v="1859" actId="1076"/>
          <ac:cxnSpMkLst>
            <pc:docMk/>
            <pc:sldMk cId="1835615837" sldId="361"/>
            <ac:cxnSpMk id="27" creationId="{F8BB3FFB-56B4-4A79-8E05-80B010A95D80}"/>
          </ac:cxnSpMkLst>
        </pc:cxnChg>
        <pc:cxnChg chg="add mod">
          <ac:chgData name="Cesar Augusto Lopez Gallego" userId="0dfa9112-9251-4882-b472-cf2dfcee09d1" providerId="ADAL" clId="{948E961B-F100-43FF-B682-30091CCFF729}" dt="2025-04-03T23:45:38.926" v="1870" actId="14100"/>
          <ac:cxnSpMkLst>
            <pc:docMk/>
            <pc:sldMk cId="1835615837" sldId="361"/>
            <ac:cxnSpMk id="32" creationId="{80022B5E-C1D9-40C4-87FD-10EEFB218662}"/>
          </ac:cxnSpMkLst>
        </pc:cxnChg>
        <pc:cxnChg chg="add mod">
          <ac:chgData name="Cesar Augusto Lopez Gallego" userId="0dfa9112-9251-4882-b472-cf2dfcee09d1" providerId="ADAL" clId="{948E961B-F100-43FF-B682-30091CCFF729}" dt="2025-04-03T23:53:55.846" v="2034" actId="1076"/>
          <ac:cxnSpMkLst>
            <pc:docMk/>
            <pc:sldMk cId="1835615837" sldId="361"/>
            <ac:cxnSpMk id="34" creationId="{9ACED6B5-7377-4E4B-AEF2-12AD77987F97}"/>
          </ac:cxnSpMkLst>
        </pc:cxnChg>
      </pc:sldChg>
      <pc:sldChg chg="addSp delSp modSp new mod modAnim">
        <pc:chgData name="Cesar Augusto Lopez Gallego" userId="0dfa9112-9251-4882-b472-cf2dfcee09d1" providerId="ADAL" clId="{948E961B-F100-43FF-B682-30091CCFF729}" dt="2025-04-04T11:51:37.394" v="3140"/>
        <pc:sldMkLst>
          <pc:docMk/>
          <pc:sldMk cId="2840714537" sldId="362"/>
        </pc:sldMkLst>
        <pc:spChg chg="add mod">
          <ac:chgData name="Cesar Augusto Lopez Gallego" userId="0dfa9112-9251-4882-b472-cf2dfcee09d1" providerId="ADAL" clId="{948E961B-F100-43FF-B682-30091CCFF729}" dt="2025-04-02T15:43:38.258" v="151" actId="20577"/>
          <ac:spMkLst>
            <pc:docMk/>
            <pc:sldMk cId="2840714537" sldId="362"/>
            <ac:spMk id="3" creationId="{DA02C777-E813-44CE-9C3A-C5A5CCF71126}"/>
          </ac:spMkLst>
        </pc:spChg>
        <pc:spChg chg="add del mod">
          <ac:chgData name="Cesar Augusto Lopez Gallego" userId="0dfa9112-9251-4882-b472-cf2dfcee09d1" providerId="ADAL" clId="{948E961B-F100-43FF-B682-30091CCFF729}" dt="2025-04-04T00:13:28.504" v="2780" actId="478"/>
          <ac:spMkLst>
            <pc:docMk/>
            <pc:sldMk cId="2840714537" sldId="362"/>
            <ac:spMk id="6" creationId="{089FFBD1-C9CC-4FB4-9F8E-2DCD5AB91652}"/>
          </ac:spMkLst>
        </pc:spChg>
        <pc:spChg chg="add del mod">
          <ac:chgData name="Cesar Augusto Lopez Gallego" userId="0dfa9112-9251-4882-b472-cf2dfcee09d1" providerId="ADAL" clId="{948E961B-F100-43FF-B682-30091CCFF729}" dt="2025-04-04T00:15:58.644" v="2863" actId="478"/>
          <ac:spMkLst>
            <pc:docMk/>
            <pc:sldMk cId="2840714537" sldId="362"/>
            <ac:spMk id="7" creationId="{7BB668AA-19FD-4EEC-B0B0-35D7EA42B38E}"/>
          </ac:spMkLst>
        </pc:spChg>
        <pc:spChg chg="add mod">
          <ac:chgData name="Cesar Augusto Lopez Gallego" userId="0dfa9112-9251-4882-b472-cf2dfcee09d1" providerId="ADAL" clId="{948E961B-F100-43FF-B682-30091CCFF729}" dt="2025-04-04T00:13:35.678" v="2781" actId="1076"/>
          <ac:spMkLst>
            <pc:docMk/>
            <pc:sldMk cId="2840714537" sldId="362"/>
            <ac:spMk id="8" creationId="{0FA2468B-B8D4-4790-B9B3-252B650F7EA0}"/>
          </ac:spMkLst>
        </pc:spChg>
        <pc:spChg chg="add mod">
          <ac:chgData name="Cesar Augusto Lopez Gallego" userId="0dfa9112-9251-4882-b472-cf2dfcee09d1" providerId="ADAL" clId="{948E961B-F100-43FF-B682-30091CCFF729}" dt="2025-04-04T00:16:03.145" v="2864" actId="313"/>
          <ac:spMkLst>
            <pc:docMk/>
            <pc:sldMk cId="2840714537" sldId="362"/>
            <ac:spMk id="12" creationId="{66B995C1-49FC-4312-8237-B7FCE3986663}"/>
          </ac:spMkLst>
        </pc:spChg>
        <pc:spChg chg="add mod">
          <ac:chgData name="Cesar Augusto Lopez Gallego" userId="0dfa9112-9251-4882-b472-cf2dfcee09d1" providerId="ADAL" clId="{948E961B-F100-43FF-B682-30091CCFF729}" dt="2025-04-04T00:12:03.860" v="2773" actId="14100"/>
          <ac:spMkLst>
            <pc:docMk/>
            <pc:sldMk cId="2840714537" sldId="362"/>
            <ac:spMk id="15" creationId="{152F0C23-9101-498B-A9C9-64E469D12217}"/>
          </ac:spMkLst>
        </pc:spChg>
        <pc:spChg chg="add mod">
          <ac:chgData name="Cesar Augusto Lopez Gallego" userId="0dfa9112-9251-4882-b472-cf2dfcee09d1" providerId="ADAL" clId="{948E961B-F100-43FF-B682-30091CCFF729}" dt="2025-04-04T00:16:20.736" v="2877" actId="20577"/>
          <ac:spMkLst>
            <pc:docMk/>
            <pc:sldMk cId="2840714537" sldId="362"/>
            <ac:spMk id="27" creationId="{9CF474D2-96EC-4C45-BD5C-5DFC902D9EEF}"/>
          </ac:spMkLst>
        </pc:spChg>
        <pc:picChg chg="add mod">
          <ac:chgData name="Cesar Augusto Lopez Gallego" userId="0dfa9112-9251-4882-b472-cf2dfcee09d1" providerId="ADAL" clId="{948E961B-F100-43FF-B682-30091CCFF729}" dt="2025-04-03T23:55:11.583" v="2165" actId="1076"/>
          <ac:picMkLst>
            <pc:docMk/>
            <pc:sldMk cId="2840714537" sldId="362"/>
            <ac:picMk id="2" creationId="{7E0B39C5-D64C-4E8A-99D0-57054691D859}"/>
          </ac:picMkLst>
        </pc:picChg>
        <pc:picChg chg="add mod">
          <ac:chgData name="Cesar Augusto Lopez Gallego" userId="0dfa9112-9251-4882-b472-cf2dfcee09d1" providerId="ADAL" clId="{948E961B-F100-43FF-B682-30091CCFF729}" dt="2025-04-04T00:00:05.984" v="2252" actId="1076"/>
          <ac:picMkLst>
            <pc:docMk/>
            <pc:sldMk cId="2840714537" sldId="362"/>
            <ac:picMk id="5" creationId="{67FF93D3-68DB-4A50-8287-DEBF49907C7E}"/>
          </ac:picMkLst>
        </pc:picChg>
        <pc:cxnChg chg="add del mod">
          <ac:chgData name="Cesar Augusto Lopez Gallego" userId="0dfa9112-9251-4882-b472-cf2dfcee09d1" providerId="ADAL" clId="{948E961B-F100-43FF-B682-30091CCFF729}" dt="2025-04-04T00:12:48.679" v="2775" actId="478"/>
          <ac:cxnSpMkLst>
            <pc:docMk/>
            <pc:sldMk cId="2840714537" sldId="362"/>
            <ac:cxnSpMk id="9" creationId="{2006B081-8DE9-4C02-B803-611E48A6360B}"/>
          </ac:cxnSpMkLst>
        </pc:cxnChg>
        <pc:cxnChg chg="add mod">
          <ac:chgData name="Cesar Augusto Lopez Gallego" userId="0dfa9112-9251-4882-b472-cf2dfcee09d1" providerId="ADAL" clId="{948E961B-F100-43FF-B682-30091CCFF729}" dt="2025-04-04T00:13:48.255" v="2785" actId="14100"/>
          <ac:cxnSpMkLst>
            <pc:docMk/>
            <pc:sldMk cId="2840714537" sldId="362"/>
            <ac:cxnSpMk id="10" creationId="{3683EE87-BF66-48B2-9837-BD6FAF14B5F9}"/>
          </ac:cxnSpMkLst>
        </pc:cxnChg>
        <pc:cxnChg chg="add mod">
          <ac:chgData name="Cesar Augusto Lopez Gallego" userId="0dfa9112-9251-4882-b472-cf2dfcee09d1" providerId="ADAL" clId="{948E961B-F100-43FF-B682-30091CCFF729}" dt="2025-04-04T00:16:09.895" v="2867" actId="14100"/>
          <ac:cxnSpMkLst>
            <pc:docMk/>
            <pc:sldMk cId="2840714537" sldId="362"/>
            <ac:cxnSpMk id="11" creationId="{0B16FE68-B81C-4B0F-9579-1E93E52E0A57}"/>
          </ac:cxnSpMkLst>
        </pc:cxnChg>
        <pc:cxnChg chg="add mod">
          <ac:chgData name="Cesar Augusto Lopez Gallego" userId="0dfa9112-9251-4882-b472-cf2dfcee09d1" providerId="ADAL" clId="{948E961B-F100-43FF-B682-30091CCFF729}" dt="2025-04-04T00:15:47.887" v="2861" actId="14100"/>
          <ac:cxnSpMkLst>
            <pc:docMk/>
            <pc:sldMk cId="2840714537" sldId="362"/>
            <ac:cxnSpMk id="13" creationId="{BEC29AE1-1FFA-4464-B98B-CE34B1EDD5C6}"/>
          </ac:cxnSpMkLst>
        </pc:cxnChg>
        <pc:cxnChg chg="add mod">
          <ac:chgData name="Cesar Augusto Lopez Gallego" userId="0dfa9112-9251-4882-b472-cf2dfcee09d1" providerId="ADAL" clId="{948E961B-F100-43FF-B682-30091CCFF729}" dt="2025-04-04T00:13:19.103" v="2779" actId="14100"/>
          <ac:cxnSpMkLst>
            <pc:docMk/>
            <pc:sldMk cId="2840714537" sldId="362"/>
            <ac:cxnSpMk id="14" creationId="{D0DF87EA-AA9C-44BA-8A60-D62210592F78}"/>
          </ac:cxnSpMkLst>
        </pc:cxnChg>
        <pc:cxnChg chg="add mod">
          <ac:chgData name="Cesar Augusto Lopez Gallego" userId="0dfa9112-9251-4882-b472-cf2dfcee09d1" providerId="ADAL" clId="{948E961B-F100-43FF-B682-30091CCFF729}" dt="2025-04-04T00:13:40.968" v="2783" actId="1076"/>
          <ac:cxnSpMkLst>
            <pc:docMk/>
            <pc:sldMk cId="2840714537" sldId="362"/>
            <ac:cxnSpMk id="21" creationId="{16F780B5-B18F-4E4E-B951-4D54033DCAED}"/>
          </ac:cxnSpMkLst>
        </pc:cxnChg>
      </pc:sldChg>
      <pc:sldChg chg="addSp delSp modSp new mod modAnim">
        <pc:chgData name="Cesar Augusto Lopez Gallego" userId="0dfa9112-9251-4882-b472-cf2dfcee09d1" providerId="ADAL" clId="{948E961B-F100-43FF-B682-30091CCFF729}" dt="2025-04-04T11:52:28.659" v="3142"/>
        <pc:sldMkLst>
          <pc:docMk/>
          <pc:sldMk cId="973730295" sldId="363"/>
        </pc:sldMkLst>
        <pc:spChg chg="add mod">
          <ac:chgData name="Cesar Augusto Lopez Gallego" userId="0dfa9112-9251-4882-b472-cf2dfcee09d1" providerId="ADAL" clId="{948E961B-F100-43FF-B682-30091CCFF729}" dt="2025-04-02T15:47:39.879" v="176" actId="20577"/>
          <ac:spMkLst>
            <pc:docMk/>
            <pc:sldMk cId="973730295" sldId="363"/>
            <ac:spMk id="2" creationId="{C0E43C4A-C185-4F69-8EC7-D6B14172FCF8}"/>
          </ac:spMkLst>
        </pc:spChg>
        <pc:spChg chg="add del mod">
          <ac:chgData name="Cesar Augusto Lopez Gallego" userId="0dfa9112-9251-4882-b472-cf2dfcee09d1" providerId="ADAL" clId="{948E961B-F100-43FF-B682-30091CCFF729}" dt="2025-04-03T21:22:00.020" v="267" actId="21"/>
          <ac:spMkLst>
            <pc:docMk/>
            <pc:sldMk cId="973730295" sldId="363"/>
            <ac:spMk id="6" creationId="{CCDDB869-8ECC-4C1B-A5E2-79214EBEFF9E}"/>
          </ac:spMkLst>
        </pc:spChg>
        <pc:spChg chg="add mod">
          <ac:chgData name="Cesar Augusto Lopez Gallego" userId="0dfa9112-9251-4882-b472-cf2dfcee09d1" providerId="ADAL" clId="{948E961B-F100-43FF-B682-30091CCFF729}" dt="2025-04-04T00:28:28.399" v="3115" actId="1076"/>
          <ac:spMkLst>
            <pc:docMk/>
            <pc:sldMk cId="973730295" sldId="363"/>
            <ac:spMk id="11" creationId="{9B78D4B1-3BF2-4F56-AE65-BC9DD85C5210}"/>
          </ac:spMkLst>
        </pc:spChg>
        <pc:spChg chg="add mod">
          <ac:chgData name="Cesar Augusto Lopez Gallego" userId="0dfa9112-9251-4882-b472-cf2dfcee09d1" providerId="ADAL" clId="{948E961B-F100-43FF-B682-30091CCFF729}" dt="2025-04-04T00:28:20.079" v="3113" actId="1076"/>
          <ac:spMkLst>
            <pc:docMk/>
            <pc:sldMk cId="973730295" sldId="363"/>
            <ac:spMk id="13" creationId="{091BE896-1F8A-436D-A8DE-51CFA97120C1}"/>
          </ac:spMkLst>
        </pc:spChg>
        <pc:picChg chg="add del mod">
          <ac:chgData name="Cesar Augusto Lopez Gallego" userId="0dfa9112-9251-4882-b472-cf2dfcee09d1" providerId="ADAL" clId="{948E961B-F100-43FF-B682-30091CCFF729}" dt="2025-04-04T00:17:53.175" v="2886" actId="478"/>
          <ac:picMkLst>
            <pc:docMk/>
            <pc:sldMk cId="973730295" sldId="363"/>
            <ac:picMk id="4" creationId="{398FC513-4BB6-4206-A617-466715064175}"/>
          </ac:picMkLst>
        </pc:picChg>
        <pc:picChg chg="add mod">
          <ac:chgData name="Cesar Augusto Lopez Gallego" userId="0dfa9112-9251-4882-b472-cf2dfcee09d1" providerId="ADAL" clId="{948E961B-F100-43FF-B682-30091CCFF729}" dt="2025-04-04T00:16:57.487" v="2878" actId="1076"/>
          <ac:picMkLst>
            <pc:docMk/>
            <pc:sldMk cId="973730295" sldId="363"/>
            <ac:picMk id="5" creationId="{D9B356D0-EF76-4717-AE25-C3A32B57E087}"/>
          </ac:picMkLst>
        </pc:picChg>
        <pc:picChg chg="add mod">
          <ac:chgData name="Cesar Augusto Lopez Gallego" userId="0dfa9112-9251-4882-b472-cf2dfcee09d1" providerId="ADAL" clId="{948E961B-F100-43FF-B682-30091CCFF729}" dt="2025-04-04T00:23:50.166" v="2893" actId="1076"/>
          <ac:picMkLst>
            <pc:docMk/>
            <pc:sldMk cId="973730295" sldId="363"/>
            <ac:picMk id="7" creationId="{41B6BD09-8BD4-4A14-8E12-5EE9D9E478C1}"/>
          </ac:picMkLst>
        </pc:picChg>
        <pc:cxnChg chg="add mod">
          <ac:chgData name="Cesar Augusto Lopez Gallego" userId="0dfa9112-9251-4882-b472-cf2dfcee09d1" providerId="ADAL" clId="{948E961B-F100-43FF-B682-30091CCFF729}" dt="2025-04-04T00:27:01.246" v="3104" actId="14100"/>
          <ac:cxnSpMkLst>
            <pc:docMk/>
            <pc:sldMk cId="973730295" sldId="363"/>
            <ac:cxnSpMk id="9" creationId="{5736500B-F245-4AD3-A944-A8FF587BED55}"/>
          </ac:cxnSpMkLst>
        </pc:cxnChg>
        <pc:cxnChg chg="add mod">
          <ac:chgData name="Cesar Augusto Lopez Gallego" userId="0dfa9112-9251-4882-b472-cf2dfcee09d1" providerId="ADAL" clId="{948E961B-F100-43FF-B682-30091CCFF729}" dt="2025-04-04T00:28:22.198" v="3114" actId="14100"/>
          <ac:cxnSpMkLst>
            <pc:docMk/>
            <pc:sldMk cId="973730295" sldId="363"/>
            <ac:cxnSpMk id="14" creationId="{F16A767C-14CB-4A34-B1F9-0C0AD23737F5}"/>
          </ac:cxnSpMkLst>
        </pc:cxnChg>
      </pc:sldChg>
      <pc:sldChg chg="addSp delSp modSp new mod ord">
        <pc:chgData name="Cesar Augusto Lopez Gallego" userId="0dfa9112-9251-4882-b472-cf2dfcee09d1" providerId="ADAL" clId="{948E961B-F100-43FF-B682-30091CCFF729}" dt="2025-04-01T16:33:55.405" v="81" actId="1076"/>
        <pc:sldMkLst>
          <pc:docMk/>
          <pc:sldMk cId="1306722742" sldId="364"/>
        </pc:sldMkLst>
        <pc:spChg chg="add mod">
          <ac:chgData name="Cesar Augusto Lopez Gallego" userId="0dfa9112-9251-4882-b472-cf2dfcee09d1" providerId="ADAL" clId="{948E961B-F100-43FF-B682-30091CCFF729}" dt="2025-04-01T16:30:46.291" v="36" actId="255"/>
          <ac:spMkLst>
            <pc:docMk/>
            <pc:sldMk cId="1306722742" sldId="364"/>
            <ac:spMk id="3" creationId="{B4F735A7-3764-4896-B035-2A5601CCCE56}"/>
          </ac:spMkLst>
        </pc:spChg>
        <pc:spChg chg="add mod">
          <ac:chgData name="Cesar Augusto Lopez Gallego" userId="0dfa9112-9251-4882-b472-cf2dfcee09d1" providerId="ADAL" clId="{948E961B-F100-43FF-B682-30091CCFF729}" dt="2025-04-01T16:32:35.084" v="71" actId="1076"/>
          <ac:spMkLst>
            <pc:docMk/>
            <pc:sldMk cId="1306722742" sldId="364"/>
            <ac:spMk id="5" creationId="{E6EA9E42-F1C1-4F3D-B8BB-2D07E55EB482}"/>
          </ac:spMkLst>
        </pc:spChg>
        <pc:spChg chg="add del">
          <ac:chgData name="Cesar Augusto Lopez Gallego" userId="0dfa9112-9251-4882-b472-cf2dfcee09d1" providerId="ADAL" clId="{948E961B-F100-43FF-B682-30091CCFF729}" dt="2025-04-01T16:31:19.982" v="45"/>
          <ac:spMkLst>
            <pc:docMk/>
            <pc:sldMk cId="1306722742" sldId="364"/>
            <ac:spMk id="6" creationId="{2BD83EC5-A017-493A-BB54-B4AA0062A4EC}"/>
          </ac:spMkLst>
        </pc:spChg>
        <pc:spChg chg="add mod">
          <ac:chgData name="Cesar Augusto Lopez Gallego" userId="0dfa9112-9251-4882-b472-cf2dfcee09d1" providerId="ADAL" clId="{948E961B-F100-43FF-B682-30091CCFF729}" dt="2025-04-01T16:33:38.499" v="77" actId="1076"/>
          <ac:spMkLst>
            <pc:docMk/>
            <pc:sldMk cId="1306722742" sldId="364"/>
            <ac:spMk id="8" creationId="{C56D50A1-AB73-47D5-9423-20E89A7948FA}"/>
          </ac:spMkLst>
        </pc:spChg>
        <pc:picChg chg="add mod">
          <ac:chgData name="Cesar Augusto Lopez Gallego" userId="0dfa9112-9251-4882-b472-cf2dfcee09d1" providerId="ADAL" clId="{948E961B-F100-43FF-B682-30091CCFF729}" dt="2025-04-01T16:33:55.405" v="81" actId="1076"/>
          <ac:picMkLst>
            <pc:docMk/>
            <pc:sldMk cId="1306722742" sldId="364"/>
            <ac:picMk id="10" creationId="{C7832850-CF06-41A0-8850-BA6A022A7DCB}"/>
          </ac:picMkLst>
        </pc:picChg>
      </pc:sldChg>
      <pc:sldChg chg="addSp modSp new mod">
        <pc:chgData name="Cesar Augusto Lopez Gallego" userId="0dfa9112-9251-4882-b472-cf2dfcee09d1" providerId="ADAL" clId="{948E961B-F100-43FF-B682-30091CCFF729}" dt="2025-04-01T16:45:52.567" v="89" actId="1076"/>
        <pc:sldMkLst>
          <pc:docMk/>
          <pc:sldMk cId="1370264516" sldId="365"/>
        </pc:sldMkLst>
        <pc:picChg chg="add mod">
          <ac:chgData name="Cesar Augusto Lopez Gallego" userId="0dfa9112-9251-4882-b472-cf2dfcee09d1" providerId="ADAL" clId="{948E961B-F100-43FF-B682-30091CCFF729}" dt="2025-04-01T16:45:38.941" v="85" actId="14100"/>
          <ac:picMkLst>
            <pc:docMk/>
            <pc:sldMk cId="1370264516" sldId="365"/>
            <ac:picMk id="3" creationId="{1D2AF062-77B0-466B-A4AC-D404DCCBBC05}"/>
          </ac:picMkLst>
        </pc:picChg>
        <pc:picChg chg="add mod">
          <ac:chgData name="Cesar Augusto Lopez Gallego" userId="0dfa9112-9251-4882-b472-cf2dfcee09d1" providerId="ADAL" clId="{948E961B-F100-43FF-B682-30091CCFF729}" dt="2025-04-01T16:45:52.567" v="89" actId="1076"/>
          <ac:picMkLst>
            <pc:docMk/>
            <pc:sldMk cId="1370264516" sldId="365"/>
            <ac:picMk id="5" creationId="{A37B70EA-C011-4301-99E8-13A13DBFD458}"/>
          </ac:picMkLst>
        </pc:picChg>
      </pc:sldChg>
      <pc:sldChg chg="addSp delSp modSp new mod modAnim">
        <pc:chgData name="Cesar Augusto Lopez Gallego" userId="0dfa9112-9251-4882-b472-cf2dfcee09d1" providerId="ADAL" clId="{948E961B-F100-43FF-B682-30091CCFF729}" dt="2025-04-04T11:49:52.890" v="3131"/>
        <pc:sldMkLst>
          <pc:docMk/>
          <pc:sldMk cId="1421089093" sldId="366"/>
        </pc:sldMkLst>
        <pc:spChg chg="add del mod">
          <ac:chgData name="Cesar Augusto Lopez Gallego" userId="0dfa9112-9251-4882-b472-cf2dfcee09d1" providerId="ADAL" clId="{948E961B-F100-43FF-B682-30091CCFF729}" dt="2025-04-03T21:25:17.191" v="371" actId="478"/>
          <ac:spMkLst>
            <pc:docMk/>
            <pc:sldMk cId="1421089093" sldId="366"/>
            <ac:spMk id="3" creationId="{384F8CE5-19FC-46D3-AED9-EA08839EDCC6}"/>
          </ac:spMkLst>
        </pc:spChg>
        <pc:spChg chg="add mod">
          <ac:chgData name="Cesar Augusto Lopez Gallego" userId="0dfa9112-9251-4882-b472-cf2dfcee09d1" providerId="ADAL" clId="{948E961B-F100-43FF-B682-30091CCFF729}" dt="2025-04-03T21:28:18.206" v="453" actId="1076"/>
          <ac:spMkLst>
            <pc:docMk/>
            <pc:sldMk cId="1421089093" sldId="366"/>
            <ac:spMk id="6" creationId="{65CD3ABF-88A4-4FDF-BC99-A22469B21ED8}"/>
          </ac:spMkLst>
        </pc:spChg>
        <pc:spChg chg="add mod">
          <ac:chgData name="Cesar Augusto Lopez Gallego" userId="0dfa9112-9251-4882-b472-cf2dfcee09d1" providerId="ADAL" clId="{948E961B-F100-43FF-B682-30091CCFF729}" dt="2025-04-03T21:34:19" v="506" actId="20577"/>
          <ac:spMkLst>
            <pc:docMk/>
            <pc:sldMk cId="1421089093" sldId="366"/>
            <ac:spMk id="9" creationId="{7C3661A7-0CF8-4377-99F0-15BD65AD79B7}"/>
          </ac:spMkLst>
        </pc:spChg>
        <pc:spChg chg="add mod">
          <ac:chgData name="Cesar Augusto Lopez Gallego" userId="0dfa9112-9251-4882-b472-cf2dfcee09d1" providerId="ADAL" clId="{948E961B-F100-43FF-B682-30091CCFF729}" dt="2025-04-03T21:36:29.168" v="573" actId="20577"/>
          <ac:spMkLst>
            <pc:docMk/>
            <pc:sldMk cId="1421089093" sldId="366"/>
            <ac:spMk id="12" creationId="{7F35B89D-6974-4B56-A1F2-1965FDAE0DE9}"/>
          </ac:spMkLst>
        </pc:spChg>
        <pc:spChg chg="add mod">
          <ac:chgData name="Cesar Augusto Lopez Gallego" userId="0dfa9112-9251-4882-b472-cf2dfcee09d1" providerId="ADAL" clId="{948E961B-F100-43FF-B682-30091CCFF729}" dt="2025-04-03T21:44:21.095" v="769" actId="20577"/>
          <ac:spMkLst>
            <pc:docMk/>
            <pc:sldMk cId="1421089093" sldId="366"/>
            <ac:spMk id="24" creationId="{7F84C078-498D-474B-9140-07F31BE4F3BC}"/>
          </ac:spMkLst>
        </pc:spChg>
        <pc:spChg chg="add mod">
          <ac:chgData name="Cesar Augusto Lopez Gallego" userId="0dfa9112-9251-4882-b472-cf2dfcee09d1" providerId="ADAL" clId="{948E961B-F100-43FF-B682-30091CCFF729}" dt="2025-04-03T21:44:54.183" v="773" actId="1076"/>
          <ac:spMkLst>
            <pc:docMk/>
            <pc:sldMk cId="1421089093" sldId="366"/>
            <ac:spMk id="25" creationId="{8F6D5A9B-848D-4D4D-8CDA-6E78207219D8}"/>
          </ac:spMkLst>
        </pc:spChg>
        <pc:spChg chg="add del mod">
          <ac:chgData name="Cesar Augusto Lopez Gallego" userId="0dfa9112-9251-4882-b472-cf2dfcee09d1" providerId="ADAL" clId="{948E961B-F100-43FF-B682-30091CCFF729}" dt="2025-04-03T21:46:45.480" v="784" actId="478"/>
          <ac:spMkLst>
            <pc:docMk/>
            <pc:sldMk cId="1421089093" sldId="366"/>
            <ac:spMk id="30" creationId="{513D1CBE-0CBF-4DB2-B5B7-F857EFCCF556}"/>
          </ac:spMkLst>
        </pc:spChg>
        <pc:spChg chg="add mod">
          <ac:chgData name="Cesar Augusto Lopez Gallego" userId="0dfa9112-9251-4882-b472-cf2dfcee09d1" providerId="ADAL" clId="{948E961B-F100-43FF-B682-30091CCFF729}" dt="2025-04-03T21:47:03.663" v="808" actId="1076"/>
          <ac:spMkLst>
            <pc:docMk/>
            <pc:sldMk cId="1421089093" sldId="366"/>
            <ac:spMk id="31" creationId="{11C47AB2-EEF2-4239-B0FE-F7C0821CBFC8}"/>
          </ac:spMkLst>
        </pc:spChg>
        <pc:spChg chg="add del mod">
          <ac:chgData name="Cesar Augusto Lopez Gallego" userId="0dfa9112-9251-4882-b472-cf2dfcee09d1" providerId="ADAL" clId="{948E961B-F100-43FF-B682-30091CCFF729}" dt="2025-04-03T21:48:26.335" v="811" actId="478"/>
          <ac:spMkLst>
            <pc:docMk/>
            <pc:sldMk cId="1421089093" sldId="366"/>
            <ac:spMk id="34" creationId="{B067B80C-CAE3-4F67-9878-EEA71620940B}"/>
          </ac:spMkLst>
        </pc:spChg>
        <pc:spChg chg="add mod">
          <ac:chgData name="Cesar Augusto Lopez Gallego" userId="0dfa9112-9251-4882-b472-cf2dfcee09d1" providerId="ADAL" clId="{948E961B-F100-43FF-B682-30091CCFF729}" dt="2025-04-03T22:09:12.615" v="940" actId="1076"/>
          <ac:spMkLst>
            <pc:docMk/>
            <pc:sldMk cId="1421089093" sldId="366"/>
            <ac:spMk id="35" creationId="{9224F9BA-31C0-4135-8848-B63DF7046B8B}"/>
          </ac:spMkLst>
        </pc:spChg>
        <pc:spChg chg="add mod">
          <ac:chgData name="Cesar Augusto Lopez Gallego" userId="0dfa9112-9251-4882-b472-cf2dfcee09d1" providerId="ADAL" clId="{948E961B-F100-43FF-B682-30091CCFF729}" dt="2025-04-03T22:12:24.855" v="1088" actId="1076"/>
          <ac:spMkLst>
            <pc:docMk/>
            <pc:sldMk cId="1421089093" sldId="366"/>
            <ac:spMk id="37" creationId="{B28F3D03-B821-4A3C-AA3B-CE4C620837C0}"/>
          </ac:spMkLst>
        </pc:spChg>
        <pc:picChg chg="add mod">
          <ac:chgData name="Cesar Augusto Lopez Gallego" userId="0dfa9112-9251-4882-b472-cf2dfcee09d1" providerId="ADAL" clId="{948E961B-F100-43FF-B682-30091CCFF729}" dt="2025-04-03T21:25:26.663" v="373" actId="1076"/>
          <ac:picMkLst>
            <pc:docMk/>
            <pc:sldMk cId="1421089093" sldId="366"/>
            <ac:picMk id="2" creationId="{32C5D4A3-9EC3-4580-A536-C8B38552056F}"/>
          </ac:picMkLst>
        </pc:picChg>
        <pc:cxnChg chg="add mod">
          <ac:chgData name="Cesar Augusto Lopez Gallego" userId="0dfa9112-9251-4882-b472-cf2dfcee09d1" providerId="ADAL" clId="{948E961B-F100-43FF-B682-30091CCFF729}" dt="2025-04-03T21:25:26.663" v="373" actId="1076"/>
          <ac:cxnSpMkLst>
            <pc:docMk/>
            <pc:sldMk cId="1421089093" sldId="366"/>
            <ac:cxnSpMk id="4" creationId="{ED200AAC-3B01-4ED1-9CF3-883E265E3FF5}"/>
          </ac:cxnSpMkLst>
        </pc:cxnChg>
        <pc:cxnChg chg="add mod">
          <ac:chgData name="Cesar Augusto Lopez Gallego" userId="0dfa9112-9251-4882-b472-cf2dfcee09d1" providerId="ADAL" clId="{948E961B-F100-43FF-B682-30091CCFF729}" dt="2025-04-03T21:28:18.206" v="453" actId="1076"/>
          <ac:cxnSpMkLst>
            <pc:docMk/>
            <pc:sldMk cId="1421089093" sldId="366"/>
            <ac:cxnSpMk id="7" creationId="{76B6901E-4889-44A0-82C1-7F30A58E9C5B}"/>
          </ac:cxnSpMkLst>
        </pc:cxnChg>
        <pc:cxnChg chg="add mod">
          <ac:chgData name="Cesar Augusto Lopez Gallego" userId="0dfa9112-9251-4882-b472-cf2dfcee09d1" providerId="ADAL" clId="{948E961B-F100-43FF-B682-30091CCFF729}" dt="2025-04-03T21:36:48.918" v="577" actId="14100"/>
          <ac:cxnSpMkLst>
            <pc:docMk/>
            <pc:sldMk cId="1421089093" sldId="366"/>
            <ac:cxnSpMk id="10" creationId="{B6D57FB5-D285-412A-A302-299D2DFCFFF4}"/>
          </ac:cxnSpMkLst>
        </pc:cxnChg>
        <pc:cxnChg chg="add mod">
          <ac:chgData name="Cesar Augusto Lopez Gallego" userId="0dfa9112-9251-4882-b472-cf2dfcee09d1" providerId="ADAL" clId="{948E961B-F100-43FF-B682-30091CCFF729}" dt="2025-04-03T21:36:40.913" v="575" actId="1076"/>
          <ac:cxnSpMkLst>
            <pc:docMk/>
            <pc:sldMk cId="1421089093" sldId="366"/>
            <ac:cxnSpMk id="17" creationId="{4FE1ACF8-6329-4CDC-BE35-BF02F18766E6}"/>
          </ac:cxnSpMkLst>
        </pc:cxnChg>
        <pc:cxnChg chg="add mod">
          <ac:chgData name="Cesar Augusto Lopez Gallego" userId="0dfa9112-9251-4882-b472-cf2dfcee09d1" providerId="ADAL" clId="{948E961B-F100-43FF-B682-30091CCFF729}" dt="2025-04-03T21:38:12.639" v="581" actId="14100"/>
          <ac:cxnSpMkLst>
            <pc:docMk/>
            <pc:sldMk cId="1421089093" sldId="366"/>
            <ac:cxnSpMk id="21" creationId="{D6DAC5E4-D606-4500-BC6A-F76E2EBD6452}"/>
          </ac:cxnSpMkLst>
        </pc:cxnChg>
        <pc:cxnChg chg="add">
          <ac:chgData name="Cesar Augusto Lopez Gallego" userId="0dfa9112-9251-4882-b472-cf2dfcee09d1" providerId="ADAL" clId="{948E961B-F100-43FF-B682-30091CCFF729}" dt="2025-04-03T21:44:59.970" v="774" actId="11529"/>
          <ac:cxnSpMkLst>
            <pc:docMk/>
            <pc:sldMk cId="1421089093" sldId="366"/>
            <ac:cxnSpMk id="27" creationId="{69BB430E-B835-428A-B5ED-C8785260061F}"/>
          </ac:cxnSpMkLst>
        </pc:cxnChg>
        <pc:cxnChg chg="add">
          <ac:chgData name="Cesar Augusto Lopez Gallego" userId="0dfa9112-9251-4882-b472-cf2dfcee09d1" providerId="ADAL" clId="{948E961B-F100-43FF-B682-30091CCFF729}" dt="2025-04-03T21:46:37.497" v="775" actId="11529"/>
          <ac:cxnSpMkLst>
            <pc:docMk/>
            <pc:sldMk cId="1421089093" sldId="366"/>
            <ac:cxnSpMk id="29" creationId="{6ADE57CC-58C6-416B-80B7-50770D569377}"/>
          </ac:cxnSpMkLst>
        </pc:cxnChg>
        <pc:cxnChg chg="add mod">
          <ac:chgData name="Cesar Augusto Lopez Gallego" userId="0dfa9112-9251-4882-b472-cf2dfcee09d1" providerId="ADAL" clId="{948E961B-F100-43FF-B682-30091CCFF729}" dt="2025-04-03T22:09:16.222" v="941" actId="14100"/>
          <ac:cxnSpMkLst>
            <pc:docMk/>
            <pc:sldMk cId="1421089093" sldId="366"/>
            <ac:cxnSpMk id="33" creationId="{969E99F3-EB27-4993-90BE-BE3B98F686B3}"/>
          </ac:cxnSpMkLst>
        </pc:cxnChg>
        <pc:cxnChg chg="add mod">
          <ac:chgData name="Cesar Augusto Lopez Gallego" userId="0dfa9112-9251-4882-b472-cf2dfcee09d1" providerId="ADAL" clId="{948E961B-F100-43FF-B682-30091CCFF729}" dt="2025-04-03T22:12:33.639" v="1090" actId="14100"/>
          <ac:cxnSpMkLst>
            <pc:docMk/>
            <pc:sldMk cId="1421089093" sldId="366"/>
            <ac:cxnSpMk id="39" creationId="{61C2B725-D23D-49C0-A253-34137DFE7586}"/>
          </ac:cxnSpMkLst>
        </pc:cxnChg>
      </pc:sldChg>
      <pc:sldChg chg="addSp modSp new del mod">
        <pc:chgData name="Cesar Augusto Lopez Gallego" userId="0dfa9112-9251-4882-b472-cf2dfcee09d1" providerId="ADAL" clId="{948E961B-F100-43FF-B682-30091CCFF729}" dt="2025-04-04T11:52:45.935" v="3143" actId="47"/>
        <pc:sldMkLst>
          <pc:docMk/>
          <pc:sldMk cId="1001495752" sldId="367"/>
        </pc:sldMkLst>
        <pc:spChg chg="add mod">
          <ac:chgData name="Cesar Augusto Lopez Gallego" userId="0dfa9112-9251-4882-b472-cf2dfcee09d1" providerId="ADAL" clId="{948E961B-F100-43FF-B682-30091CCFF729}" dt="2025-04-03T21:21:09.335" v="264" actId="2085"/>
          <ac:spMkLst>
            <pc:docMk/>
            <pc:sldMk cId="1001495752" sldId="367"/>
            <ac:spMk id="3" creationId="{ACC2A720-6BB3-4614-98AD-E9375B4B85E4}"/>
          </ac:spMkLst>
        </pc:spChg>
        <pc:spChg chg="add mod">
          <ac:chgData name="Cesar Augusto Lopez Gallego" userId="0dfa9112-9251-4882-b472-cf2dfcee09d1" providerId="ADAL" clId="{948E961B-F100-43FF-B682-30091CCFF729}" dt="2025-04-03T21:23:02.139" v="320" actId="20577"/>
          <ac:spMkLst>
            <pc:docMk/>
            <pc:sldMk cId="1001495752" sldId="367"/>
            <ac:spMk id="4" creationId="{123B59A9-9961-402A-B99E-E0C8611F03ED}"/>
          </ac:spMkLst>
        </pc:spChg>
        <pc:spChg chg="add mod">
          <ac:chgData name="Cesar Augusto Lopez Gallego" userId="0dfa9112-9251-4882-b472-cf2dfcee09d1" providerId="ADAL" clId="{948E961B-F100-43FF-B682-30091CCFF729}" dt="2025-04-03T21:23:09.031" v="322" actId="1076"/>
          <ac:spMkLst>
            <pc:docMk/>
            <pc:sldMk cId="1001495752" sldId="367"/>
            <ac:spMk id="5" creationId="{E95D5664-68B8-41B3-A457-49937325C5BE}"/>
          </ac:spMkLst>
        </pc:spChg>
        <pc:picChg chg="add mod">
          <ac:chgData name="Cesar Augusto Lopez Gallego" userId="0dfa9112-9251-4882-b472-cf2dfcee09d1" providerId="ADAL" clId="{948E961B-F100-43FF-B682-30091CCFF729}" dt="2025-04-03T21:20:35.680" v="260" actId="1076"/>
          <ac:picMkLst>
            <pc:docMk/>
            <pc:sldMk cId="1001495752" sldId="367"/>
            <ac:picMk id="2" creationId="{D1C2253B-B631-44CE-9856-C083D6AC37D8}"/>
          </ac:picMkLst>
        </pc:picChg>
        <pc:cxnChg chg="add">
          <ac:chgData name="Cesar Augusto Lopez Gallego" userId="0dfa9112-9251-4882-b472-cf2dfcee09d1" providerId="ADAL" clId="{948E961B-F100-43FF-B682-30091CCFF729}" dt="2025-04-03T21:23:15.715" v="323" actId="11529"/>
          <ac:cxnSpMkLst>
            <pc:docMk/>
            <pc:sldMk cId="1001495752" sldId="367"/>
            <ac:cxnSpMk id="7" creationId="{3EDD8117-374A-4217-AF4D-4BD0E54E8259}"/>
          </ac:cxnSpMkLst>
        </pc:cxnChg>
        <pc:cxnChg chg="add">
          <ac:chgData name="Cesar Augusto Lopez Gallego" userId="0dfa9112-9251-4882-b472-cf2dfcee09d1" providerId="ADAL" clId="{948E961B-F100-43FF-B682-30091CCFF729}" dt="2025-04-03T21:23:23.768" v="324" actId="11529"/>
          <ac:cxnSpMkLst>
            <pc:docMk/>
            <pc:sldMk cId="1001495752" sldId="367"/>
            <ac:cxnSpMk id="9" creationId="{FE2AC840-6843-4F28-907F-DA6D512747A0}"/>
          </ac:cxnSpMkLst>
        </pc:cxnChg>
      </pc:sldChg>
      <pc:sldChg chg="addSp delSp modSp new mod">
        <pc:chgData name="Cesar Augusto Lopez Gallego" userId="0dfa9112-9251-4882-b472-cf2dfcee09d1" providerId="ADAL" clId="{948E961B-F100-43FF-B682-30091CCFF729}" dt="2025-04-03T23:51:35.983" v="1956" actId="20577"/>
        <pc:sldMkLst>
          <pc:docMk/>
          <pc:sldMk cId="1962009788" sldId="368"/>
        </pc:sldMkLst>
        <pc:spChg chg="add mod">
          <ac:chgData name="Cesar Augusto Lopez Gallego" userId="0dfa9112-9251-4882-b472-cf2dfcee09d1" providerId="ADAL" clId="{948E961B-F100-43FF-B682-30091CCFF729}" dt="2025-04-03T22:26:35.346" v="1739" actId="20577"/>
          <ac:spMkLst>
            <pc:docMk/>
            <pc:sldMk cId="1962009788" sldId="368"/>
            <ac:spMk id="2" creationId="{F7680DCE-1E3A-47E9-8300-719186193C83}"/>
          </ac:spMkLst>
        </pc:spChg>
        <pc:spChg chg="add mod">
          <ac:chgData name="Cesar Augusto Lopez Gallego" userId="0dfa9112-9251-4882-b472-cf2dfcee09d1" providerId="ADAL" clId="{948E961B-F100-43FF-B682-30091CCFF729}" dt="2025-04-03T22:25:08.744" v="1731" actId="20577"/>
          <ac:spMkLst>
            <pc:docMk/>
            <pc:sldMk cId="1962009788" sldId="368"/>
            <ac:spMk id="4" creationId="{33ECDDA0-BD4F-49F2-92BD-C82369B9924A}"/>
          </ac:spMkLst>
        </pc:spChg>
        <pc:spChg chg="add mod">
          <ac:chgData name="Cesar Augusto Lopez Gallego" userId="0dfa9112-9251-4882-b472-cf2dfcee09d1" providerId="ADAL" clId="{948E961B-F100-43FF-B682-30091CCFF729}" dt="2025-04-03T23:48:08.031" v="1871" actId="1076"/>
          <ac:spMkLst>
            <pc:docMk/>
            <pc:sldMk cId="1962009788" sldId="368"/>
            <ac:spMk id="6" creationId="{AF7940EB-FCC6-4243-9F04-1144E2496683}"/>
          </ac:spMkLst>
        </pc:spChg>
        <pc:spChg chg="add mod">
          <ac:chgData name="Cesar Augusto Lopez Gallego" userId="0dfa9112-9251-4882-b472-cf2dfcee09d1" providerId="ADAL" clId="{948E961B-F100-43FF-B682-30091CCFF729}" dt="2025-04-03T23:48:10.358" v="1872" actId="1076"/>
          <ac:spMkLst>
            <pc:docMk/>
            <pc:sldMk cId="1962009788" sldId="368"/>
            <ac:spMk id="8" creationId="{12E4338A-F7B1-408D-B519-2D52F1882C58}"/>
          </ac:spMkLst>
        </pc:spChg>
        <pc:spChg chg="add del mod">
          <ac:chgData name="Cesar Augusto Lopez Gallego" userId="0dfa9112-9251-4882-b472-cf2dfcee09d1" providerId="ADAL" clId="{948E961B-F100-43FF-B682-30091CCFF729}" dt="2025-04-03T22:22:57.368" v="1497" actId="478"/>
          <ac:spMkLst>
            <pc:docMk/>
            <pc:sldMk cId="1962009788" sldId="368"/>
            <ac:spMk id="10" creationId="{8ED2296F-C3AC-4F50-BEC4-68990C5ADC4D}"/>
          </ac:spMkLst>
        </pc:spChg>
        <pc:spChg chg="add mod">
          <ac:chgData name="Cesar Augusto Lopez Gallego" userId="0dfa9112-9251-4882-b472-cf2dfcee09d1" providerId="ADAL" clId="{948E961B-F100-43FF-B682-30091CCFF729}" dt="2025-04-03T22:24:52.422" v="1721" actId="1076"/>
          <ac:spMkLst>
            <pc:docMk/>
            <pc:sldMk cId="1962009788" sldId="368"/>
            <ac:spMk id="12" creationId="{83C73C2B-E637-477E-98A9-BFEA12352653}"/>
          </ac:spMkLst>
        </pc:spChg>
        <pc:spChg chg="add mod">
          <ac:chgData name="Cesar Augusto Lopez Gallego" userId="0dfa9112-9251-4882-b472-cf2dfcee09d1" providerId="ADAL" clId="{948E961B-F100-43FF-B682-30091CCFF729}" dt="2025-04-03T23:51:35.983" v="1956" actId="20577"/>
          <ac:spMkLst>
            <pc:docMk/>
            <pc:sldMk cId="1962009788" sldId="368"/>
            <ac:spMk id="14" creationId="{C88C1F31-0798-4BAF-BD2D-0C8A96942ACC}"/>
          </ac:spMkLst>
        </pc:spChg>
      </pc:sldChg>
    </pc:docChg>
  </pc:docChgLst>
  <pc:docChgLst>
    <pc:chgData name="Cesar Augusto Lopez Gallego" userId="0dfa9112-9251-4882-b472-cf2dfcee09d1" providerId="ADAL" clId="{F3DF07A2-6BA1-431D-A078-C1C471A99DDE}"/>
    <pc:docChg chg="undo custSel addSld delSld modSld">
      <pc:chgData name="Cesar Augusto Lopez Gallego" userId="0dfa9112-9251-4882-b472-cf2dfcee09d1" providerId="ADAL" clId="{F3DF07A2-6BA1-431D-A078-C1C471A99DDE}" dt="2026-04-07T12:17:55.839" v="371" actId="20577"/>
      <pc:docMkLst>
        <pc:docMk/>
      </pc:docMkLst>
      <pc:sldChg chg="modSp add mod setBg">
        <pc:chgData name="Cesar Augusto Lopez Gallego" userId="0dfa9112-9251-4882-b472-cf2dfcee09d1" providerId="ADAL" clId="{F3DF07A2-6BA1-431D-A078-C1C471A99DDE}" dt="2026-04-07T12:17:55.839" v="371" actId="20577"/>
        <pc:sldMkLst>
          <pc:docMk/>
          <pc:sldMk cId="3933606175" sldId="273"/>
        </pc:sldMkLst>
        <pc:spChg chg="mod">
          <ac:chgData name="Cesar Augusto Lopez Gallego" userId="0dfa9112-9251-4882-b472-cf2dfcee09d1" providerId="ADAL" clId="{F3DF07A2-6BA1-431D-A078-C1C471A99DDE}" dt="2026-04-07T12:15:47.989" v="239" actId="6549"/>
          <ac:spMkLst>
            <pc:docMk/>
            <pc:sldMk cId="3933606175" sldId="273"/>
            <ac:spMk id="3" creationId="{742ED178-891C-4ADE-B87F-87B8BDDC49A3}"/>
          </ac:spMkLst>
        </pc:spChg>
        <pc:spChg chg="mod">
          <ac:chgData name="Cesar Augusto Lopez Gallego" userId="0dfa9112-9251-4882-b472-cf2dfcee09d1" providerId="ADAL" clId="{F3DF07A2-6BA1-431D-A078-C1C471A99DDE}" dt="2026-04-07T12:17:55.839" v="371" actId="20577"/>
          <ac:spMkLst>
            <pc:docMk/>
            <pc:sldMk cId="3933606175" sldId="273"/>
            <ac:spMk id="4" creationId="{0B93B334-4B15-4D1D-A449-DAB26C3D917E}"/>
          </ac:spMkLst>
        </pc:spChg>
      </pc:sldChg>
      <pc:sldChg chg="add">
        <pc:chgData name="Cesar Augusto Lopez Gallego" userId="0dfa9112-9251-4882-b472-cf2dfcee09d1" providerId="ADAL" clId="{F3DF07A2-6BA1-431D-A078-C1C471A99DDE}" dt="2026-04-07T12:00:49.810" v="16"/>
        <pc:sldMkLst>
          <pc:docMk/>
          <pc:sldMk cId="1984860573" sldId="314"/>
        </pc:sldMkLst>
      </pc:sldChg>
      <pc:sldChg chg="del">
        <pc:chgData name="Cesar Augusto Lopez Gallego" userId="0dfa9112-9251-4882-b472-cf2dfcee09d1" providerId="ADAL" clId="{F3DF07A2-6BA1-431D-A078-C1C471A99DDE}" dt="2026-04-07T12:00:42.749" v="15" actId="2696"/>
        <pc:sldMkLst>
          <pc:docMk/>
          <pc:sldMk cId="2710980677" sldId="314"/>
        </pc:sldMkLst>
      </pc:sldChg>
      <pc:sldChg chg="add">
        <pc:chgData name="Cesar Augusto Lopez Gallego" userId="0dfa9112-9251-4882-b472-cf2dfcee09d1" providerId="ADAL" clId="{F3DF07A2-6BA1-431D-A078-C1C471A99DDE}" dt="2026-04-07T11:59:55.206" v="13"/>
        <pc:sldMkLst>
          <pc:docMk/>
          <pc:sldMk cId="1061756456" sldId="324"/>
        </pc:sldMkLst>
      </pc:sldChg>
      <pc:sldChg chg="del">
        <pc:chgData name="Cesar Augusto Lopez Gallego" userId="0dfa9112-9251-4882-b472-cf2dfcee09d1" providerId="ADAL" clId="{F3DF07A2-6BA1-431D-A078-C1C471A99DDE}" dt="2026-04-07T11:59:47.932" v="12" actId="2696"/>
        <pc:sldMkLst>
          <pc:docMk/>
          <pc:sldMk cId="2901166387" sldId="324"/>
        </pc:sldMkLst>
      </pc:sldChg>
      <pc:sldChg chg="del">
        <pc:chgData name="Cesar Augusto Lopez Gallego" userId="0dfa9112-9251-4882-b472-cf2dfcee09d1" providerId="ADAL" clId="{F3DF07A2-6BA1-431D-A078-C1C471A99DDE}" dt="2026-04-07T11:58:59.128" v="11" actId="47"/>
        <pc:sldMkLst>
          <pc:docMk/>
          <pc:sldMk cId="1223304246" sldId="333"/>
        </pc:sldMkLst>
      </pc:sldChg>
      <pc:sldChg chg="del">
        <pc:chgData name="Cesar Augusto Lopez Gallego" userId="0dfa9112-9251-4882-b472-cf2dfcee09d1" providerId="ADAL" clId="{F3DF07A2-6BA1-431D-A078-C1C471A99DDE}" dt="2026-04-07T11:58:52.421" v="9" actId="47"/>
        <pc:sldMkLst>
          <pc:docMk/>
          <pc:sldMk cId="1815944619" sldId="334"/>
        </pc:sldMkLst>
      </pc:sldChg>
      <pc:sldChg chg="del">
        <pc:chgData name="Cesar Augusto Lopez Gallego" userId="0dfa9112-9251-4882-b472-cf2dfcee09d1" providerId="ADAL" clId="{F3DF07A2-6BA1-431D-A078-C1C471A99DDE}" dt="2026-04-07T11:58:57.270" v="10" actId="47"/>
        <pc:sldMkLst>
          <pc:docMk/>
          <pc:sldMk cId="1183464713" sldId="336"/>
        </pc:sldMkLst>
      </pc:sldChg>
      <pc:sldChg chg="del">
        <pc:chgData name="Cesar Augusto Lopez Gallego" userId="0dfa9112-9251-4882-b472-cf2dfcee09d1" providerId="ADAL" clId="{F3DF07A2-6BA1-431D-A078-C1C471A99DDE}" dt="2026-04-07T11:58:49.354" v="8" actId="47"/>
        <pc:sldMkLst>
          <pc:docMk/>
          <pc:sldMk cId="2338226495" sldId="337"/>
        </pc:sldMkLst>
      </pc:sldChg>
      <pc:sldChg chg="del">
        <pc:chgData name="Cesar Augusto Lopez Gallego" userId="0dfa9112-9251-4882-b472-cf2dfcee09d1" providerId="ADAL" clId="{F3DF07A2-6BA1-431D-A078-C1C471A99DDE}" dt="2026-04-07T11:58:44.518" v="7" actId="47"/>
        <pc:sldMkLst>
          <pc:docMk/>
          <pc:sldMk cId="2002510494" sldId="338"/>
        </pc:sldMkLst>
      </pc:sldChg>
      <pc:sldChg chg="del">
        <pc:chgData name="Cesar Augusto Lopez Gallego" userId="0dfa9112-9251-4882-b472-cf2dfcee09d1" providerId="ADAL" clId="{F3DF07A2-6BA1-431D-A078-C1C471A99DDE}" dt="2026-04-07T11:58:41.954" v="6" actId="47"/>
        <pc:sldMkLst>
          <pc:docMk/>
          <pc:sldMk cId="74672648" sldId="339"/>
        </pc:sldMkLst>
      </pc:sldChg>
      <pc:sldChg chg="del">
        <pc:chgData name="Cesar Augusto Lopez Gallego" userId="0dfa9112-9251-4882-b472-cf2dfcee09d1" providerId="ADAL" clId="{F3DF07A2-6BA1-431D-A078-C1C471A99DDE}" dt="2026-04-07T11:58:39.100" v="5" actId="47"/>
        <pc:sldMkLst>
          <pc:docMk/>
          <pc:sldMk cId="1401339945" sldId="340"/>
        </pc:sldMkLst>
      </pc:sldChg>
      <pc:sldChg chg="del">
        <pc:chgData name="Cesar Augusto Lopez Gallego" userId="0dfa9112-9251-4882-b472-cf2dfcee09d1" providerId="ADAL" clId="{F3DF07A2-6BA1-431D-A078-C1C471A99DDE}" dt="2026-04-07T11:58:30.389" v="4" actId="47"/>
        <pc:sldMkLst>
          <pc:docMk/>
          <pc:sldMk cId="1390832097" sldId="341"/>
        </pc:sldMkLst>
      </pc:sldChg>
      <pc:sldChg chg="del">
        <pc:chgData name="Cesar Augusto Lopez Gallego" userId="0dfa9112-9251-4882-b472-cf2dfcee09d1" providerId="ADAL" clId="{F3DF07A2-6BA1-431D-A078-C1C471A99DDE}" dt="2026-04-07T11:58:21.142" v="3" actId="47"/>
        <pc:sldMkLst>
          <pc:docMk/>
          <pc:sldMk cId="1701037573" sldId="342"/>
        </pc:sldMkLst>
      </pc:sldChg>
      <pc:sldChg chg="modSp mod">
        <pc:chgData name="Cesar Augusto Lopez Gallego" userId="0dfa9112-9251-4882-b472-cf2dfcee09d1" providerId="ADAL" clId="{F3DF07A2-6BA1-431D-A078-C1C471A99DDE}" dt="2026-04-07T12:02:42.303" v="28" actId="1076"/>
        <pc:sldMkLst>
          <pc:docMk/>
          <pc:sldMk cId="106073358" sldId="343"/>
        </pc:sldMkLst>
        <pc:spChg chg="mod">
          <ac:chgData name="Cesar Augusto Lopez Gallego" userId="0dfa9112-9251-4882-b472-cf2dfcee09d1" providerId="ADAL" clId="{F3DF07A2-6BA1-431D-A078-C1C471A99DDE}" dt="2026-04-07T12:02:06.955" v="20" actId="5793"/>
          <ac:spMkLst>
            <pc:docMk/>
            <pc:sldMk cId="106073358" sldId="343"/>
            <ac:spMk id="4" creationId="{CBDEAC8A-AE5E-4F91-8811-578DE9927514}"/>
          </ac:spMkLst>
        </pc:spChg>
        <pc:spChg chg="mod">
          <ac:chgData name="Cesar Augusto Lopez Gallego" userId="0dfa9112-9251-4882-b472-cf2dfcee09d1" providerId="ADAL" clId="{F3DF07A2-6BA1-431D-A078-C1C471A99DDE}" dt="2026-04-07T12:02:42.303" v="28" actId="1076"/>
          <ac:spMkLst>
            <pc:docMk/>
            <pc:sldMk cId="106073358" sldId="343"/>
            <ac:spMk id="6" creationId="{D446D497-B028-4F59-919C-35C5726F4292}"/>
          </ac:spMkLst>
        </pc:spChg>
      </pc:sldChg>
      <pc:sldChg chg="del">
        <pc:chgData name="Cesar Augusto Lopez Gallego" userId="0dfa9112-9251-4882-b472-cf2dfcee09d1" providerId="ADAL" clId="{F3DF07A2-6BA1-431D-A078-C1C471A99DDE}" dt="2026-04-07T12:00:25.622" v="14" actId="47"/>
        <pc:sldMkLst>
          <pc:docMk/>
          <pc:sldMk cId="1455005848" sldId="359"/>
        </pc:sldMkLst>
      </pc:sldChg>
      <pc:sldChg chg="del">
        <pc:chgData name="Cesar Augusto Lopez Gallego" userId="0dfa9112-9251-4882-b472-cf2dfcee09d1" providerId="ADAL" clId="{F3DF07A2-6BA1-431D-A078-C1C471A99DDE}" dt="2026-04-07T11:57:49.715" v="0" actId="47"/>
        <pc:sldMkLst>
          <pc:docMk/>
          <pc:sldMk cId="1835615837" sldId="361"/>
        </pc:sldMkLst>
      </pc:sldChg>
      <pc:sldChg chg="del">
        <pc:chgData name="Cesar Augusto Lopez Gallego" userId="0dfa9112-9251-4882-b472-cf2dfcee09d1" providerId="ADAL" clId="{F3DF07A2-6BA1-431D-A078-C1C471A99DDE}" dt="2026-04-07T11:57:49.715" v="0" actId="47"/>
        <pc:sldMkLst>
          <pc:docMk/>
          <pc:sldMk cId="2840714537" sldId="362"/>
        </pc:sldMkLst>
      </pc:sldChg>
      <pc:sldChg chg="del">
        <pc:chgData name="Cesar Augusto Lopez Gallego" userId="0dfa9112-9251-4882-b472-cf2dfcee09d1" providerId="ADAL" clId="{F3DF07A2-6BA1-431D-A078-C1C471A99DDE}" dt="2026-04-07T11:57:49.715" v="0" actId="47"/>
        <pc:sldMkLst>
          <pc:docMk/>
          <pc:sldMk cId="973730295" sldId="363"/>
        </pc:sldMkLst>
      </pc:sldChg>
      <pc:sldChg chg="del">
        <pc:chgData name="Cesar Augusto Lopez Gallego" userId="0dfa9112-9251-4882-b472-cf2dfcee09d1" providerId="ADAL" clId="{F3DF07A2-6BA1-431D-A078-C1C471A99DDE}" dt="2026-04-07T11:58:13.221" v="2" actId="47"/>
        <pc:sldMkLst>
          <pc:docMk/>
          <pc:sldMk cId="1306722742" sldId="364"/>
        </pc:sldMkLst>
      </pc:sldChg>
      <pc:sldChg chg="del">
        <pc:chgData name="Cesar Augusto Lopez Gallego" userId="0dfa9112-9251-4882-b472-cf2dfcee09d1" providerId="ADAL" clId="{F3DF07A2-6BA1-431D-A078-C1C471A99DDE}" dt="2026-04-07T11:58:13.221" v="2" actId="47"/>
        <pc:sldMkLst>
          <pc:docMk/>
          <pc:sldMk cId="1370264516" sldId="365"/>
        </pc:sldMkLst>
      </pc:sldChg>
      <pc:sldChg chg="addSp delSp modSp new del mod">
        <pc:chgData name="Cesar Augusto Lopez Gallego" userId="0dfa9112-9251-4882-b472-cf2dfcee09d1" providerId="ADAL" clId="{F3DF07A2-6BA1-431D-A078-C1C471A99DDE}" dt="2026-04-07T12:14:18.212" v="187" actId="47"/>
        <pc:sldMkLst>
          <pc:docMk/>
          <pc:sldMk cId="672310501" sldId="367"/>
        </pc:sldMkLst>
        <pc:spChg chg="add mod">
          <ac:chgData name="Cesar Augusto Lopez Gallego" userId="0dfa9112-9251-4882-b472-cf2dfcee09d1" providerId="ADAL" clId="{F3DF07A2-6BA1-431D-A078-C1C471A99DDE}" dt="2026-04-07T12:12:36.852" v="185" actId="20577"/>
          <ac:spMkLst>
            <pc:docMk/>
            <pc:sldMk cId="672310501" sldId="367"/>
            <ac:spMk id="2" creationId="{04C9A839-D10F-471B-8C18-1BB883150138}"/>
          </ac:spMkLst>
        </pc:spChg>
        <pc:spChg chg="add mod">
          <ac:chgData name="Cesar Augusto Lopez Gallego" userId="0dfa9112-9251-4882-b472-cf2dfcee09d1" providerId="ADAL" clId="{F3DF07A2-6BA1-431D-A078-C1C471A99DDE}" dt="2026-04-07T12:11:47.302" v="165"/>
          <ac:spMkLst>
            <pc:docMk/>
            <pc:sldMk cId="672310501" sldId="367"/>
            <ac:spMk id="5" creationId="{93EBF6B3-18B2-469B-B719-2266E54E36F7}"/>
          </ac:spMkLst>
        </pc:spChg>
        <pc:spChg chg="add mod">
          <ac:chgData name="Cesar Augusto Lopez Gallego" userId="0dfa9112-9251-4882-b472-cf2dfcee09d1" providerId="ADAL" clId="{F3DF07A2-6BA1-431D-A078-C1C471A99DDE}" dt="2026-04-07T12:12:44.680" v="186" actId="1076"/>
          <ac:spMkLst>
            <pc:docMk/>
            <pc:sldMk cId="672310501" sldId="367"/>
            <ac:spMk id="7" creationId="{0EE653C2-5090-4023-933C-F2CD0043FE6D}"/>
          </ac:spMkLst>
        </pc:spChg>
        <pc:graphicFrameChg chg="add del mod modGraphic">
          <ac:chgData name="Cesar Augusto Lopez Gallego" userId="0dfa9112-9251-4882-b472-cf2dfcee09d1" providerId="ADAL" clId="{F3DF07A2-6BA1-431D-A078-C1C471A99DDE}" dt="2026-04-07T12:10:28.490" v="149" actId="478"/>
          <ac:graphicFrameMkLst>
            <pc:docMk/>
            <pc:sldMk cId="672310501" sldId="367"/>
            <ac:graphicFrameMk id="3" creationId="{90ED60AA-B229-4775-A504-71A99F6F7025}"/>
          </ac:graphicFrameMkLst>
        </pc:graphicFrameChg>
      </pc:sldChg>
      <pc:sldChg chg="new del">
        <pc:chgData name="Cesar Augusto Lopez Gallego" userId="0dfa9112-9251-4882-b472-cf2dfcee09d1" providerId="ADAL" clId="{F3DF07A2-6BA1-431D-A078-C1C471A99DDE}" dt="2026-04-07T12:15:17.515" v="190" actId="47"/>
        <pc:sldMkLst>
          <pc:docMk/>
          <pc:sldMk cId="2568902502" sldId="367"/>
        </pc:sldMkLst>
      </pc:sldChg>
      <pc:sldChg chg="del">
        <pc:chgData name="Cesar Augusto Lopez Gallego" userId="0dfa9112-9251-4882-b472-cf2dfcee09d1" providerId="ADAL" clId="{F3DF07A2-6BA1-431D-A078-C1C471A99DDE}" dt="2026-04-07T11:57:59.125" v="1" actId="47"/>
        <pc:sldMkLst>
          <pc:docMk/>
          <pc:sldMk cId="1962009788" sldId="368"/>
        </pc:sldMkLst>
      </pc:sldChg>
      <pc:sldChg chg="add del">
        <pc:chgData name="Cesar Augusto Lopez Gallego" userId="0dfa9112-9251-4882-b472-cf2dfcee09d1" providerId="ADAL" clId="{F3DF07A2-6BA1-431D-A078-C1C471A99DDE}" dt="2026-04-07T12:14:18.212" v="187" actId="47"/>
        <pc:sldMkLst>
          <pc:docMk/>
          <pc:sldMk cId="2977865576" sldId="3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7076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087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9046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247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05" y="1203891"/>
            <a:ext cx="9559128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005" y="2896721"/>
            <a:ext cx="9559127" cy="2384051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7582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5" y="1203891"/>
            <a:ext cx="11262311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909328"/>
            <a:ext cx="6042772" cy="32034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74504" y="2860302"/>
            <a:ext cx="5035643" cy="3252507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79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531538"/>
            <a:ext cx="9559128" cy="1106559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23327" y="1857101"/>
            <a:ext cx="9558618" cy="4096024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489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338366"/>
            <a:ext cx="10443263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8855" y="2994776"/>
            <a:ext cx="3781365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450137" y="3007001"/>
            <a:ext cx="3263713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09953" y="3007001"/>
            <a:ext cx="2982165" cy="29709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70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91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11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9949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000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12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6476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27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603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8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44545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142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497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609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693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954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85177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8469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16/04/2026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79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562" y="287047"/>
            <a:ext cx="112942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563" y="1747546"/>
            <a:ext cx="11294289" cy="416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1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esar.lopezg@upb.edu.co" TargetMode="External"/><Relationship Id="rId2" Type="http://schemas.openxmlformats.org/officeDocument/2006/relationships/slideLayout" Target="../slideLayouts/slideLayout26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562" y="287047"/>
            <a:ext cx="11294289" cy="1325563"/>
          </a:xfrm>
        </p:spPr>
        <p:txBody>
          <a:bodyPr anchor="ctr">
            <a:normAutofit/>
          </a:bodyPr>
          <a:lstStyle/>
          <a:p>
            <a:r>
              <a:rPr lang="es-ES" b="1" i="1" dirty="0"/>
              <a:t>Implementación </a:t>
            </a:r>
            <a:r>
              <a:rPr lang="es-ES" b="1" i="1" dirty="0" err="1"/>
              <a:t>MicroServicios</a:t>
            </a:r>
            <a:endParaRPr lang="es-ES" b="1" i="1" dirty="0"/>
          </a:p>
        </p:txBody>
      </p:sp>
      <p:sp>
        <p:nvSpPr>
          <p:cNvPr id="3" name="Subtítulo 2"/>
          <p:cNvSpPr>
            <a:spLocks noGrp="1"/>
          </p:cNvSpPr>
          <p:nvPr>
            <p:ph sz="half" idx="2"/>
          </p:nvPr>
        </p:nvSpPr>
        <p:spPr>
          <a:xfrm>
            <a:off x="5400608" y="4190502"/>
            <a:ext cx="6107243" cy="190268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s-ES" sz="2000" dirty="0" err="1"/>
              <a:t>MSc</a:t>
            </a:r>
            <a:r>
              <a:rPr lang="es-ES" sz="2000" dirty="0"/>
              <a:t>. César Augusto López Gallego.</a:t>
            </a:r>
          </a:p>
          <a:p>
            <a:pPr marL="0" indent="0" algn="r">
              <a:buNone/>
            </a:pPr>
            <a:r>
              <a:rPr lang="es-ES" sz="2000" dirty="0"/>
              <a:t>Profesor Facultad Ingeniería en TIC – UPB.</a:t>
            </a:r>
          </a:p>
          <a:p>
            <a:pPr marL="0" indent="0" algn="r">
              <a:buNone/>
            </a:pPr>
            <a:r>
              <a:rPr lang="es-ES" sz="2000" dirty="0"/>
              <a:t>Coordinador Área de Programación, Computación y Desarrollo de Software.</a:t>
            </a:r>
          </a:p>
          <a:p>
            <a:pPr marL="0" indent="0" algn="r">
              <a:buNone/>
            </a:pPr>
            <a:r>
              <a:rPr lang="es-ES" sz="2000" dirty="0">
                <a:hlinkClick r:id="rId3"/>
              </a:rPr>
              <a:t>cesar.lopezg@upb.edu.co</a:t>
            </a:r>
            <a:endParaRPr lang="es-E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814134-4691-49B6-83F7-1E8FF4837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903" y="2344487"/>
            <a:ext cx="4020132" cy="275229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D59028D-BDFB-407E-BCE3-9EF9EA68C414}"/>
              </a:ext>
            </a:extLst>
          </p:cNvPr>
          <p:cNvSpPr txBox="1"/>
          <p:nvPr/>
        </p:nvSpPr>
        <p:spPr>
          <a:xfrm>
            <a:off x="596348" y="1150945"/>
            <a:ext cx="2097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Basada en DDD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270443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BF82781-95C7-45CC-AFFE-21CDF28C709C}"/>
              </a:ext>
            </a:extLst>
          </p:cNvPr>
          <p:cNvSpPr txBox="1"/>
          <p:nvPr/>
        </p:nvSpPr>
        <p:spPr>
          <a:xfrm>
            <a:off x="804243" y="582066"/>
            <a:ext cx="8926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/>
              <a:t>¿Qué es el proyecto </a:t>
            </a:r>
            <a:r>
              <a:rPr lang="es-ES" sz="3600" dirty="0" err="1"/>
              <a:t>APIGateway</a:t>
            </a:r>
            <a:r>
              <a:rPr lang="es-ES" sz="3600" dirty="0"/>
              <a:t>?</a:t>
            </a:r>
            <a:endParaRPr lang="es-419" sz="3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7F7916-E1B4-4C73-848A-599A1829D55D}"/>
              </a:ext>
            </a:extLst>
          </p:cNvPr>
          <p:cNvSpPr txBox="1"/>
          <p:nvPr/>
        </p:nvSpPr>
        <p:spPr>
          <a:xfrm>
            <a:off x="804243" y="1782395"/>
            <a:ext cx="48411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Punto de entrada único para todos los clientes (aplicaciones web, móviles, etc.).</a:t>
            </a:r>
          </a:p>
          <a:p>
            <a:endParaRPr lang="es-ES" sz="1600" dirty="0"/>
          </a:p>
          <a:p>
            <a:r>
              <a:rPr lang="es-ES" sz="1600" dirty="0"/>
              <a:t>Función:</a:t>
            </a:r>
          </a:p>
          <a:p>
            <a:endParaRPr lang="es-ES" sz="1600" dirty="0"/>
          </a:p>
          <a:p>
            <a:r>
              <a:rPr lang="es-ES" sz="1600" dirty="0"/>
              <a:t>Enruta las peticiones al microservicio correspondiente (Multas, Conductores, Pagos, Notificaciones).</a:t>
            </a:r>
          </a:p>
          <a:p>
            <a:endParaRPr lang="es-ES" sz="1600" dirty="0"/>
          </a:p>
          <a:p>
            <a:r>
              <a:rPr lang="es-ES" sz="1600" dirty="0"/>
              <a:t>Puede aplicar autenticación, </a:t>
            </a:r>
            <a:r>
              <a:rPr lang="es-ES" sz="1600" dirty="0" err="1"/>
              <a:t>logging</a:t>
            </a:r>
            <a:r>
              <a:rPr lang="es-ES" sz="1600" dirty="0"/>
              <a:t>, </a:t>
            </a:r>
            <a:r>
              <a:rPr lang="es-ES" sz="1600" dirty="0" err="1"/>
              <a:t>rate</a:t>
            </a:r>
            <a:r>
              <a:rPr lang="es-ES" sz="1600" dirty="0"/>
              <a:t> </a:t>
            </a:r>
            <a:r>
              <a:rPr lang="es-ES" sz="1600" dirty="0" err="1"/>
              <a:t>limiting</a:t>
            </a:r>
            <a:r>
              <a:rPr lang="es-ES" sz="1600" dirty="0"/>
              <a:t>, transformación de respuestas.</a:t>
            </a:r>
          </a:p>
          <a:p>
            <a:endParaRPr lang="es-ES" sz="1600" dirty="0"/>
          </a:p>
          <a:p>
            <a:r>
              <a:rPr lang="es-ES" sz="1600" dirty="0"/>
              <a:t>Oculta la complejidad de los microservicios internos.</a:t>
            </a:r>
          </a:p>
          <a:p>
            <a:endParaRPr lang="es-ES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C6D3CA-431E-4599-8999-2B622DCD4CDD}"/>
              </a:ext>
            </a:extLst>
          </p:cNvPr>
          <p:cNvSpPr txBox="1"/>
          <p:nvPr/>
        </p:nvSpPr>
        <p:spPr>
          <a:xfrm>
            <a:off x="5911297" y="1656741"/>
            <a:ext cx="51410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Clases principales :</a:t>
            </a:r>
          </a:p>
          <a:p>
            <a:endParaRPr lang="es-ES" sz="1600" dirty="0"/>
          </a:p>
          <a:p>
            <a:r>
              <a:rPr lang="es-ES" sz="1600" dirty="0" err="1"/>
              <a:t>GatewayController</a:t>
            </a:r>
            <a:r>
              <a:rPr lang="es-ES" sz="1600" dirty="0"/>
              <a:t>: </a:t>
            </a:r>
            <a:r>
              <a:rPr lang="es-ES" sz="1600" dirty="0" err="1"/>
              <a:t>Endpoint</a:t>
            </a:r>
            <a:r>
              <a:rPr lang="es-ES" sz="1600" dirty="0"/>
              <a:t> de prueba o de estado.</a:t>
            </a:r>
          </a:p>
          <a:p>
            <a:endParaRPr lang="es-ES" sz="1600" dirty="0"/>
          </a:p>
          <a:p>
            <a:r>
              <a:rPr lang="es-ES" sz="1600" dirty="0" err="1"/>
              <a:t>RequestLoggingMiddleware</a:t>
            </a:r>
            <a:r>
              <a:rPr lang="es-ES" sz="1600" dirty="0"/>
              <a:t>: Registra cada solicitud entrante.</a:t>
            </a:r>
          </a:p>
          <a:p>
            <a:endParaRPr lang="es-ES" sz="1600" dirty="0"/>
          </a:p>
          <a:p>
            <a:r>
              <a:rPr lang="es-ES" sz="1600" dirty="0" err="1"/>
              <a:t>ErrorHandlingMiddleware</a:t>
            </a:r>
            <a:r>
              <a:rPr lang="es-ES" sz="1600" dirty="0"/>
              <a:t>: Captura excepciones y devuelve respuestas amigables.</a:t>
            </a:r>
          </a:p>
          <a:p>
            <a:endParaRPr lang="es-ES" sz="1600" dirty="0"/>
          </a:p>
          <a:p>
            <a:r>
              <a:rPr lang="es-ES" sz="1600" dirty="0" err="1"/>
              <a:t>ProxyConfig</a:t>
            </a:r>
            <a:r>
              <a:rPr lang="es-ES" sz="1600" dirty="0"/>
              <a:t> (opcional): Configuración del enrutamiento (por ejemplo con YARP u </a:t>
            </a:r>
            <a:r>
              <a:rPr lang="es-ES" sz="1600" dirty="0" err="1"/>
              <a:t>Ocelot</a:t>
            </a:r>
            <a:r>
              <a:rPr lang="es-ES" sz="1600" dirty="0"/>
              <a:t>).</a:t>
            </a:r>
          </a:p>
          <a:p>
            <a:endParaRPr lang="es-ES" sz="1600" dirty="0"/>
          </a:p>
          <a:p>
            <a:r>
              <a:rPr lang="es-ES" sz="1600" dirty="0"/>
              <a:t>Tecnología sugerida: YARP (Reverse Proxy de Microsoft) o </a:t>
            </a:r>
            <a:r>
              <a:rPr lang="es-ES" sz="1600" dirty="0" err="1"/>
              <a:t>Ocelot</a:t>
            </a:r>
            <a:r>
              <a:rPr lang="es-ES" sz="1600" dirty="0"/>
              <a:t>.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9420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1D8B92D-3E2B-45DB-9EB2-D2B490C164FA}"/>
              </a:ext>
            </a:extLst>
          </p:cNvPr>
          <p:cNvSpPr txBox="1"/>
          <p:nvPr/>
        </p:nvSpPr>
        <p:spPr>
          <a:xfrm>
            <a:off x="598829" y="707024"/>
            <a:ext cx="8912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3600"/>
            </a:lvl1pPr>
          </a:lstStyle>
          <a:p>
            <a:r>
              <a:rPr lang="es-ES" dirty="0"/>
              <a:t>¿Qué es el proyecto </a:t>
            </a:r>
            <a:r>
              <a:rPr lang="es-ES" dirty="0" err="1"/>
              <a:t>BuildingBlocks</a:t>
            </a:r>
            <a:r>
              <a:rPr lang="es-ES" dirty="0"/>
              <a:t>?</a:t>
            </a:r>
            <a:endParaRPr lang="es-419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1616E3F-6158-4212-8C0D-DF5ABA2DBAB4}"/>
              </a:ext>
            </a:extLst>
          </p:cNvPr>
          <p:cNvSpPr txBox="1"/>
          <p:nvPr/>
        </p:nvSpPr>
        <p:spPr>
          <a:xfrm>
            <a:off x="6284844" y="1549716"/>
            <a:ext cx="466393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sz="1600" dirty="0"/>
          </a:p>
          <a:p>
            <a:r>
              <a:rPr lang="es-ES" sz="1600" dirty="0"/>
              <a:t>Clases:</a:t>
            </a:r>
          </a:p>
          <a:p>
            <a:endParaRPr lang="es-ES" sz="1600" dirty="0"/>
          </a:p>
          <a:p>
            <a:r>
              <a:rPr lang="es-ES" sz="1600" dirty="0" err="1"/>
              <a:t>AggregateRoot</a:t>
            </a:r>
            <a:r>
              <a:rPr lang="es-ES" sz="1600" dirty="0"/>
              <a:t>, </a:t>
            </a:r>
            <a:r>
              <a:rPr lang="es-ES" sz="1600" dirty="0" err="1"/>
              <a:t>Entity</a:t>
            </a:r>
            <a:r>
              <a:rPr lang="es-ES" sz="1600" dirty="0"/>
              <a:t>, </a:t>
            </a:r>
            <a:r>
              <a:rPr lang="es-ES" sz="1600" dirty="0" err="1"/>
              <a:t>ValueObject</a:t>
            </a:r>
            <a:r>
              <a:rPr lang="es-ES" sz="1600" dirty="0"/>
              <a:t>: Abstracciones DDD.</a:t>
            </a:r>
          </a:p>
          <a:p>
            <a:endParaRPr lang="es-ES" sz="1600" dirty="0"/>
          </a:p>
          <a:p>
            <a:r>
              <a:rPr lang="es-ES" sz="1600" dirty="0" err="1"/>
              <a:t>MultaCreadaEvent</a:t>
            </a:r>
            <a:r>
              <a:rPr lang="es-ES" sz="1600" dirty="0"/>
              <a:t>, </a:t>
            </a:r>
            <a:r>
              <a:rPr lang="es-ES" sz="1600" dirty="0" err="1"/>
              <a:t>MultaPagadaEvent</a:t>
            </a:r>
            <a:r>
              <a:rPr lang="es-ES" sz="1600" dirty="0"/>
              <a:t>, etc.: Contratos de eventos para comunicación asíncrona.</a:t>
            </a:r>
          </a:p>
          <a:p>
            <a:endParaRPr lang="es-ES" sz="1600" dirty="0"/>
          </a:p>
          <a:p>
            <a:r>
              <a:rPr lang="es-ES" sz="1600" dirty="0" err="1"/>
              <a:t>DomainException</a:t>
            </a:r>
            <a:r>
              <a:rPr lang="es-ES" sz="1600" dirty="0"/>
              <a:t>: Excepción base del dominio.</a:t>
            </a:r>
          </a:p>
          <a:p>
            <a:endParaRPr lang="es-ES" sz="1600" dirty="0"/>
          </a:p>
          <a:p>
            <a:r>
              <a:rPr lang="es-ES" sz="1600" dirty="0" err="1"/>
              <a:t>IEventPublisher</a:t>
            </a:r>
            <a:r>
              <a:rPr lang="es-ES" sz="1600" dirty="0"/>
              <a:t>: Interfaz para publicar eventos en un bus (</a:t>
            </a:r>
            <a:r>
              <a:rPr lang="es-ES" sz="1600" dirty="0" err="1"/>
              <a:t>RabbitMQ</a:t>
            </a:r>
            <a:r>
              <a:rPr lang="es-ES" sz="1600" dirty="0"/>
              <a:t>, Kafka, etc.).</a:t>
            </a:r>
          </a:p>
          <a:p>
            <a:endParaRPr lang="es-ES" sz="1600" dirty="0"/>
          </a:p>
          <a:p>
            <a:r>
              <a:rPr lang="es-ES" sz="1600" dirty="0"/>
              <a:t>Uso : Puede ser referenciada desde cada microservicio para compartir los eventos sin reescribirlos.</a:t>
            </a:r>
            <a:endParaRPr lang="es-419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942427B-C496-4DCB-BDF6-3E76DCEFEC04}"/>
              </a:ext>
            </a:extLst>
          </p:cNvPr>
          <p:cNvSpPr txBox="1"/>
          <p:nvPr/>
        </p:nvSpPr>
        <p:spPr>
          <a:xfrm>
            <a:off x="598829" y="1935060"/>
            <a:ext cx="50863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Librería compartida con código común a todos los microservicios.</a:t>
            </a:r>
          </a:p>
          <a:p>
            <a:endParaRPr lang="es-ES" sz="1600" dirty="0"/>
          </a:p>
          <a:p>
            <a:r>
              <a:rPr lang="es-ES" sz="1600" dirty="0"/>
              <a:t>Función:</a:t>
            </a:r>
          </a:p>
          <a:p>
            <a:endParaRPr lang="es-ES" sz="1600" dirty="0"/>
          </a:p>
          <a:p>
            <a:r>
              <a:rPr lang="es-ES" sz="1600" dirty="0"/>
              <a:t>Evita duplicar lógica de infraestructura o dominio genérico.</a:t>
            </a:r>
          </a:p>
          <a:p>
            <a:endParaRPr lang="es-ES" sz="1600" dirty="0"/>
          </a:p>
          <a:p>
            <a:r>
              <a:rPr lang="es-ES" sz="1600" dirty="0"/>
              <a:t>Centraliza definiciones de eventos, excepciones base, interfaces de publicación de eventos, etc.</a:t>
            </a:r>
          </a:p>
        </p:txBody>
      </p:sp>
    </p:spTree>
    <p:extLst>
      <p:ext uri="{BB962C8B-B14F-4D97-AF65-F5344CB8AC3E}">
        <p14:creationId xmlns:p14="http://schemas.microsoft.com/office/powerpoint/2010/main" val="1109629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FC9C277-2714-4C38-879F-8C52ABC1D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039777"/>
              </p:ext>
            </p:extLst>
          </p:nvPr>
        </p:nvGraphicFramePr>
        <p:xfrm>
          <a:off x="387627" y="1356187"/>
          <a:ext cx="11618843" cy="4535377"/>
        </p:xfrm>
        <a:graphic>
          <a:graphicData uri="http://schemas.openxmlformats.org/drawingml/2006/table">
            <a:tbl>
              <a:tblPr/>
              <a:tblGrid>
                <a:gridCol w="1371599">
                  <a:extLst>
                    <a:ext uri="{9D8B030D-6E8A-4147-A177-3AD203B41FA5}">
                      <a16:colId xmlns:a16="http://schemas.microsoft.com/office/drawing/2014/main" val="1761943639"/>
                    </a:ext>
                  </a:extLst>
                </a:gridCol>
                <a:gridCol w="7802218">
                  <a:extLst>
                    <a:ext uri="{9D8B030D-6E8A-4147-A177-3AD203B41FA5}">
                      <a16:colId xmlns:a16="http://schemas.microsoft.com/office/drawing/2014/main" val="4008786974"/>
                    </a:ext>
                  </a:extLst>
                </a:gridCol>
                <a:gridCol w="2445026">
                  <a:extLst>
                    <a:ext uri="{9D8B030D-6E8A-4147-A177-3AD203B41FA5}">
                      <a16:colId xmlns:a16="http://schemas.microsoft.com/office/drawing/2014/main" val="494673045"/>
                    </a:ext>
                  </a:extLst>
                </a:gridCol>
              </a:tblGrid>
              <a:tr h="249044">
                <a:tc>
                  <a:txBody>
                    <a:bodyPr/>
                    <a:lstStyle/>
                    <a:p>
                      <a:pPr algn="ctr"/>
                      <a:r>
                        <a:rPr lang="es-419" sz="1800" b="1" dirty="0">
                          <a:effectLst/>
                          <a:latin typeface="+mn-lt"/>
                        </a:rPr>
                        <a:t>Capa</a:t>
                      </a:r>
                    </a:p>
                  </a:txBody>
                  <a:tcPr marL="32484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b="1" dirty="0">
                          <a:effectLst/>
                          <a:latin typeface="+mn-lt"/>
                        </a:rPr>
                        <a:t>Función</a:t>
                      </a:r>
                    </a:p>
                  </a:txBody>
                  <a:tcPr marL="43312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800" b="1" dirty="0">
                          <a:effectLst/>
                          <a:latin typeface="+mn-lt"/>
                        </a:rPr>
                        <a:t>Ejemplo en el código</a:t>
                      </a:r>
                    </a:p>
                  </a:txBody>
                  <a:tcPr marL="43312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537112"/>
                  </a:ext>
                </a:extLst>
              </a:tr>
              <a:tr h="931207">
                <a:tc>
                  <a:txBody>
                    <a:bodyPr/>
                    <a:lstStyle/>
                    <a:p>
                      <a:r>
                        <a:rPr lang="es-419" sz="1400" b="1" dirty="0">
                          <a:effectLst/>
                          <a:latin typeface="+mn-lt"/>
                        </a:rPr>
                        <a:t>API</a:t>
                      </a:r>
                      <a:endParaRPr lang="es-419" sz="1400" b="0" dirty="0">
                        <a:effectLst/>
                        <a:latin typeface="+mn-lt"/>
                      </a:endParaRPr>
                    </a:p>
                  </a:txBody>
                  <a:tcPr marL="32484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effectLst/>
                          <a:latin typeface="+mn-lt"/>
                        </a:rPr>
                        <a:t>Punto de entrada (controladores, middleware, configuración). Recibe peticiones HTTP y las traduce a comandos/</a:t>
                      </a:r>
                      <a:r>
                        <a:rPr lang="es-ES" sz="1400" b="0" dirty="0" err="1">
                          <a:effectLst/>
                          <a:latin typeface="+mn-lt"/>
                        </a:rPr>
                        <a:t>queries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43312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400" b="0" dirty="0" err="1">
                          <a:effectLst/>
                          <a:latin typeface="+mn-lt"/>
                        </a:rPr>
                        <a:t>MultasController</a:t>
                      </a:r>
                      <a:r>
                        <a:rPr lang="es-419" sz="1400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Program.cs</a:t>
                      </a:r>
                      <a:r>
                        <a:rPr lang="es-419" sz="1400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appsettings.json</a:t>
                      </a:r>
                      <a:endParaRPr lang="es-419" sz="1400" b="0" dirty="0">
                        <a:effectLst/>
                        <a:latin typeface="+mn-lt"/>
                      </a:endParaRPr>
                    </a:p>
                  </a:txBody>
                  <a:tcPr marL="43312" marR="32484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928764"/>
                  </a:ext>
                </a:extLst>
              </a:tr>
              <a:tr h="833755">
                <a:tc>
                  <a:txBody>
                    <a:bodyPr/>
                    <a:lstStyle/>
                    <a:p>
                      <a:r>
                        <a:rPr lang="es-419" sz="1400" b="1">
                          <a:effectLst/>
                          <a:latin typeface="+mn-lt"/>
                        </a:rPr>
                        <a:t>Application</a:t>
                      </a:r>
                      <a:endParaRPr lang="es-419" sz="1400" b="0">
                        <a:effectLst/>
                        <a:latin typeface="+mn-lt"/>
                      </a:endParaRPr>
                    </a:p>
                  </a:txBody>
                  <a:tcPr marL="32484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400" b="0" dirty="0">
                          <a:effectLst/>
                          <a:latin typeface="+mn-lt"/>
                        </a:rPr>
                        <a:t>Orquestación 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de las acciones que involucran a múltiples componentes para ejecutar un caso de uso. Dice: </a:t>
                      </a:r>
                      <a:r>
                        <a:rPr lang="es-ES" sz="1400" b="1" dirty="0">
                          <a:effectLst/>
                          <a:latin typeface="+mn-lt"/>
                        </a:rPr>
                        <a:t>Qué datos llegan 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s-ES" sz="1400" b="0" dirty="0" err="1">
                          <a:effectLst/>
                          <a:latin typeface="+mn-lt"/>
                        </a:rPr>
                        <a:t>Commands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/</a:t>
                      </a:r>
                      <a:r>
                        <a:rPr lang="es-ES" sz="1400" b="0" dirty="0" err="1">
                          <a:effectLst/>
                          <a:latin typeface="+mn-lt"/>
                        </a:rPr>
                        <a:t>Queries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). </a:t>
                      </a:r>
                      <a:r>
                        <a:rPr lang="es-ES" sz="1400" b="1" dirty="0">
                          <a:effectLst/>
                          <a:latin typeface="+mn-lt"/>
                        </a:rPr>
                        <a:t>Qué reglas de validación básica se aplican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 (</a:t>
                      </a:r>
                      <a:r>
                        <a:rPr lang="es-ES" sz="1400" b="0" dirty="0" err="1">
                          <a:effectLst/>
                          <a:latin typeface="+mn-lt"/>
                        </a:rPr>
                        <a:t>Validators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). </a:t>
                      </a:r>
                      <a:r>
                        <a:rPr lang="es-ES" sz="1400" b="1" dirty="0">
                          <a:effectLst/>
                          <a:latin typeface="+mn-lt"/>
                        </a:rPr>
                        <a:t>Qué partes del dominio deben intervenir 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(entidades, servicios de dominio, repositorios).  </a:t>
                      </a:r>
                      <a:r>
                        <a:rPr lang="es-ES" sz="1400" b="1" dirty="0">
                          <a:effectLst/>
                          <a:latin typeface="+mn-lt"/>
                        </a:rPr>
                        <a:t>Qué infraestructura se necesita 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(repositorios, servicios de email, etc.). </a:t>
                      </a:r>
                      <a:r>
                        <a:rPr lang="es-ES" sz="1400" b="1" dirty="0">
                          <a:effectLst/>
                          <a:latin typeface="+mn-lt"/>
                        </a:rPr>
                        <a:t>Qué eventos publicar o qué comandos ejecutar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. Qué respuesta devolver (</a:t>
                      </a:r>
                      <a:r>
                        <a:rPr lang="es-ES" sz="1400" b="0" dirty="0" err="1">
                          <a:effectLst/>
                          <a:latin typeface="+mn-lt"/>
                        </a:rPr>
                        <a:t>DTOs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, </a:t>
                      </a:r>
                      <a:r>
                        <a:rPr lang="es-ES" sz="1400" b="0" dirty="0" err="1">
                          <a:effectLst/>
                          <a:latin typeface="+mn-lt"/>
                        </a:rPr>
                        <a:t>IDs</a:t>
                      </a:r>
                      <a:r>
                        <a:rPr lang="es-ES" sz="1400" b="0" dirty="0">
                          <a:effectLst/>
                          <a:latin typeface="+mn-lt"/>
                        </a:rPr>
                        <a:t>, etc.).</a:t>
                      </a:r>
                      <a:endParaRPr lang="es-419" sz="1400" b="0" dirty="0">
                        <a:effectLst/>
                        <a:latin typeface="+mn-lt"/>
                      </a:endParaRPr>
                    </a:p>
                  </a:txBody>
                  <a:tcPr marL="43312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400" b="0" dirty="0" err="1">
                          <a:effectLst/>
                          <a:latin typeface="+mn-lt"/>
                        </a:rPr>
                        <a:t>CrearMultaCommand</a:t>
                      </a:r>
                      <a:r>
                        <a:rPr lang="es-419" sz="1400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CrearMultaHandler</a:t>
                      </a:r>
                      <a:r>
                        <a:rPr lang="es-419" sz="1400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Validators</a:t>
                      </a:r>
                      <a:endParaRPr lang="es-419" sz="1400" b="0" dirty="0">
                        <a:effectLst/>
                        <a:latin typeface="+mn-lt"/>
                      </a:endParaRPr>
                    </a:p>
                  </a:txBody>
                  <a:tcPr marL="43312" marR="32484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701610"/>
                  </a:ext>
                </a:extLst>
              </a:tr>
              <a:tr h="1223563">
                <a:tc>
                  <a:txBody>
                    <a:bodyPr/>
                    <a:lstStyle/>
                    <a:p>
                      <a:r>
                        <a:rPr lang="es-419" sz="1400" b="1">
                          <a:effectLst/>
                          <a:latin typeface="+mn-lt"/>
                        </a:rPr>
                        <a:t>Domain</a:t>
                      </a:r>
                      <a:endParaRPr lang="es-419" sz="1400" b="0">
                        <a:effectLst/>
                        <a:latin typeface="+mn-lt"/>
                      </a:endParaRPr>
                    </a:p>
                  </a:txBody>
                  <a:tcPr marL="32484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400" b="0">
                          <a:effectLst/>
                          <a:latin typeface="+mn-lt"/>
                        </a:rPr>
                        <a:t>Reglas de negocio puras: entidades, value objects, eventos de dominio, interfaces de repositorio, servicios de dominio. No tiene dependencias externas.</a:t>
                      </a:r>
                    </a:p>
                  </a:txBody>
                  <a:tcPr marL="43312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400" b="0" dirty="0">
                          <a:effectLst/>
                          <a:latin typeface="+mn-lt"/>
                        </a:rPr>
                        <a:t>Multa (entidad), Monto (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value</a:t>
                      </a:r>
                      <a:r>
                        <a:rPr lang="es-419" sz="14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object</a:t>
                      </a:r>
                      <a:r>
                        <a:rPr lang="es-419" sz="1400" b="0" dirty="0">
                          <a:effectLst/>
                          <a:latin typeface="+mn-lt"/>
                        </a:rPr>
                        <a:t>), 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IMultaRepository</a:t>
                      </a:r>
                      <a:endParaRPr lang="es-419" sz="1400" b="0" dirty="0">
                        <a:effectLst/>
                        <a:latin typeface="+mn-lt"/>
                      </a:endParaRPr>
                    </a:p>
                  </a:txBody>
                  <a:tcPr marL="43312" marR="32484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421343"/>
                  </a:ext>
                </a:extLst>
              </a:tr>
              <a:tr h="931207">
                <a:tc>
                  <a:txBody>
                    <a:bodyPr/>
                    <a:lstStyle/>
                    <a:p>
                      <a:r>
                        <a:rPr lang="es-419" sz="1400" b="1">
                          <a:effectLst/>
                          <a:latin typeface="+mn-lt"/>
                        </a:rPr>
                        <a:t>Infrastructure</a:t>
                      </a:r>
                      <a:endParaRPr lang="es-419" sz="1400" b="0">
                        <a:effectLst/>
                        <a:latin typeface="+mn-lt"/>
                      </a:endParaRPr>
                    </a:p>
                  </a:txBody>
                  <a:tcPr marL="32484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effectLst/>
                          <a:latin typeface="+mn-lt"/>
                        </a:rPr>
                        <a:t>Implementación concreta de repositorios (EF Core), acceso a base de datos, servicios de infraestructura (email, SMS, etc.).</a:t>
                      </a:r>
                    </a:p>
                  </a:txBody>
                  <a:tcPr marL="43312" marR="43312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400" b="0" dirty="0" err="1">
                          <a:effectLst/>
                          <a:latin typeface="+mn-lt"/>
                        </a:rPr>
                        <a:t>MultasDbContext</a:t>
                      </a:r>
                      <a:r>
                        <a:rPr lang="es-419" sz="1400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MultaRepository</a:t>
                      </a:r>
                      <a:r>
                        <a:rPr lang="es-419" sz="1400" b="0" dirty="0">
                          <a:effectLst/>
                          <a:latin typeface="+mn-lt"/>
                        </a:rPr>
                        <a:t>, </a:t>
                      </a:r>
                      <a:r>
                        <a:rPr lang="es-419" sz="1400" b="0" dirty="0" err="1">
                          <a:effectLst/>
                          <a:latin typeface="+mn-lt"/>
                        </a:rPr>
                        <a:t>EmailService</a:t>
                      </a:r>
                      <a:endParaRPr lang="es-419" sz="1400" b="0" dirty="0">
                        <a:effectLst/>
                        <a:latin typeface="+mn-lt"/>
                      </a:endParaRPr>
                    </a:p>
                  </a:txBody>
                  <a:tcPr marL="43312" marR="32484" marT="27070" marB="27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813742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427E80FA-AEC4-498E-897C-DB7D4BFBC723}"/>
              </a:ext>
            </a:extLst>
          </p:cNvPr>
          <p:cNvSpPr txBox="1"/>
          <p:nvPr/>
        </p:nvSpPr>
        <p:spPr>
          <a:xfrm>
            <a:off x="872158" y="411682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3600"/>
            </a:lvl1pPr>
          </a:lstStyle>
          <a:p>
            <a:r>
              <a:rPr lang="es-ES" dirty="0"/>
              <a:t>Capas de los Microservicios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62711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93BBC2-52AE-4138-ACBA-5A80492E5B0E}"/>
              </a:ext>
            </a:extLst>
          </p:cNvPr>
          <p:cNvSpPr txBox="1"/>
          <p:nvPr/>
        </p:nvSpPr>
        <p:spPr>
          <a:xfrm>
            <a:off x="663435" y="779429"/>
            <a:ext cx="8679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200" dirty="0"/>
              <a:t>Estructura de la Capa </a:t>
            </a:r>
            <a:r>
              <a:rPr lang="es-419" sz="3200" dirty="0" err="1"/>
              <a:t>Application</a:t>
            </a:r>
            <a:r>
              <a:rPr lang="es-419" sz="3200" dirty="0"/>
              <a:t> (Orquestadora)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3D577B9-C9FD-48C2-9233-9C0D5BBB4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55240"/>
              </p:ext>
            </p:extLst>
          </p:nvPr>
        </p:nvGraphicFramePr>
        <p:xfrm>
          <a:off x="663435" y="1455161"/>
          <a:ext cx="11094555" cy="4363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4422">
                  <a:extLst>
                    <a:ext uri="{9D8B030D-6E8A-4147-A177-3AD203B41FA5}">
                      <a16:colId xmlns:a16="http://schemas.microsoft.com/office/drawing/2014/main" val="1417995833"/>
                    </a:ext>
                  </a:extLst>
                </a:gridCol>
                <a:gridCol w="4810133">
                  <a:extLst>
                    <a:ext uri="{9D8B030D-6E8A-4147-A177-3AD203B41FA5}">
                      <a16:colId xmlns:a16="http://schemas.microsoft.com/office/drawing/2014/main" val="35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Qué hace la subcapa: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Lo que NO debe tener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942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Commands</a:t>
                      </a:r>
                      <a:endParaRPr lang="es-ES" sz="1400" b="1" dirty="0"/>
                    </a:p>
                    <a:p>
                      <a:r>
                        <a:rPr lang="es-ES" sz="1400" dirty="0"/>
                        <a:t>Representan una intención de cambiar el estado del sistema (escritura). Son objetos inmutables que contienen los datos necesarios para ejecutar una acción (</a:t>
                      </a:r>
                      <a:r>
                        <a:rPr lang="es-ES" sz="1400" dirty="0" err="1"/>
                        <a:t>ej</a:t>
                      </a:r>
                      <a:r>
                        <a:rPr lang="es-ES" sz="1400" dirty="0"/>
                        <a:t>: </a:t>
                      </a:r>
                      <a:r>
                        <a:rPr lang="es-ES" sz="1400" dirty="0" err="1"/>
                        <a:t>CrearMultaCommand</a:t>
                      </a:r>
                      <a:r>
                        <a:rPr lang="es-ES" sz="1400" dirty="0"/>
                        <a:t> con </a:t>
                      </a:r>
                      <a:r>
                        <a:rPr lang="es-ES" sz="1400" dirty="0" err="1"/>
                        <a:t>ConductorId</a:t>
                      </a:r>
                      <a:r>
                        <a:rPr lang="es-ES" sz="1400" dirty="0"/>
                        <a:t>, Monto, etc.).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Lógica de negocio (no validar reglas como “si el monto &gt; 500, rechazar”).</a:t>
                      </a:r>
                    </a:p>
                    <a:p>
                      <a:r>
                        <a:rPr lang="es-ES" sz="1400" dirty="0"/>
                        <a:t>Acceso a base de datos.</a:t>
                      </a:r>
                    </a:p>
                    <a:p>
                      <a:r>
                        <a:rPr lang="es-ES" sz="1400" dirty="0"/>
                        <a:t>Dependencias de infraestructura (</a:t>
                      </a:r>
                      <a:r>
                        <a:rPr lang="es-ES" sz="1400" dirty="0" err="1"/>
                        <a:t>DbContext</a:t>
                      </a:r>
                      <a:r>
                        <a:rPr lang="es-ES" sz="1400" dirty="0"/>
                        <a:t>, </a:t>
                      </a:r>
                      <a:r>
                        <a:rPr lang="es-ES" sz="1400" dirty="0" err="1"/>
                        <a:t>IConfiguration</a:t>
                      </a:r>
                      <a:r>
                        <a:rPr lang="es-ES" sz="1400" dirty="0"/>
                        <a:t>).</a:t>
                      </a:r>
                    </a:p>
                    <a:p>
                      <a:r>
                        <a:rPr lang="es-ES" sz="1400" dirty="0"/>
                        <a:t>Métodos con comportamiento.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9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Queries</a:t>
                      </a:r>
                      <a:endParaRPr lang="es-E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Representan una petición de lectura de datos sin modificar el estado.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Ej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GetConductorQuery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Id }.</a:t>
                      </a:r>
                    </a:p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400" dirty="0"/>
                        <a:t>Lógica de negocio.</a:t>
                      </a:r>
                    </a:p>
                    <a:p>
                      <a:r>
                        <a:rPr lang="es-419" sz="1400" dirty="0"/>
                        <a:t>Modificaciones de estado.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6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DTOs</a:t>
                      </a:r>
                      <a:r>
                        <a:rPr lang="es-ES" sz="1400" dirty="0"/>
                        <a:t> (Data Transfer </a:t>
                      </a:r>
                      <a:r>
                        <a:rPr lang="es-ES" sz="1400" dirty="0" err="1"/>
                        <a:t>Objects</a:t>
                      </a:r>
                      <a:r>
                        <a:rPr lang="es-ES" sz="1400" dirty="0"/>
                        <a:t>)</a:t>
                      </a:r>
                    </a:p>
                    <a:p>
                      <a:r>
                        <a:rPr lang="es-ES" sz="1400" dirty="0"/>
                        <a:t>Función: Contratos para devolver datos al cliente. Son planos, sin comportamiento. Solo propiedades públicas.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Métodos que calculen algo (ej. </a:t>
                      </a:r>
                      <a:r>
                        <a:rPr lang="es-ES" sz="1400" dirty="0" err="1"/>
                        <a:t>CalcularDescuento</a:t>
                      </a:r>
                      <a:r>
                        <a:rPr lang="es-ES" sz="1400" dirty="0"/>
                        <a:t>()).</a:t>
                      </a:r>
                    </a:p>
                    <a:p>
                      <a:r>
                        <a:rPr lang="es-ES" sz="1400" dirty="0"/>
                        <a:t>Referencias a entidades de dominio (ej. Multa).</a:t>
                      </a:r>
                    </a:p>
                    <a:p>
                      <a:r>
                        <a:rPr lang="es-ES" sz="1400" dirty="0"/>
                        <a:t>Validaciones (esas van en </a:t>
                      </a:r>
                      <a:r>
                        <a:rPr lang="es-ES" sz="1400" dirty="0" err="1"/>
                        <a:t>Validators</a:t>
                      </a:r>
                      <a:r>
                        <a:rPr lang="es-ES" sz="1400" dirty="0"/>
                        <a:t> o en el dominio).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49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Validators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0" dirty="0"/>
                        <a:t>validan la forma y la integridad básica de los datos de entrada (</a:t>
                      </a:r>
                      <a:r>
                        <a:rPr lang="es-ES" sz="1400" b="0" dirty="0" err="1"/>
                        <a:t>Commands</a:t>
                      </a:r>
                      <a:r>
                        <a:rPr lang="es-ES" sz="1400" b="0" dirty="0"/>
                        <a:t> o </a:t>
                      </a:r>
                      <a:r>
                        <a:rPr lang="es-ES" sz="1400" b="0" dirty="0" err="1"/>
                        <a:t>Queries</a:t>
                      </a:r>
                      <a:r>
                        <a:rPr lang="es-ES" sz="1400" b="0" dirty="0"/>
                        <a:t>) antes de que lleguen al </a:t>
                      </a:r>
                      <a:r>
                        <a:rPr lang="es-ES" sz="1400" b="0" dirty="0" err="1"/>
                        <a:t>Handler</a:t>
                      </a:r>
                      <a:r>
                        <a:rPr lang="es-ES" sz="1400" b="0" dirty="0"/>
                        <a:t>. Son reglas de validación básica que no implican al dominio: </a:t>
                      </a:r>
                      <a:r>
                        <a:rPr lang="es-ES" sz="1400" b="0" dirty="0" err="1"/>
                        <a:t>NotEmpty</a:t>
                      </a:r>
                      <a:r>
                        <a:rPr lang="es-ES" sz="1400" b="0" dirty="0"/>
                        <a:t>, </a:t>
                      </a:r>
                      <a:r>
                        <a:rPr lang="es-ES" sz="1400" b="0" dirty="0" err="1"/>
                        <a:t>GreaterThan</a:t>
                      </a:r>
                      <a:r>
                        <a:rPr lang="es-ES" sz="1400" b="0" dirty="0"/>
                        <a:t>, </a:t>
                      </a:r>
                      <a:r>
                        <a:rPr lang="es-ES" sz="1400" b="0" dirty="0" err="1"/>
                        <a:t>Lengths</a:t>
                      </a:r>
                      <a:r>
                        <a:rPr lang="es-ES" sz="1400" b="0" dirty="0"/>
                        <a:t>.</a:t>
                      </a:r>
                    </a:p>
                    <a:p>
                      <a:r>
                        <a:rPr lang="es-ES" sz="1400" dirty="0"/>
                        <a:t>Las reglas de negocio reales están dentro de las entidades y </a:t>
                      </a:r>
                      <a:r>
                        <a:rPr lang="es-ES" sz="1400" dirty="0" err="1"/>
                        <a:t>value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objects</a:t>
                      </a:r>
                      <a:r>
                        <a:rPr lang="es-ES" sz="1400" dirty="0"/>
                        <a:t> del dominio. Un </a:t>
                      </a:r>
                      <a:r>
                        <a:rPr lang="es-ES" sz="1400" dirty="0" err="1"/>
                        <a:t>validator</a:t>
                      </a:r>
                      <a:r>
                        <a:rPr lang="es-ES" sz="1400" dirty="0"/>
                        <a:t> no debe reemplazar ni adelantarse a la validación del dominio</a:t>
                      </a:r>
                      <a:endParaRPr lang="es-419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*Nota: Los </a:t>
                      </a:r>
                      <a:r>
                        <a:rPr lang="es-ES" sz="1400" dirty="0" err="1"/>
                        <a:t>Validators</a:t>
                      </a:r>
                      <a:r>
                        <a:rPr lang="es-ES" sz="1400" dirty="0"/>
                        <a:t> en </a:t>
                      </a:r>
                      <a:r>
                        <a:rPr lang="es-ES" sz="1400" dirty="0" err="1"/>
                        <a:t>Application</a:t>
                      </a:r>
                      <a:r>
                        <a:rPr lang="es-ES" sz="1400" dirty="0"/>
                        <a:t> son el primer filtro de seguridad. Validan que los datos de entrada tengan la forma correcta (requeridos, longitud, rangos, formato básico). </a:t>
                      </a:r>
                    </a:p>
                    <a:p>
                      <a:endParaRPr lang="es-ES" sz="1400" dirty="0"/>
                    </a:p>
                    <a:p>
                      <a:r>
                        <a:rPr lang="es-ES" sz="1400" b="1" dirty="0">
                          <a:solidFill>
                            <a:srgbClr val="FF0000"/>
                          </a:solidFill>
                        </a:rPr>
                        <a:t>Debate en la aplicación de DDD, cada arquitecto debe resolver</a:t>
                      </a:r>
                      <a:endParaRPr lang="es-419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4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48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93BBC2-52AE-4138-ACBA-5A80492E5B0E}"/>
              </a:ext>
            </a:extLst>
          </p:cNvPr>
          <p:cNvSpPr txBox="1"/>
          <p:nvPr/>
        </p:nvSpPr>
        <p:spPr>
          <a:xfrm>
            <a:off x="663435" y="779429"/>
            <a:ext cx="8679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200" dirty="0"/>
              <a:t>Estructura de la Capa </a:t>
            </a:r>
            <a:r>
              <a:rPr lang="es-419" sz="3200" dirty="0" err="1"/>
              <a:t>Application</a:t>
            </a:r>
            <a:r>
              <a:rPr lang="es-419" sz="3200" dirty="0"/>
              <a:t> (Orquestadora)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3D577B9-C9FD-48C2-9233-9C0D5BBB4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90906"/>
              </p:ext>
            </p:extLst>
          </p:nvPr>
        </p:nvGraphicFramePr>
        <p:xfrm>
          <a:off x="1025938" y="1683761"/>
          <a:ext cx="10155584" cy="2992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2">
                  <a:extLst>
                    <a:ext uri="{9D8B030D-6E8A-4147-A177-3AD203B41FA5}">
                      <a16:colId xmlns:a16="http://schemas.microsoft.com/office/drawing/2014/main" val="1417995833"/>
                    </a:ext>
                  </a:extLst>
                </a:gridCol>
                <a:gridCol w="5077792">
                  <a:extLst>
                    <a:ext uri="{9D8B030D-6E8A-4147-A177-3AD203B41FA5}">
                      <a16:colId xmlns:a16="http://schemas.microsoft.com/office/drawing/2014/main" val="35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Qué hace la subcapa: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Lo que NO debe tener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88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Handlers</a:t>
                      </a:r>
                      <a:endParaRPr lang="es-E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Clases que implementan la interfaz 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IRequestHandler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TRequest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TResponse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 de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MediatR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Orquestan la ejecución de un comando o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llaman a repositorios, servicios de dominio, publican eventos,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Reglas de negocio (ej. “la multa no puede exceder 1000” – eso va dentro del constructor de Multa).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Llamadas directas a </a:t>
                      </a:r>
                      <a:r>
                        <a:rPr lang="es-ES" sz="1400" dirty="0" err="1"/>
                        <a:t>DbContext</a:t>
                      </a:r>
                      <a:r>
                        <a:rPr lang="es-ES" sz="1400" dirty="0"/>
                        <a:t> (debe usar repositorio).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Lógica de infraestructura (enviar email, </a:t>
                      </a:r>
                      <a:r>
                        <a:rPr lang="es-ES" sz="1400" dirty="0" err="1"/>
                        <a:t>loguear</a:t>
                      </a:r>
                      <a:r>
                        <a:rPr lang="es-ES" sz="1400" dirty="0"/>
                        <a:t> a archivo).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9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Mappings</a:t>
                      </a:r>
                      <a:r>
                        <a:rPr lang="es-ES" sz="1400" dirty="0"/>
                        <a:t> </a:t>
                      </a:r>
                    </a:p>
                    <a:p>
                      <a:r>
                        <a:rPr lang="es-ES" sz="1400" dirty="0"/>
                        <a:t>Función: Transformar objetos de dominio a </a:t>
                      </a:r>
                      <a:r>
                        <a:rPr lang="es-ES" sz="1400" dirty="0" err="1"/>
                        <a:t>DTOs</a:t>
                      </a:r>
                      <a:r>
                        <a:rPr lang="es-ES" sz="1400" dirty="0"/>
                        <a:t> y viceversa. 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Lógica de negocio, validaciones.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6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Consumers</a:t>
                      </a:r>
                      <a:endParaRPr lang="es-ES" sz="1400" b="1" dirty="0"/>
                    </a:p>
                    <a:p>
                      <a:r>
                        <a:rPr lang="es-ES" sz="1400" dirty="0"/>
                        <a:t>Función: Escuchan eventos provenientes de un bus de mensajes (</a:t>
                      </a:r>
                      <a:r>
                        <a:rPr lang="es-ES" sz="1400" dirty="0" err="1"/>
                        <a:t>RabbitMQ</a:t>
                      </a:r>
                      <a:r>
                        <a:rPr lang="es-ES" sz="1400" dirty="0"/>
                        <a:t>, etc.). Al recibir un evento (</a:t>
                      </a:r>
                      <a:r>
                        <a:rPr lang="es-ES" sz="1400" dirty="0" err="1"/>
                        <a:t>ej</a:t>
                      </a:r>
                      <a:r>
                        <a:rPr lang="es-ES" sz="1400" dirty="0"/>
                        <a:t>: </a:t>
                      </a:r>
                      <a:r>
                        <a:rPr lang="es-ES" sz="1400" dirty="0" err="1"/>
                        <a:t>MultaCreadaEvent</a:t>
                      </a:r>
                      <a:r>
                        <a:rPr lang="es-ES" sz="1400" dirty="0"/>
                        <a:t>), suelen ejecutar un comando o llamar a un servicio.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Lógica de negocio del dominio (ej. calcular puntos de licencia).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Acceso directo a repositorios (debe usar comandos).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Valores fijos quemados (usar configuración).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491649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6D8EA6A8-CF29-43D3-AF87-B99B51E2147F}"/>
              </a:ext>
            </a:extLst>
          </p:cNvPr>
          <p:cNvSpPr txBox="1"/>
          <p:nvPr/>
        </p:nvSpPr>
        <p:spPr>
          <a:xfrm>
            <a:off x="1252192" y="6078571"/>
            <a:ext cx="9703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Nota: En el proyecto se usa mapeo manual dentro de los </a:t>
            </a:r>
            <a:r>
              <a:rPr lang="es-ES" sz="1400" dirty="0" err="1"/>
              <a:t>handlers</a:t>
            </a:r>
            <a:r>
              <a:rPr lang="es-ES" sz="1400" dirty="0"/>
              <a:t>. Se debe cambiar por mapeo automático</a:t>
            </a:r>
            <a:endParaRPr lang="es-419" sz="1400" dirty="0"/>
          </a:p>
        </p:txBody>
      </p:sp>
    </p:spTree>
    <p:extLst>
      <p:ext uri="{BB962C8B-B14F-4D97-AF65-F5344CB8AC3E}">
        <p14:creationId xmlns:p14="http://schemas.microsoft.com/office/powerpoint/2010/main" val="1132133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93BBC2-52AE-4138-ACBA-5A80492E5B0E}"/>
              </a:ext>
            </a:extLst>
          </p:cNvPr>
          <p:cNvSpPr txBox="1"/>
          <p:nvPr/>
        </p:nvSpPr>
        <p:spPr>
          <a:xfrm>
            <a:off x="663435" y="779429"/>
            <a:ext cx="8679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200" dirty="0"/>
              <a:t>Estructura de la Capa </a:t>
            </a:r>
            <a:r>
              <a:rPr lang="es-419" sz="3200" dirty="0" err="1"/>
              <a:t>Infrastructure</a:t>
            </a:r>
            <a:endParaRPr lang="es-419" sz="3200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3D577B9-C9FD-48C2-9233-9C0D5BBB4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259786"/>
              </p:ext>
            </p:extLst>
          </p:nvPr>
        </p:nvGraphicFramePr>
        <p:xfrm>
          <a:off x="1025938" y="1683761"/>
          <a:ext cx="10155584" cy="363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2">
                  <a:extLst>
                    <a:ext uri="{9D8B030D-6E8A-4147-A177-3AD203B41FA5}">
                      <a16:colId xmlns:a16="http://schemas.microsoft.com/office/drawing/2014/main" val="1417995833"/>
                    </a:ext>
                  </a:extLst>
                </a:gridCol>
                <a:gridCol w="5077792">
                  <a:extLst>
                    <a:ext uri="{9D8B030D-6E8A-4147-A177-3AD203B41FA5}">
                      <a16:colId xmlns:a16="http://schemas.microsoft.com/office/drawing/2014/main" val="35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Qué hace la subcapa: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Lo que NO debe tener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013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Configurations</a:t>
                      </a:r>
                      <a:endParaRPr lang="es-E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Clases que implementan 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IEntityTypeConfiguration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&lt;T&gt; para configurar el mapeo de entidades a tablas (claves, índices, tipos de columna,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owned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etc.) de forma separada y ordenada.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Lógica de negocio (ej. “si Monto &gt; 500, cambiar de tabla”).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Referencias a </a:t>
                      </a:r>
                      <a:r>
                        <a:rPr lang="es-419" sz="1400" dirty="0" err="1"/>
                        <a:t>Application</a:t>
                      </a:r>
                      <a:r>
                        <a:rPr lang="es-419" sz="1400" dirty="0"/>
                        <a:t> o API.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Consultas LINQ a la base de datos.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9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400" b="1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Migrations</a:t>
                      </a:r>
                      <a:endParaRPr lang="es-ES" sz="14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Archivos generados por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Entity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Framework que representan cambios en el esquema de base de datos. Contienen código C# con instrucciones : </a:t>
                      </a:r>
                    </a:p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migrationBuilder.CreateTable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AddColumn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 etc.</a:t>
                      </a:r>
                    </a:p>
                    <a:p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Modificaciones manuales que no sean muy justificadas.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Lógica de negocio.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Invocación a servicios externos.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6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400" b="1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Persistence</a:t>
                      </a:r>
                      <a:endParaRPr lang="es-ES" sz="14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Contiene el 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DbContext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(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ej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: 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MultasDbContext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). Es el punto de acceso a la base de datos, define los 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DbSet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&lt;T&gt; y sobrescribe 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OnModelCreating</a:t>
                      </a:r>
                      <a:endParaRPr lang="es-E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Métodos de consulta personalizados (eso va en repositorios).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Lógica de negocio.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419" sz="1400" dirty="0"/>
                        <a:t>Referencia a </a:t>
                      </a:r>
                      <a:r>
                        <a:rPr lang="es-419" sz="1400" dirty="0" err="1"/>
                        <a:t>Application</a:t>
                      </a:r>
                      <a:r>
                        <a:rPr lang="es-419" sz="1400" dirty="0"/>
                        <a:t> o API.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49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065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93BBC2-52AE-4138-ACBA-5A80492E5B0E}"/>
              </a:ext>
            </a:extLst>
          </p:cNvPr>
          <p:cNvSpPr txBox="1"/>
          <p:nvPr/>
        </p:nvSpPr>
        <p:spPr>
          <a:xfrm>
            <a:off x="663435" y="779429"/>
            <a:ext cx="8679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200" dirty="0"/>
              <a:t>Estructura de la Capa </a:t>
            </a:r>
            <a:r>
              <a:rPr lang="es-419" sz="3200" dirty="0" err="1"/>
              <a:t>Infrastructure</a:t>
            </a:r>
            <a:endParaRPr lang="es-419" sz="3200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3D577B9-C9FD-48C2-9233-9C0D5BBB4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83219"/>
              </p:ext>
            </p:extLst>
          </p:nvPr>
        </p:nvGraphicFramePr>
        <p:xfrm>
          <a:off x="546652" y="1594309"/>
          <a:ext cx="11310730" cy="3754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55365">
                  <a:extLst>
                    <a:ext uri="{9D8B030D-6E8A-4147-A177-3AD203B41FA5}">
                      <a16:colId xmlns:a16="http://schemas.microsoft.com/office/drawing/2014/main" val="1417995833"/>
                    </a:ext>
                  </a:extLst>
                </a:gridCol>
                <a:gridCol w="5655365">
                  <a:extLst>
                    <a:ext uri="{9D8B030D-6E8A-4147-A177-3AD203B41FA5}">
                      <a16:colId xmlns:a16="http://schemas.microsoft.com/office/drawing/2014/main" val="35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Qué hace la subcapa: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Lo que NO debe tener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974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400" b="1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Repositories</a:t>
                      </a:r>
                      <a:endParaRPr lang="es-ES" sz="1400" b="1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Implementan las interfaces de repositorio definidas en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Domain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. Usan el 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DbContext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para realizar operaciones de base de datos (CRUD, consultas específicas).</a:t>
                      </a:r>
                    </a:p>
                    <a:p>
                      <a:endParaRPr lang="es-E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Reglas de negocio (ej. “solo devolver multas pagadas si el usuario es </a:t>
                      </a:r>
                      <a:r>
                        <a:rPr lang="es-ES" sz="1400" dirty="0" err="1"/>
                        <a:t>admin</a:t>
                      </a:r>
                      <a:r>
                        <a:rPr lang="es-ES" sz="1400" dirty="0"/>
                        <a:t>” – eso es lógica de aplicación).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Llamadas a servicios de dominio.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Lanzar excepciones de dominio (las excepciones de dominio se lanzan desde el dominio, no desde repositorio).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9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ES" sz="1400" b="1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Services</a:t>
                      </a:r>
                      <a:r>
                        <a:rPr lang="es-ES" sz="14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(</a:t>
                      </a:r>
                      <a:r>
                        <a:rPr lang="es-ES" sz="1400" b="1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Infrastructure</a:t>
                      </a:r>
                      <a:r>
                        <a:rPr lang="es-ES" sz="1400" b="1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Implementan servicios técnicos o de infraestructura: envío de emails, SMS, llamadas a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APIs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externas,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logging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 etc.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Ej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: 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EmailService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, 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SmsService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.</a:t>
                      </a:r>
                    </a:p>
                    <a:p>
                      <a:pPr algn="l">
                        <a:buFont typeface="Arial" panose="020B0604020202020204" pitchFamily="34" charset="0"/>
                        <a:buNone/>
                      </a:pPr>
                      <a:endParaRPr lang="es-ES" sz="14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s-E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Diferencia con los servicios de dominio (</a:t>
                      </a:r>
                      <a:r>
                        <a:rPr lang="es-ES" sz="1400" b="1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Domain</a:t>
                      </a:r>
                      <a:r>
                        <a:rPr lang="es-E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</a:t>
                      </a:r>
                      <a:r>
                        <a:rPr lang="es-ES" sz="1400" b="1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Services</a:t>
                      </a:r>
                      <a:r>
                        <a:rPr lang="es-E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): </a:t>
                      </a:r>
                      <a:r>
                        <a:rPr lang="es-ES" sz="1400" b="1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Domain</a:t>
                      </a:r>
                      <a:r>
                        <a:rPr lang="es-E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</a:t>
                      </a:r>
                      <a:r>
                        <a:rPr lang="es-ES" sz="1400" b="1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Services</a:t>
                      </a:r>
                      <a:r>
                        <a:rPr lang="es-E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: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Contienen lógica de negocio que no encaja naturalmente en una entidad o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value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object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. Operan sobre múltiples agregados o realizan cálculos de negocio. Se definen como interfaces en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Domain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y se implementan en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Infrastructure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(si requieren persistencia) o en </a:t>
                      </a:r>
                      <a:r>
                        <a:rPr lang="es-ES" sz="1400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Domain</a:t>
                      </a:r>
                      <a:r>
                        <a:rPr lang="es-E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(si son puramente algorítmicos). </a:t>
                      </a:r>
                      <a:endParaRPr lang="es-419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Lógica de negocio (ej. “si el monto &gt; 1000, enviar email a supervisor”).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Dependencias del dominio (excepto tipos simples).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Decisiones de qué notificación enviar (eso es orquestación en </a:t>
                      </a:r>
                      <a:r>
                        <a:rPr lang="es-ES" sz="1400" dirty="0" err="1"/>
                        <a:t>Application</a:t>
                      </a:r>
                      <a:r>
                        <a:rPr lang="es-ES" sz="1400" dirty="0"/>
                        <a:t>).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60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93BBC2-52AE-4138-ACBA-5A80492E5B0E}"/>
              </a:ext>
            </a:extLst>
          </p:cNvPr>
          <p:cNvSpPr txBox="1"/>
          <p:nvPr/>
        </p:nvSpPr>
        <p:spPr>
          <a:xfrm>
            <a:off x="663435" y="779429"/>
            <a:ext cx="86793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200" dirty="0"/>
              <a:t>Estructura de la Capa API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3D577B9-C9FD-48C2-9233-9C0D5BBB4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718"/>
              </p:ext>
            </p:extLst>
          </p:nvPr>
        </p:nvGraphicFramePr>
        <p:xfrm>
          <a:off x="1025938" y="1683761"/>
          <a:ext cx="10155584" cy="2687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7792">
                  <a:extLst>
                    <a:ext uri="{9D8B030D-6E8A-4147-A177-3AD203B41FA5}">
                      <a16:colId xmlns:a16="http://schemas.microsoft.com/office/drawing/2014/main" val="1417995833"/>
                    </a:ext>
                  </a:extLst>
                </a:gridCol>
                <a:gridCol w="5077792">
                  <a:extLst>
                    <a:ext uri="{9D8B030D-6E8A-4147-A177-3AD203B41FA5}">
                      <a16:colId xmlns:a16="http://schemas.microsoft.com/office/drawing/2014/main" val="35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Qué hace la subcapa: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Lo que NO debe tener</a:t>
                      </a:r>
                      <a:endParaRPr lang="es-419" sz="1400" b="1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868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Controllers</a:t>
                      </a:r>
                      <a:endParaRPr lang="es-ES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Reciben peticiones HTTP, extraen datos, invocan comandos/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queries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través de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IMediator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y devuelven respuestas HTTP (201, 200, 400, etc.).</a:t>
                      </a:r>
                    </a:p>
                    <a:p>
                      <a:endParaRPr lang="es-E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Lógica de negocio (ej. verificar si el conductor existe).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Acceso directo a repositorios.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Validaciones que ya están en </a:t>
                      </a:r>
                      <a:r>
                        <a:rPr lang="es-ES" sz="1400" dirty="0" err="1"/>
                        <a:t>validators</a:t>
                      </a:r>
                      <a:r>
                        <a:rPr lang="es-ES" sz="1400" dirty="0"/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Capturar excepciones de dominio para transformar en 400 (eso puede ir en middleware).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9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b="1" dirty="0"/>
                        <a:t>Middleware</a:t>
                      </a:r>
                    </a:p>
                    <a:p>
                      <a:r>
                        <a:rPr lang="es-ES" sz="1400" dirty="0"/>
                        <a:t>Componentes que se ejecutan en el pipeline de ASP.NET Core para manejar aspectos transversales: </a:t>
                      </a:r>
                      <a:r>
                        <a:rPr lang="es-ES" sz="1400" dirty="0" err="1"/>
                        <a:t>logging</a:t>
                      </a:r>
                      <a:r>
                        <a:rPr lang="es-ES" sz="1400" dirty="0"/>
                        <a:t> de peticiones, manejo global de excepciones (</a:t>
                      </a:r>
                      <a:r>
                        <a:rPr lang="es-ES" sz="1400" dirty="0" err="1"/>
                        <a:t>ErrorHandlingMiddleware</a:t>
                      </a:r>
                      <a:r>
                        <a:rPr lang="es-ES" sz="1400" dirty="0"/>
                        <a:t>), autenticación, compresión, etc.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Reglas de negocio.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Llamadas a repositorios.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400" dirty="0"/>
                        <a:t>Dependencias específicas de un microservicio (debe ser genérico).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60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105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05F6ECC-4FE9-4237-A4F4-49999F690EC0}"/>
              </a:ext>
            </a:extLst>
          </p:cNvPr>
          <p:cNvSpPr txBox="1"/>
          <p:nvPr/>
        </p:nvSpPr>
        <p:spPr>
          <a:xfrm>
            <a:off x="713133" y="779430"/>
            <a:ext cx="10408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3600"/>
            </a:lvl1pPr>
          </a:lstStyle>
          <a:p>
            <a:r>
              <a:rPr lang="es-ES" dirty="0" err="1"/>
              <a:t>Notificaciones.Svc</a:t>
            </a:r>
            <a:r>
              <a:rPr lang="es-ES" dirty="0"/>
              <a:t>: ¿Qué es el proyecto </a:t>
            </a:r>
            <a:r>
              <a:rPr lang="es-ES" dirty="0" err="1"/>
              <a:t>Worker</a:t>
            </a:r>
            <a:r>
              <a:rPr lang="es-ES" dirty="0"/>
              <a:t>?</a:t>
            </a:r>
            <a:endParaRPr lang="es-419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9F4118F-1127-46B0-AFB3-F21E5C3E4EE5}"/>
              </a:ext>
            </a:extLst>
          </p:cNvPr>
          <p:cNvSpPr txBox="1"/>
          <p:nvPr/>
        </p:nvSpPr>
        <p:spPr>
          <a:xfrm>
            <a:off x="713133" y="2223633"/>
            <a:ext cx="1070444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Aplicación de consola (o servicio de Windows/Linux) que se ejecuta en segundo plano.</a:t>
            </a:r>
          </a:p>
          <a:p>
            <a:endParaRPr lang="es-ES" sz="1600" dirty="0"/>
          </a:p>
          <a:p>
            <a:r>
              <a:rPr lang="es-ES" sz="1600" dirty="0"/>
              <a:t>Función: Procesar notificaciones pendientes de forma asíncrona, sin necesidad de una API REST. Escuchar eventos de otros microservicios (mediante un bus) o revisa una cola / base de datos.</a:t>
            </a:r>
          </a:p>
          <a:p>
            <a:endParaRPr lang="es-ES" sz="1600" dirty="0"/>
          </a:p>
          <a:p>
            <a:r>
              <a:rPr lang="es-ES" sz="1600" dirty="0"/>
              <a:t>Clases principales en el proyecto:</a:t>
            </a:r>
          </a:p>
          <a:p>
            <a:endParaRPr lang="es-ES" sz="1600" dirty="0"/>
          </a:p>
          <a:p>
            <a:r>
              <a:rPr lang="es-ES" sz="1600" dirty="0" err="1"/>
              <a:t>NotificacionWorker</a:t>
            </a:r>
            <a:r>
              <a:rPr lang="es-ES" sz="1600" dirty="0"/>
              <a:t>: Clase que hereda de </a:t>
            </a:r>
            <a:r>
              <a:rPr lang="es-ES" sz="1600" dirty="0" err="1"/>
              <a:t>BackgroundService</a:t>
            </a:r>
            <a:r>
              <a:rPr lang="es-ES" sz="1600" dirty="0"/>
              <a:t>. Su método </a:t>
            </a:r>
            <a:r>
              <a:rPr lang="es-ES" sz="1600" dirty="0" err="1"/>
              <a:t>ExecuteAsync</a:t>
            </a:r>
            <a:r>
              <a:rPr lang="es-ES" sz="1600" dirty="0"/>
              <a:t> se ejecuta en un bucle cada 10 segundos, consulta notificaciones pendientes y las envía por email/SMS.</a:t>
            </a:r>
          </a:p>
          <a:p>
            <a:endParaRPr lang="es-ES" sz="1600" dirty="0"/>
          </a:p>
          <a:p>
            <a:r>
              <a:rPr lang="es-ES" sz="1600" dirty="0" err="1"/>
              <a:t>Program.cs</a:t>
            </a:r>
            <a:r>
              <a:rPr lang="es-ES" sz="1600" dirty="0"/>
              <a:t>: Configura el host genérico de .NET, inyecta dependencias y arranca el </a:t>
            </a:r>
            <a:r>
              <a:rPr lang="es-ES" sz="1600" dirty="0" err="1"/>
              <a:t>worker</a:t>
            </a:r>
            <a:r>
              <a:rPr lang="es-ES" sz="1600" dirty="0"/>
              <a:t>.</a:t>
            </a:r>
          </a:p>
          <a:p>
            <a:endParaRPr lang="es-ES" sz="1600" dirty="0"/>
          </a:p>
          <a:p>
            <a:r>
              <a:rPr lang="es-ES" sz="1600" dirty="0"/>
              <a:t>Ventaja: Descarga la responsabilidad de envíos síncronos desde la API principal. Mejora la resiliencia (si el servicio de email falla, reintenta después).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64060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61F0401-2AEA-45F2-AC38-0483BCA180D9}"/>
              </a:ext>
            </a:extLst>
          </p:cNvPr>
          <p:cNvSpPr txBox="1"/>
          <p:nvPr/>
        </p:nvSpPr>
        <p:spPr>
          <a:xfrm>
            <a:off x="842340" y="878821"/>
            <a:ext cx="8510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3600"/>
            </a:lvl1pPr>
          </a:lstStyle>
          <a:p>
            <a:r>
              <a:rPr lang="es-ES" dirty="0"/>
              <a:t>Evidencias que el dominio no está corrupto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716C20-F029-4A96-A865-DD561937A95E}"/>
              </a:ext>
            </a:extLst>
          </p:cNvPr>
          <p:cNvSpPr txBox="1"/>
          <p:nvPr/>
        </p:nvSpPr>
        <p:spPr>
          <a:xfrm>
            <a:off x="982316" y="2225816"/>
            <a:ext cx="97701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No dependencias externas: El proyecto </a:t>
            </a:r>
            <a:r>
              <a:rPr lang="es-ES" sz="1600" dirty="0" err="1"/>
              <a:t>Domain</a:t>
            </a:r>
            <a:r>
              <a:rPr lang="es-ES" sz="1600" dirty="0"/>
              <a:t> no debe referenciar </a:t>
            </a:r>
            <a:r>
              <a:rPr lang="es-ES" sz="1600" dirty="0" err="1"/>
              <a:t>Infrastructure</a:t>
            </a:r>
            <a:r>
              <a:rPr lang="es-ES" sz="1600" dirty="0"/>
              <a:t>, </a:t>
            </a:r>
            <a:r>
              <a:rPr lang="es-ES" sz="1600" dirty="0" err="1"/>
              <a:t>Application</a:t>
            </a:r>
            <a:r>
              <a:rPr lang="es-ES" sz="1600" dirty="0"/>
              <a:t> ni paquetes como </a:t>
            </a:r>
            <a:r>
              <a:rPr lang="es-ES" sz="1600" dirty="0" err="1"/>
              <a:t>Entity</a:t>
            </a:r>
            <a:r>
              <a:rPr lang="es-ES" sz="1600" dirty="0"/>
              <a:t> Framework, </a:t>
            </a:r>
            <a:r>
              <a:rPr lang="es-ES" sz="1600" dirty="0" err="1"/>
              <a:t>Newtonsoft.Json</a:t>
            </a:r>
            <a:r>
              <a:rPr lang="es-ES" sz="1600" dirty="0"/>
              <a:t>, etc.</a:t>
            </a:r>
          </a:p>
          <a:p>
            <a:endParaRPr lang="es-ES" sz="1600" dirty="0"/>
          </a:p>
          <a:p>
            <a:r>
              <a:rPr lang="es-ES" sz="1600" dirty="0"/>
              <a:t>Solo lógica de negocio: Los métodos de las entidades solo validan reglas del negocio, no acceden a base de datos ni a servicios externos.</a:t>
            </a:r>
          </a:p>
          <a:p>
            <a:endParaRPr lang="es-ES" sz="1600" dirty="0"/>
          </a:p>
          <a:p>
            <a:r>
              <a:rPr lang="es-ES" sz="1600" dirty="0" err="1"/>
              <a:t>Value</a:t>
            </a:r>
            <a:r>
              <a:rPr lang="es-ES" sz="1600" dirty="0"/>
              <a:t> </a:t>
            </a:r>
            <a:r>
              <a:rPr lang="es-ES" sz="1600" dirty="0" err="1"/>
              <a:t>objects</a:t>
            </a:r>
            <a:r>
              <a:rPr lang="es-ES" sz="1600" dirty="0"/>
              <a:t> inmutables: Usan </a:t>
            </a:r>
            <a:r>
              <a:rPr lang="es-ES" sz="1600" dirty="0" err="1"/>
              <a:t>record</a:t>
            </a:r>
            <a:r>
              <a:rPr lang="es-ES" sz="1600" dirty="0"/>
              <a:t> y validan su estado en el constructor. Ejemplo: Monto(decimal valor) lanza excepción si valor ≤ 0.</a:t>
            </a:r>
          </a:p>
          <a:p>
            <a:endParaRPr lang="es-ES" sz="1600" dirty="0"/>
          </a:p>
          <a:p>
            <a:r>
              <a:rPr lang="es-ES" sz="1600" dirty="0"/>
              <a:t>Eventos de dominio: Los agregados elevan eventos (ej. </a:t>
            </a:r>
            <a:r>
              <a:rPr lang="es-ES" sz="1600" dirty="0" err="1"/>
              <a:t>MultaCreadaEvent</a:t>
            </a:r>
            <a:r>
              <a:rPr lang="es-ES" sz="1600" dirty="0"/>
              <a:t>) para que la aplicación reaccione, pero no los manejan directamente.</a:t>
            </a:r>
          </a:p>
          <a:p>
            <a:endParaRPr lang="es-ES" sz="1600" dirty="0"/>
          </a:p>
          <a:p>
            <a:r>
              <a:rPr lang="es-ES" sz="1600" dirty="0"/>
              <a:t>Repositorios como interfaces: En </a:t>
            </a:r>
            <a:r>
              <a:rPr lang="es-ES" sz="1600" dirty="0" err="1"/>
              <a:t>Domain</a:t>
            </a:r>
            <a:r>
              <a:rPr lang="es-ES" sz="1600" dirty="0"/>
              <a:t> solo se declaran interfaces (</a:t>
            </a:r>
            <a:r>
              <a:rPr lang="es-ES" sz="1600" dirty="0" err="1"/>
              <a:t>IMultaRepository</a:t>
            </a:r>
            <a:r>
              <a:rPr lang="es-ES" sz="1600" dirty="0"/>
              <a:t>); su implementación está en </a:t>
            </a:r>
            <a:r>
              <a:rPr lang="es-ES" sz="1600" dirty="0" err="1"/>
              <a:t>Infrastructure</a:t>
            </a:r>
            <a:r>
              <a:rPr lang="es-ES" sz="1600" dirty="0"/>
              <a:t>.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294489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3AD88BF-D790-41B4-9C13-2D7A8C9FF7F9}"/>
              </a:ext>
            </a:extLst>
          </p:cNvPr>
          <p:cNvSpPr txBox="1"/>
          <p:nvPr/>
        </p:nvSpPr>
        <p:spPr>
          <a:xfrm>
            <a:off x="695740" y="650220"/>
            <a:ext cx="9491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3600"/>
            </a:lvl1pPr>
          </a:lstStyle>
          <a:p>
            <a:r>
              <a:rPr lang="es-ES" dirty="0"/>
              <a:t>Base de Datos autocontenida en cada microservicio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2D3DFD-7CFC-4230-8977-05CA1FA98942}"/>
              </a:ext>
            </a:extLst>
          </p:cNvPr>
          <p:cNvSpPr txBox="1"/>
          <p:nvPr/>
        </p:nvSpPr>
        <p:spPr>
          <a:xfrm>
            <a:off x="795131" y="2062661"/>
            <a:ext cx="108734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Cada microservicio posee su propio esquema de base de datos, y no comparte tablas con otros servicios.</a:t>
            </a:r>
          </a:p>
          <a:p>
            <a:endParaRPr lang="es-ES" dirty="0"/>
          </a:p>
          <a:p>
            <a:r>
              <a:rPr lang="es-ES" dirty="0"/>
              <a:t>Cómo se evidencia en el código:</a:t>
            </a:r>
          </a:p>
          <a:p>
            <a:endParaRPr lang="es-ES" dirty="0"/>
          </a:p>
          <a:p>
            <a:r>
              <a:rPr lang="es-ES" dirty="0"/>
              <a:t>Cada proyecto .</a:t>
            </a:r>
            <a:r>
              <a:rPr lang="es-ES" dirty="0" err="1"/>
              <a:t>Infrastructure</a:t>
            </a:r>
            <a:r>
              <a:rPr lang="es-ES" dirty="0"/>
              <a:t> tiene su propio </a:t>
            </a:r>
            <a:r>
              <a:rPr lang="es-ES" dirty="0" err="1"/>
              <a:t>DbContext</a:t>
            </a:r>
            <a:r>
              <a:rPr lang="es-ES" dirty="0"/>
              <a:t> (ej. </a:t>
            </a:r>
            <a:r>
              <a:rPr lang="es-ES" dirty="0" err="1"/>
              <a:t>MultasDbContext</a:t>
            </a:r>
            <a:r>
              <a:rPr lang="es-ES" dirty="0"/>
              <a:t>, </a:t>
            </a:r>
            <a:r>
              <a:rPr lang="es-ES" dirty="0" err="1"/>
              <a:t>ConductoresDbContext</a:t>
            </a:r>
            <a:r>
              <a:rPr lang="es-ES" dirty="0"/>
              <a:t>).</a:t>
            </a:r>
          </a:p>
          <a:p>
            <a:endParaRPr lang="es-ES" dirty="0"/>
          </a:p>
          <a:p>
            <a:r>
              <a:rPr lang="es-ES" dirty="0"/>
              <a:t>La cadena de conexión en </a:t>
            </a:r>
            <a:r>
              <a:rPr lang="es-ES" dirty="0" err="1"/>
              <a:t>appsettings.json</a:t>
            </a:r>
            <a:r>
              <a:rPr lang="es-ES" dirty="0"/>
              <a:t> apunta a archivos .</a:t>
            </a:r>
            <a:r>
              <a:rPr lang="es-ES" dirty="0" err="1"/>
              <a:t>db</a:t>
            </a:r>
            <a:r>
              <a:rPr lang="es-ES" dirty="0"/>
              <a:t> distintos: </a:t>
            </a:r>
            <a:r>
              <a:rPr lang="es-ES" dirty="0" err="1"/>
              <a:t>multas.db</a:t>
            </a:r>
            <a:r>
              <a:rPr lang="es-ES" dirty="0"/>
              <a:t>, </a:t>
            </a:r>
            <a:r>
              <a:rPr lang="es-ES" dirty="0" err="1"/>
              <a:t>conductores.db</a:t>
            </a:r>
            <a:r>
              <a:rPr lang="es-ES" dirty="0"/>
              <a:t>, </a:t>
            </a:r>
            <a:r>
              <a:rPr lang="es-ES" dirty="0" err="1"/>
              <a:t>pagos.db</a:t>
            </a:r>
            <a:r>
              <a:rPr lang="es-ES" dirty="0"/>
              <a:t>, </a:t>
            </a:r>
            <a:r>
              <a:rPr lang="es-ES" dirty="0" err="1"/>
              <a:t>notificaciones.db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Las migraciones de </a:t>
            </a:r>
            <a:r>
              <a:rPr lang="es-ES" dirty="0" err="1"/>
              <a:t>Entity</a:t>
            </a:r>
            <a:r>
              <a:rPr lang="es-ES" dirty="0"/>
              <a:t> Framework se generan por separado para cada contexto.</a:t>
            </a:r>
          </a:p>
          <a:p>
            <a:endParaRPr lang="es-ES" dirty="0"/>
          </a:p>
          <a:p>
            <a:r>
              <a:rPr lang="es-ES" dirty="0"/>
              <a:t>Comunicación: Los servicios se comunican vía eventos (mensajería) o llamadas HTTP al API Gateway, nunca accediendo directamente a la base de datos de otro servicio.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828281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32894EC-8169-4298-A5FB-6AA60D758B52}"/>
              </a:ext>
            </a:extLst>
          </p:cNvPr>
          <p:cNvSpPr txBox="1"/>
          <p:nvPr/>
        </p:nvSpPr>
        <p:spPr>
          <a:xfrm>
            <a:off x="762827" y="739673"/>
            <a:ext cx="100410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3600"/>
            </a:lvl1pPr>
          </a:lstStyle>
          <a:p>
            <a:r>
              <a:rPr lang="es-ES" dirty="0"/>
              <a:t>Despliegue en Docker (evidencia en el proyecto)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DEB401-E888-4F8A-9352-0A7C09A7156C}"/>
              </a:ext>
            </a:extLst>
          </p:cNvPr>
          <p:cNvSpPr txBox="1"/>
          <p:nvPr/>
        </p:nvSpPr>
        <p:spPr>
          <a:xfrm>
            <a:off x="762828" y="1630526"/>
            <a:ext cx="1048578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 err="1"/>
              <a:t>Dockerfile</a:t>
            </a:r>
            <a:r>
              <a:rPr lang="es-ES" sz="1600" dirty="0"/>
              <a:t> por servicio: Cada microservicio (API o </a:t>
            </a:r>
            <a:r>
              <a:rPr lang="es-ES" sz="1600" dirty="0" err="1"/>
              <a:t>Worker</a:t>
            </a:r>
            <a:r>
              <a:rPr lang="es-ES" sz="1600" dirty="0"/>
              <a:t>) tiene su propio </a:t>
            </a:r>
            <a:r>
              <a:rPr lang="es-ES" sz="1600" dirty="0" err="1"/>
              <a:t>Dockerfile</a:t>
            </a:r>
            <a:r>
              <a:rPr lang="es-ES" sz="1600" dirty="0"/>
              <a:t> en la raíz del proyecto. Ejemplo: </a:t>
            </a:r>
            <a:r>
              <a:rPr lang="es-ES" sz="1600" dirty="0" err="1"/>
              <a:t>Conductores.API</a:t>
            </a:r>
            <a:r>
              <a:rPr lang="es-ES" sz="1600" dirty="0"/>
              <a:t>/</a:t>
            </a:r>
            <a:r>
              <a:rPr lang="es-ES" sz="1600" dirty="0" err="1"/>
              <a:t>Dockerfile</a:t>
            </a:r>
            <a:r>
              <a:rPr lang="es-ES" sz="1600" dirty="0"/>
              <a:t>, </a:t>
            </a:r>
            <a:r>
              <a:rPr lang="es-ES" sz="1600" dirty="0" err="1"/>
              <a:t>Notificaciones.Worker</a:t>
            </a:r>
            <a:r>
              <a:rPr lang="es-ES" sz="1600" dirty="0"/>
              <a:t>/</a:t>
            </a:r>
            <a:r>
              <a:rPr lang="es-ES" sz="1600" dirty="0" err="1"/>
              <a:t>Dockerfile</a:t>
            </a:r>
            <a:r>
              <a:rPr lang="es-ES" sz="1600" dirty="0"/>
              <a:t>.</a:t>
            </a:r>
          </a:p>
          <a:p>
            <a:endParaRPr lang="es-ES" sz="1600" dirty="0"/>
          </a:p>
          <a:p>
            <a:r>
              <a:rPr lang="es-ES" sz="1600" dirty="0"/>
              <a:t>Contenido típico: Usa imagen base mcr.microsoft.com/</a:t>
            </a:r>
            <a:r>
              <a:rPr lang="es-ES" sz="1600" dirty="0" err="1"/>
              <a:t>dotnet</a:t>
            </a:r>
            <a:r>
              <a:rPr lang="es-ES" sz="1600" dirty="0"/>
              <a:t>/aspnet:8.0 para </a:t>
            </a:r>
            <a:r>
              <a:rPr lang="es-ES" sz="1600" dirty="0" err="1"/>
              <a:t>runtime</a:t>
            </a:r>
            <a:r>
              <a:rPr lang="es-ES" sz="1600" dirty="0"/>
              <a:t>.</a:t>
            </a:r>
          </a:p>
          <a:p>
            <a:endParaRPr lang="es-ES" sz="1600" dirty="0"/>
          </a:p>
          <a:p>
            <a:r>
              <a:rPr lang="es-ES" sz="1600" dirty="0"/>
              <a:t>Copia el binario publicado y establece el punto de entrada.</a:t>
            </a:r>
          </a:p>
          <a:p>
            <a:endParaRPr lang="es-ES" sz="1600" dirty="0"/>
          </a:p>
          <a:p>
            <a:r>
              <a:rPr lang="es-ES" sz="1600" dirty="0" err="1"/>
              <a:t>docker-compose.yml</a:t>
            </a:r>
            <a:r>
              <a:rPr lang="es-ES" sz="1600" dirty="0"/>
              <a:t> (en la raíz de la solución):</a:t>
            </a:r>
          </a:p>
          <a:p>
            <a:endParaRPr lang="es-ES" sz="1600" dirty="0"/>
          </a:p>
          <a:p>
            <a:r>
              <a:rPr lang="es-ES" sz="1600" dirty="0"/>
              <a:t>Define servicios: multas-api, conductores-api, pagos-api, notificaciones-</a:t>
            </a:r>
            <a:r>
              <a:rPr lang="es-ES" sz="1600" dirty="0" err="1"/>
              <a:t>worker</a:t>
            </a:r>
            <a:r>
              <a:rPr lang="es-ES" sz="1600" dirty="0"/>
              <a:t>, </a:t>
            </a:r>
            <a:r>
              <a:rPr lang="es-ES" sz="1600" dirty="0" err="1"/>
              <a:t>gateway</a:t>
            </a:r>
            <a:r>
              <a:rPr lang="es-ES" sz="1600" dirty="0"/>
              <a:t>, y bases de datos (por ejemplo, SQLite o PostgreSQL en contenedores).</a:t>
            </a:r>
          </a:p>
          <a:p>
            <a:r>
              <a:rPr lang="es-ES" sz="1600" dirty="0"/>
              <a:t>Configura redes, volúmenes y variables de entorno.</a:t>
            </a:r>
          </a:p>
          <a:p>
            <a:r>
              <a:rPr lang="es-ES" sz="1600" dirty="0"/>
              <a:t>Comandos para levantar todo: </a:t>
            </a:r>
            <a:r>
              <a:rPr lang="es-ES" sz="1600" dirty="0" err="1"/>
              <a:t>docker-compose</a:t>
            </a:r>
            <a:r>
              <a:rPr lang="es-ES" sz="1600" dirty="0"/>
              <a:t> up --</a:t>
            </a:r>
            <a:r>
              <a:rPr lang="es-ES" sz="1600" dirty="0" err="1"/>
              <a:t>build</a:t>
            </a:r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Evidencia: La existencia de estos archivos y la capacidad de ejecutar cada servicio de forma aislada en su propio contenedor demuestra la estrategia de despliegue.</a:t>
            </a:r>
            <a:endParaRPr lang="es-419" sz="1600" dirty="0"/>
          </a:p>
        </p:txBody>
      </p:sp>
    </p:spTree>
    <p:extLst>
      <p:ext uri="{BB962C8B-B14F-4D97-AF65-F5344CB8AC3E}">
        <p14:creationId xmlns:p14="http://schemas.microsoft.com/office/powerpoint/2010/main" val="4035203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00C60B-B631-4FED-9E3A-EC6C61763337}"/>
              </a:ext>
            </a:extLst>
          </p:cNvPr>
          <p:cNvSpPr txBox="1"/>
          <p:nvPr/>
        </p:nvSpPr>
        <p:spPr>
          <a:xfrm>
            <a:off x="762828" y="73967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3600"/>
            </a:lvl1pPr>
          </a:lstStyle>
          <a:p>
            <a:r>
              <a:rPr lang="es-ES" dirty="0"/>
              <a:t>Glosario de Instrucciones</a:t>
            </a:r>
            <a:endParaRPr lang="es-419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7FC5840-25DB-4A00-BD82-016F9F21C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14614"/>
              </p:ext>
            </p:extLst>
          </p:nvPr>
        </p:nvGraphicFramePr>
        <p:xfrm>
          <a:off x="822049" y="1702955"/>
          <a:ext cx="10547902" cy="4055872"/>
        </p:xfrm>
        <a:graphic>
          <a:graphicData uri="http://schemas.openxmlformats.org/drawingml/2006/table">
            <a:tbl>
              <a:tblPr/>
              <a:tblGrid>
                <a:gridCol w="1950968">
                  <a:extLst>
                    <a:ext uri="{9D8B030D-6E8A-4147-A177-3AD203B41FA5}">
                      <a16:colId xmlns:a16="http://schemas.microsoft.com/office/drawing/2014/main" val="3435738657"/>
                    </a:ext>
                  </a:extLst>
                </a:gridCol>
                <a:gridCol w="8596934">
                  <a:extLst>
                    <a:ext uri="{9D8B030D-6E8A-4147-A177-3AD203B41FA5}">
                      <a16:colId xmlns:a16="http://schemas.microsoft.com/office/drawing/2014/main" val="506037975"/>
                    </a:ext>
                  </a:extLst>
                </a:gridCol>
              </a:tblGrid>
              <a:tr h="401922">
                <a:tc>
                  <a:txBody>
                    <a:bodyPr/>
                    <a:lstStyle/>
                    <a:p>
                      <a:r>
                        <a:rPr lang="es-419" sz="1600" b="1" dirty="0" err="1">
                          <a:effectLst/>
                          <a:latin typeface="+mn-lt"/>
                        </a:rPr>
                        <a:t>Task</a:t>
                      </a:r>
                      <a:r>
                        <a:rPr lang="es-419" sz="1600" b="1" dirty="0">
                          <a:effectLst/>
                          <a:latin typeface="+mn-lt"/>
                        </a:rPr>
                        <a:t>&lt;T&gt;</a:t>
                      </a:r>
                      <a:endParaRPr lang="es-419" sz="1600" b="0" dirty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s-ES" sz="1600" b="0" dirty="0">
                          <a:effectLst/>
                          <a:latin typeface="+mn-lt"/>
                        </a:rPr>
                        <a:t>Representa una operación asíncrona que devuelve un valor de tipo T. En las interfaces de repositorio y servicios se usa para indicar que el método no bloqueará el hilo mientras espera, por ejemplo, acceso a base de datos o llamadas HTTP.</a:t>
                      </a:r>
                    </a:p>
                    <a:p>
                      <a:pPr>
                        <a:spcAft>
                          <a:spcPts val="800"/>
                        </a:spcAft>
                      </a:pPr>
                      <a:endParaRPr lang="es-ES" sz="1600" b="0" dirty="0">
                        <a:effectLst/>
                        <a:latin typeface="+mn-lt"/>
                      </a:endParaRP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616779"/>
                  </a:ext>
                </a:extLst>
              </a:tr>
              <a:tr h="486046">
                <a:tc>
                  <a:txBody>
                    <a:bodyPr/>
                    <a:lstStyle/>
                    <a:p>
                      <a:r>
                        <a:rPr lang="es-419" sz="1600" b="1">
                          <a:effectLst/>
                          <a:latin typeface="+mn-lt"/>
                        </a:rPr>
                        <a:t>DbContext</a:t>
                      </a:r>
                      <a:endParaRPr lang="es-419" sz="1600" b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s-ES" sz="1600" b="0" dirty="0">
                          <a:effectLst/>
                          <a:latin typeface="+mn-lt"/>
                        </a:rPr>
                        <a:t>Clase de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Entity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Framework Core que actúa como puente entre el código y la base de datos. Gestiona conexiones, seguimiento de cambios y operaciones CRUD. Cada microservicio tiene su propio 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DbContext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 apuntando a su propia base de datos (autocontenida).</a:t>
                      </a:r>
                    </a:p>
                    <a:p>
                      <a:pPr>
                        <a:spcAft>
                          <a:spcPts val="800"/>
                        </a:spcAft>
                      </a:pPr>
                      <a:endParaRPr lang="es-ES" sz="1600" b="0" dirty="0">
                        <a:effectLst/>
                        <a:latin typeface="+mn-lt"/>
                      </a:endParaRP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56979"/>
                  </a:ext>
                </a:extLst>
              </a:tr>
              <a:tr h="486046">
                <a:tc>
                  <a:txBody>
                    <a:bodyPr/>
                    <a:lstStyle/>
                    <a:p>
                      <a:r>
                        <a:rPr lang="es-419" sz="1600" b="1">
                          <a:effectLst/>
                          <a:latin typeface="+mn-lt"/>
                        </a:rPr>
                        <a:t>ModelBuilder</a:t>
                      </a:r>
                      <a:endParaRPr lang="es-419" sz="1600" b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s-ES" sz="1600" b="0" dirty="0">
                          <a:effectLst/>
                          <a:latin typeface="+mn-lt"/>
                        </a:rPr>
                        <a:t>Se usa dentro del método 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OnModelCreating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 del 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DbContext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 para configurar el mapeo de las entidades a las tablas: claves primarias, índices, longitudes de campos, relaciones, etc. Permite definir cómo se persisten los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value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objects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(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owned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types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).</a:t>
                      </a:r>
                    </a:p>
                    <a:p>
                      <a:pPr>
                        <a:spcAft>
                          <a:spcPts val="800"/>
                        </a:spcAft>
                      </a:pPr>
                      <a:endParaRPr lang="es-ES" sz="1600" b="0" dirty="0">
                        <a:effectLst/>
                        <a:latin typeface="+mn-lt"/>
                      </a:endParaRP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40399"/>
                  </a:ext>
                </a:extLst>
              </a:tr>
              <a:tr h="443984">
                <a:tc>
                  <a:txBody>
                    <a:bodyPr/>
                    <a:lstStyle/>
                    <a:p>
                      <a:r>
                        <a:rPr lang="es-419" sz="1600" b="1" dirty="0">
                          <a:effectLst/>
                          <a:latin typeface="+mn-lt"/>
                        </a:rPr>
                        <a:t>Token </a:t>
                      </a:r>
                      <a:r>
                        <a:rPr lang="es-419" sz="1600" b="1" dirty="0" err="1">
                          <a:effectLst/>
                          <a:latin typeface="+mn-lt"/>
                        </a:rPr>
                        <a:t>request</a:t>
                      </a:r>
                      <a:endParaRPr lang="es-419" sz="1600" b="0" dirty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</a:pPr>
                      <a:r>
                        <a:rPr lang="es-ES" sz="1600" b="0" dirty="0">
                          <a:effectLst/>
                          <a:latin typeface="+mn-lt"/>
                        </a:rPr>
                        <a:t>Generalmente se refiere al 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CancellationToken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 que se pasa a los métodos asíncronos. Permite cancelar la operación si el cliente cancela la solicitud (por ejemplo, cierra el navegador). Se usa en los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handlers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de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MediatR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y en los repositorios.</a:t>
                      </a: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68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460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00C60B-B631-4FED-9E3A-EC6C61763337}"/>
              </a:ext>
            </a:extLst>
          </p:cNvPr>
          <p:cNvSpPr txBox="1"/>
          <p:nvPr/>
        </p:nvSpPr>
        <p:spPr>
          <a:xfrm>
            <a:off x="762828" y="73967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419"/>
            </a:defPPr>
            <a:lvl1pPr>
              <a:defRPr sz="3600"/>
            </a:lvl1pPr>
          </a:lstStyle>
          <a:p>
            <a:r>
              <a:rPr lang="es-ES" dirty="0"/>
              <a:t>Glosario de Instrucciones</a:t>
            </a:r>
            <a:endParaRPr lang="es-419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7FC5840-25DB-4A00-BD82-016F9F21C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475093"/>
              </p:ext>
            </p:extLst>
          </p:nvPr>
        </p:nvGraphicFramePr>
        <p:xfrm>
          <a:off x="762828" y="1871920"/>
          <a:ext cx="10547902" cy="3286760"/>
        </p:xfrm>
        <a:graphic>
          <a:graphicData uri="http://schemas.openxmlformats.org/drawingml/2006/table">
            <a:tbl>
              <a:tblPr/>
              <a:tblGrid>
                <a:gridCol w="1841224">
                  <a:extLst>
                    <a:ext uri="{9D8B030D-6E8A-4147-A177-3AD203B41FA5}">
                      <a16:colId xmlns:a16="http://schemas.microsoft.com/office/drawing/2014/main" val="3435738657"/>
                    </a:ext>
                  </a:extLst>
                </a:gridCol>
                <a:gridCol w="8706678">
                  <a:extLst>
                    <a:ext uri="{9D8B030D-6E8A-4147-A177-3AD203B41FA5}">
                      <a16:colId xmlns:a16="http://schemas.microsoft.com/office/drawing/2014/main" val="506037975"/>
                    </a:ext>
                  </a:extLst>
                </a:gridCol>
              </a:tblGrid>
              <a:tr h="359861">
                <a:tc>
                  <a:txBody>
                    <a:bodyPr/>
                    <a:lstStyle/>
                    <a:p>
                      <a:r>
                        <a:rPr lang="es-419" sz="1600" b="1">
                          <a:effectLst/>
                          <a:latin typeface="+mn-lt"/>
                        </a:rPr>
                        <a:t>await</a:t>
                      </a:r>
                      <a:endParaRPr lang="es-419" sz="1600" b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dirty="0">
                          <a:effectLst/>
                          <a:latin typeface="+mn-lt"/>
                        </a:rPr>
                        <a:t>Palabra clave que detiene la ejecución del método hasta que la tarea asíncrona termine, pero libera el hilo para que pueda atender otras solicitudes. Es fundamental para escalabilidad.</a:t>
                      </a:r>
                    </a:p>
                    <a:p>
                      <a:endParaRPr lang="es-ES" sz="1600" b="0" dirty="0">
                        <a:effectLst/>
                        <a:latin typeface="+mn-lt"/>
                      </a:endParaRP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41152"/>
                  </a:ext>
                </a:extLst>
              </a:tr>
              <a:tr h="401922">
                <a:tc>
                  <a:txBody>
                    <a:bodyPr/>
                    <a:lstStyle/>
                    <a:p>
                      <a:r>
                        <a:rPr lang="es-419" sz="1600" b="1">
                          <a:effectLst/>
                          <a:latin typeface="+mn-lt"/>
                        </a:rPr>
                        <a:t>RuleFor</a:t>
                      </a:r>
                      <a:endParaRPr lang="es-419" sz="1600" b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dirty="0">
                          <a:effectLst/>
                          <a:latin typeface="+mn-lt"/>
                        </a:rPr>
                        <a:t>Método de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FluentValidation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que define una regla de validación para una propiedad de un comando o DTO. Por ejemplo: 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RuleFor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(x =&gt;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x.Monto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).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GreaterThan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(0) valida que el monto sea mayor a cero.</a:t>
                      </a:r>
                    </a:p>
                    <a:p>
                      <a:endParaRPr lang="es-ES" sz="1600" b="0" dirty="0">
                        <a:effectLst/>
                        <a:latin typeface="+mn-lt"/>
                      </a:endParaRP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770573"/>
                  </a:ext>
                </a:extLst>
              </a:tr>
              <a:tr h="359861">
                <a:tc>
                  <a:txBody>
                    <a:bodyPr/>
                    <a:lstStyle/>
                    <a:p>
                      <a:r>
                        <a:rPr lang="es-419" sz="1600" b="1" dirty="0" err="1">
                          <a:effectLst/>
                          <a:latin typeface="+mn-lt"/>
                        </a:rPr>
                        <a:t>IMapper</a:t>
                      </a:r>
                      <a:endParaRPr lang="es-419" sz="1600" b="0" dirty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dirty="0">
                          <a:effectLst/>
                          <a:latin typeface="+mn-lt"/>
                        </a:rPr>
                        <a:t>Interfaz de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AutoMapper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(o de un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mapeador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manual) que transforma un objeto de un tipo a otro.</a:t>
                      </a:r>
                    </a:p>
                    <a:p>
                      <a:endParaRPr lang="es-ES" sz="1600" b="0" dirty="0">
                        <a:effectLst/>
                        <a:latin typeface="+mn-lt"/>
                      </a:endParaRP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41834"/>
                  </a:ext>
                </a:extLst>
              </a:tr>
              <a:tr h="317799">
                <a:tc>
                  <a:txBody>
                    <a:bodyPr/>
                    <a:lstStyle/>
                    <a:p>
                      <a:r>
                        <a:rPr lang="es-419" sz="1600" b="1">
                          <a:effectLst/>
                          <a:latin typeface="+mn-lt"/>
                        </a:rPr>
                        <a:t>CreateMap</a:t>
                      </a:r>
                      <a:endParaRPr lang="es-419" sz="1600" b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dirty="0">
                          <a:effectLst/>
                          <a:latin typeface="+mn-lt"/>
                        </a:rPr>
                        <a:t>Método de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AutoMapper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para definir cómo se convierte una clase origen en una clase destino. Por ejemplo: 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CreateMap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&lt;Conductor,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ConductorDto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&gt;(). Con mapeo manual no se usa.</a:t>
                      </a:r>
                    </a:p>
                    <a:p>
                      <a:endParaRPr lang="es-ES" sz="1600" b="0" dirty="0">
                        <a:effectLst/>
                        <a:latin typeface="+mn-lt"/>
                      </a:endParaRP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504835"/>
                  </a:ext>
                </a:extLst>
              </a:tr>
              <a:tr h="359861">
                <a:tc>
                  <a:txBody>
                    <a:bodyPr/>
                    <a:lstStyle/>
                    <a:p>
                      <a:r>
                        <a:rPr lang="es-419" sz="1600" b="1">
                          <a:effectLst/>
                          <a:latin typeface="+mn-lt"/>
                        </a:rPr>
                        <a:t>Mapping Profile</a:t>
                      </a:r>
                      <a:endParaRPr lang="es-419" sz="1600" b="0">
                        <a:effectLst/>
                        <a:latin typeface="+mn-lt"/>
                      </a:endParaRPr>
                    </a:p>
                  </a:txBody>
                  <a:tcPr marL="14021" marR="18694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0" dirty="0">
                          <a:effectLst/>
                          <a:latin typeface="+mn-lt"/>
                        </a:rPr>
                        <a:t>Clase que hereda de 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Profile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 en 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AutoMapper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 y agrupa todas las definiciones de </a:t>
                      </a:r>
                      <a:r>
                        <a:rPr lang="es-ES" sz="1600" b="0" dirty="0" err="1">
                          <a:effectLst/>
                          <a:latin typeface="+mn-lt"/>
                        </a:rPr>
                        <a:t>CreateMap</a:t>
                      </a:r>
                      <a:r>
                        <a:rPr lang="es-ES" sz="1600" b="0" dirty="0">
                          <a:effectLst/>
                          <a:latin typeface="+mn-lt"/>
                        </a:rPr>
                        <a:t>. Centraliza las reglas de transformación. En tu proyecto, al usar mapeo manual, no existe esta clase.</a:t>
                      </a:r>
                    </a:p>
                  </a:txBody>
                  <a:tcPr marL="18694" marR="14021" marT="11684" marB="116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17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52785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Presentación UPB 2018" id="{36F8BB01-3393-FA4D-8145-86DA81FADD61}" vid="{FB05699F-FE3A-FD40-B367-9B6900AD0EFD}"/>
    </a:ext>
  </a:extLst>
</a:theme>
</file>

<file path=ppt/theme/themeOverride1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2399</Words>
  <Application>Microsoft Office PowerPoint</Application>
  <PresentationFormat>Panorámica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Arial Narrow</vt:lpstr>
      <vt:lpstr>Calibri</vt:lpstr>
      <vt:lpstr>Flama Condensed Light</vt:lpstr>
      <vt:lpstr>quote-cjk-patch</vt:lpstr>
      <vt:lpstr>1_Tema de Office</vt:lpstr>
      <vt:lpstr>Implementación MicroServicios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DDD: Domain Driven Design</dc:title>
  <dc:creator>Cesar Augusto Lopez Gallego</dc:creator>
  <cp:lastModifiedBy>Cesar Augusto Lopez Gallego</cp:lastModifiedBy>
  <cp:revision>48</cp:revision>
  <dcterms:created xsi:type="dcterms:W3CDTF">2025-03-18T15:33:38Z</dcterms:created>
  <dcterms:modified xsi:type="dcterms:W3CDTF">2026-04-16T13:11:42Z</dcterms:modified>
</cp:coreProperties>
</file>