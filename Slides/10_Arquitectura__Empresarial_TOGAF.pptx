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51"/>
  </p:notesMasterIdLst>
  <p:handoutMasterIdLst>
    <p:handoutMasterId r:id="rId52"/>
  </p:handoutMasterIdLst>
  <p:sldIdLst>
    <p:sldId id="288" r:id="rId5"/>
    <p:sldId id="264" r:id="rId6"/>
    <p:sldId id="369" r:id="rId7"/>
    <p:sldId id="370" r:id="rId8"/>
    <p:sldId id="265" r:id="rId9"/>
    <p:sldId id="374" r:id="rId10"/>
    <p:sldId id="379" r:id="rId11"/>
    <p:sldId id="380" r:id="rId12"/>
    <p:sldId id="386" r:id="rId13"/>
    <p:sldId id="387" r:id="rId14"/>
    <p:sldId id="388" r:id="rId15"/>
    <p:sldId id="393" r:id="rId16"/>
    <p:sldId id="289" r:id="rId17"/>
    <p:sldId id="290" r:id="rId18"/>
    <p:sldId id="291" r:id="rId19"/>
    <p:sldId id="293" r:id="rId20"/>
    <p:sldId id="416" r:id="rId21"/>
    <p:sldId id="294" r:id="rId22"/>
    <p:sldId id="275" r:id="rId23"/>
    <p:sldId id="1070" r:id="rId24"/>
    <p:sldId id="359" r:id="rId25"/>
    <p:sldId id="1073" r:id="rId26"/>
    <p:sldId id="364" r:id="rId27"/>
    <p:sldId id="366" r:id="rId28"/>
    <p:sldId id="415" r:id="rId29"/>
    <p:sldId id="418" r:id="rId30"/>
    <p:sldId id="412" r:id="rId31"/>
    <p:sldId id="413" r:id="rId32"/>
    <p:sldId id="414" r:id="rId33"/>
    <p:sldId id="428" r:id="rId34"/>
    <p:sldId id="419" r:id="rId35"/>
    <p:sldId id="361" r:id="rId36"/>
    <p:sldId id="420" r:id="rId37"/>
    <p:sldId id="429" r:id="rId38"/>
    <p:sldId id="362" r:id="rId39"/>
    <p:sldId id="421" r:id="rId40"/>
    <p:sldId id="1075" r:id="rId41"/>
    <p:sldId id="424" r:id="rId42"/>
    <p:sldId id="422" r:id="rId43"/>
    <p:sldId id="423" r:id="rId44"/>
    <p:sldId id="425" r:id="rId45"/>
    <p:sldId id="427" r:id="rId46"/>
    <p:sldId id="1076" r:id="rId47"/>
    <p:sldId id="1074" r:id="rId48"/>
    <p:sldId id="335" r:id="rId49"/>
    <p:sldId id="1058" r:id="rId50"/>
  </p:sldIdLst>
  <p:sldSz cx="138176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Estilo medio 1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3634" autoAdjust="0"/>
  </p:normalViewPr>
  <p:slideViewPr>
    <p:cSldViewPr snapToGrid="0">
      <p:cViewPr varScale="1">
        <p:scale>
          <a:sx n="72" d="100"/>
          <a:sy n="72" d="100"/>
        </p:scale>
        <p:origin x="57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68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 Augusto Lopez Gallego" userId="0dfa9112-9251-4882-b472-cf2dfcee09d1" providerId="ADAL" clId="{17EA8DB0-730E-4694-B938-616ED8A60A40}"/>
    <pc:docChg chg="undo custSel addSld delSld modSld sldOrd">
      <pc:chgData name="Cesar Augusto Lopez Gallego" userId="0dfa9112-9251-4882-b472-cf2dfcee09d1" providerId="ADAL" clId="{17EA8DB0-730E-4694-B938-616ED8A60A40}" dt="2023-06-08T11:49:49.069" v="876" actId="20577"/>
      <pc:docMkLst>
        <pc:docMk/>
      </pc:docMkLst>
      <pc:sldChg chg="modSp">
        <pc:chgData name="Cesar Augusto Lopez Gallego" userId="0dfa9112-9251-4882-b472-cf2dfcee09d1" providerId="ADAL" clId="{17EA8DB0-730E-4694-B938-616ED8A60A40}" dt="2023-05-29T12:44:14.147" v="137" actId="1076"/>
        <pc:sldMkLst>
          <pc:docMk/>
          <pc:sldMk cId="3989630663" sldId="259"/>
        </pc:sldMkLst>
        <pc:spChg chg="mod">
          <ac:chgData name="Cesar Augusto Lopez Gallego" userId="0dfa9112-9251-4882-b472-cf2dfcee09d1" providerId="ADAL" clId="{17EA8DB0-730E-4694-B938-616ED8A60A40}" dt="2023-05-29T12:44:14.147" v="137" actId="1076"/>
          <ac:spMkLst>
            <pc:docMk/>
            <pc:sldMk cId="3989630663" sldId="259"/>
            <ac:spMk id="2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44:20.947" v="138" actId="108"/>
        <pc:sldMkLst>
          <pc:docMk/>
          <pc:sldMk cId="2403082027" sldId="260"/>
        </pc:sldMkLst>
        <pc:spChg chg="mod">
          <ac:chgData name="Cesar Augusto Lopez Gallego" userId="0dfa9112-9251-4882-b472-cf2dfcee09d1" providerId="ADAL" clId="{17EA8DB0-730E-4694-B938-616ED8A60A40}" dt="2023-05-29T12:44:20.947" v="138" actId="108"/>
          <ac:spMkLst>
            <pc:docMk/>
            <pc:sldMk cId="2403082027" sldId="260"/>
            <ac:spMk id="2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44:25.623" v="139" actId="108"/>
        <pc:sldMkLst>
          <pc:docMk/>
          <pc:sldMk cId="3136364650" sldId="262"/>
        </pc:sldMkLst>
        <pc:spChg chg="mod">
          <ac:chgData name="Cesar Augusto Lopez Gallego" userId="0dfa9112-9251-4882-b472-cf2dfcee09d1" providerId="ADAL" clId="{17EA8DB0-730E-4694-B938-616ED8A60A40}" dt="2023-05-29T12:44:25.623" v="139" actId="108"/>
          <ac:spMkLst>
            <pc:docMk/>
            <pc:sldMk cId="3136364650" sldId="262"/>
            <ac:spMk id="10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44:28.252" v="140" actId="108"/>
        <pc:sldMkLst>
          <pc:docMk/>
          <pc:sldMk cId="713783959" sldId="263"/>
        </pc:sldMkLst>
        <pc:spChg chg="mod">
          <ac:chgData name="Cesar Augusto Lopez Gallego" userId="0dfa9112-9251-4882-b472-cf2dfcee09d1" providerId="ADAL" clId="{17EA8DB0-730E-4694-B938-616ED8A60A40}" dt="2023-05-29T12:44:28.252" v="140" actId="108"/>
          <ac:spMkLst>
            <pc:docMk/>
            <pc:sldMk cId="713783959" sldId="263"/>
            <ac:spMk id="18435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44:36.066" v="143" actId="108"/>
        <pc:sldMkLst>
          <pc:docMk/>
          <pc:sldMk cId="2442175972" sldId="264"/>
        </pc:sldMkLst>
        <pc:spChg chg="mod">
          <ac:chgData name="Cesar Augusto Lopez Gallego" userId="0dfa9112-9251-4882-b472-cf2dfcee09d1" providerId="ADAL" clId="{17EA8DB0-730E-4694-B938-616ED8A60A40}" dt="2023-05-29T12:44:36.066" v="143" actId="108"/>
          <ac:spMkLst>
            <pc:docMk/>
            <pc:sldMk cId="2442175972" sldId="264"/>
            <ac:spMk id="19459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6-06T15:11:47.508" v="772" actId="1076"/>
        <pc:sldMkLst>
          <pc:docMk/>
          <pc:sldMk cId="2984480405" sldId="265"/>
        </pc:sldMkLst>
        <pc:spChg chg="mod">
          <ac:chgData name="Cesar Augusto Lopez Gallego" userId="0dfa9112-9251-4882-b472-cf2dfcee09d1" providerId="ADAL" clId="{17EA8DB0-730E-4694-B938-616ED8A60A40}" dt="2023-06-06T15:11:43.105" v="771" actId="14100"/>
          <ac:spMkLst>
            <pc:docMk/>
            <pc:sldMk cId="2984480405" sldId="265"/>
            <ac:spMk id="4" creationId="{7732043F-E7C7-7518-92CB-E6DD823DE7B8}"/>
          </ac:spMkLst>
        </pc:spChg>
        <pc:spChg chg="mod">
          <ac:chgData name="Cesar Augusto Lopez Gallego" userId="0dfa9112-9251-4882-b472-cf2dfcee09d1" providerId="ADAL" clId="{17EA8DB0-730E-4694-B938-616ED8A60A40}" dt="2023-05-29T12:44:33.658" v="142" actId="108"/>
          <ac:spMkLst>
            <pc:docMk/>
            <pc:sldMk cId="2984480405" sldId="265"/>
            <ac:spMk id="21507" creationId="{00000000-0000-0000-0000-000000000000}"/>
          </ac:spMkLst>
        </pc:spChg>
        <pc:grpChg chg="mod">
          <ac:chgData name="Cesar Augusto Lopez Gallego" userId="0dfa9112-9251-4882-b472-cf2dfcee09d1" providerId="ADAL" clId="{17EA8DB0-730E-4694-B938-616ED8A60A40}" dt="2023-06-06T15:11:47.508" v="772" actId="1076"/>
          <ac:grpSpMkLst>
            <pc:docMk/>
            <pc:sldMk cId="2984480405" sldId="265"/>
            <ac:grpSpMk id="5" creationId="{C39E74E9-3F08-1607-4D9A-58970238C518}"/>
          </ac:grpSpMkLst>
        </pc:grpChg>
      </pc:sldChg>
      <pc:sldChg chg="addSp delSp modSp">
        <pc:chgData name="Cesar Augusto Lopez Gallego" userId="0dfa9112-9251-4882-b472-cf2dfcee09d1" providerId="ADAL" clId="{17EA8DB0-730E-4694-B938-616ED8A60A40}" dt="2023-05-29T12:44:48.098" v="146" actId="108"/>
        <pc:sldMkLst>
          <pc:docMk/>
          <pc:sldMk cId="261378303" sldId="269"/>
        </pc:sldMkLst>
        <pc:spChg chg="add del mod">
          <ac:chgData name="Cesar Augusto Lopez Gallego" userId="0dfa9112-9251-4882-b472-cf2dfcee09d1" providerId="ADAL" clId="{17EA8DB0-730E-4694-B938-616ED8A60A40}" dt="2023-05-29T12:44:48.098" v="146" actId="108"/>
          <ac:spMkLst>
            <pc:docMk/>
            <pc:sldMk cId="261378303" sldId="269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17EA8DB0-730E-4694-B938-616ED8A60A40}" dt="2023-05-29T12:36:02.396" v="46" actId="6549"/>
          <ac:spMkLst>
            <pc:docMk/>
            <pc:sldMk cId="261378303" sldId="269"/>
            <ac:spMk id="5" creationId="{00000000-0000-0000-0000-000000000000}"/>
          </ac:spMkLst>
        </pc:spChg>
        <pc:spChg chg="add del mod">
          <ac:chgData name="Cesar Augusto Lopez Gallego" userId="0dfa9112-9251-4882-b472-cf2dfcee09d1" providerId="ADAL" clId="{17EA8DB0-730E-4694-B938-616ED8A60A40}" dt="2023-05-29T12:37:06.664" v="52"/>
          <ac:spMkLst>
            <pc:docMk/>
            <pc:sldMk cId="261378303" sldId="269"/>
            <ac:spMk id="6" creationId="{E8A16A87-B2B6-4321-932E-2D9B03C8167C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44:55.394" v="149" actId="108"/>
        <pc:sldMkLst>
          <pc:docMk/>
          <pc:sldMk cId="1560914805" sldId="271"/>
        </pc:sldMkLst>
        <pc:spChg chg="mod">
          <ac:chgData name="Cesar Augusto Lopez Gallego" userId="0dfa9112-9251-4882-b472-cf2dfcee09d1" providerId="ADAL" clId="{17EA8DB0-730E-4694-B938-616ED8A60A40}" dt="2023-05-29T12:44:55.394" v="149" actId="108"/>
          <ac:spMkLst>
            <pc:docMk/>
            <pc:sldMk cId="1560914805" sldId="271"/>
            <ac:spMk id="4" creationId="{00000000-0000-0000-0000-000000000000}"/>
          </ac:spMkLst>
        </pc:spChg>
      </pc:sldChg>
      <pc:sldChg chg="add">
        <pc:chgData name="Cesar Augusto Lopez Gallego" userId="0dfa9112-9251-4882-b472-cf2dfcee09d1" providerId="ADAL" clId="{17EA8DB0-730E-4694-B938-616ED8A60A40}" dt="2023-06-06T14:58:39.657" v="695"/>
        <pc:sldMkLst>
          <pc:docMk/>
          <pc:sldMk cId="3804895820" sldId="272"/>
        </pc:sldMkLst>
      </pc:sldChg>
      <pc:sldChg chg="modSp">
        <pc:chgData name="Cesar Augusto Lopez Gallego" userId="0dfa9112-9251-4882-b472-cf2dfcee09d1" providerId="ADAL" clId="{17EA8DB0-730E-4694-B938-616ED8A60A40}" dt="2023-05-29T12:45:17.347" v="155" actId="108"/>
        <pc:sldMkLst>
          <pc:docMk/>
          <pc:sldMk cId="1651157084" sldId="274"/>
        </pc:sldMkLst>
        <pc:spChg chg="mod">
          <ac:chgData name="Cesar Augusto Lopez Gallego" userId="0dfa9112-9251-4882-b472-cf2dfcee09d1" providerId="ADAL" clId="{17EA8DB0-730E-4694-B938-616ED8A60A40}" dt="2023-05-29T12:45:17.347" v="155" actId="108"/>
          <ac:spMkLst>
            <pc:docMk/>
            <pc:sldMk cId="1651157084" sldId="274"/>
            <ac:spMk id="2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45:35.270" v="161" actId="108"/>
        <pc:sldMkLst>
          <pc:docMk/>
          <pc:sldMk cId="3426075293" sldId="275"/>
        </pc:sldMkLst>
        <pc:spChg chg="mod">
          <ac:chgData name="Cesar Augusto Lopez Gallego" userId="0dfa9112-9251-4882-b472-cf2dfcee09d1" providerId="ADAL" clId="{17EA8DB0-730E-4694-B938-616ED8A60A40}" dt="2023-05-29T12:45:35.270" v="161" actId="108"/>
          <ac:spMkLst>
            <pc:docMk/>
            <pc:sldMk cId="3426075293" sldId="275"/>
            <ac:spMk id="3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6-06T14:55:42.559" v="676" actId="20577"/>
        <pc:sldMkLst>
          <pc:docMk/>
          <pc:sldMk cId="1049725602" sldId="278"/>
        </pc:sldMkLst>
        <pc:spChg chg="mod">
          <ac:chgData name="Cesar Augusto Lopez Gallego" userId="0dfa9112-9251-4882-b472-cf2dfcee09d1" providerId="ADAL" clId="{17EA8DB0-730E-4694-B938-616ED8A60A40}" dt="2023-06-06T14:55:42.559" v="676" actId="20577"/>
          <ac:spMkLst>
            <pc:docMk/>
            <pc:sldMk cId="1049725602" sldId="278"/>
            <ac:spMk id="11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45:45.907" v="164" actId="108"/>
        <pc:sldMkLst>
          <pc:docMk/>
          <pc:sldMk cId="1736303166" sldId="279"/>
        </pc:sldMkLst>
        <pc:spChg chg="mod">
          <ac:chgData name="Cesar Augusto Lopez Gallego" userId="0dfa9112-9251-4882-b472-cf2dfcee09d1" providerId="ADAL" clId="{17EA8DB0-730E-4694-B938-616ED8A60A40}" dt="2023-05-29T12:45:45.907" v="164" actId="108"/>
          <ac:spMkLst>
            <pc:docMk/>
            <pc:sldMk cId="1736303166" sldId="279"/>
            <ac:spMk id="4" creationId="{00000000-0000-0000-0000-000000000000}"/>
          </ac:spMkLst>
        </pc:spChg>
      </pc:sldChg>
      <pc:sldChg chg="modSp ord setBg">
        <pc:chgData name="Cesar Augusto Lopez Gallego" userId="0dfa9112-9251-4882-b472-cf2dfcee09d1" providerId="ADAL" clId="{17EA8DB0-730E-4694-B938-616ED8A60A40}" dt="2023-06-06T15:32:37.664" v="825" actId="1076"/>
        <pc:sldMkLst>
          <pc:docMk/>
          <pc:sldMk cId="1264832308" sldId="281"/>
        </pc:sldMkLst>
        <pc:spChg chg="mod">
          <ac:chgData name="Cesar Augusto Lopez Gallego" userId="0dfa9112-9251-4882-b472-cf2dfcee09d1" providerId="ADAL" clId="{17EA8DB0-730E-4694-B938-616ED8A60A40}" dt="2023-06-06T15:32:24.386" v="820" actId="27636"/>
          <ac:spMkLst>
            <pc:docMk/>
            <pc:sldMk cId="1264832308" sldId="281"/>
            <ac:spMk id="5" creationId="{00000000-0000-0000-0000-000000000000}"/>
          </ac:spMkLst>
        </pc:spChg>
        <pc:picChg chg="mod">
          <ac:chgData name="Cesar Augusto Lopez Gallego" userId="0dfa9112-9251-4882-b472-cf2dfcee09d1" providerId="ADAL" clId="{17EA8DB0-730E-4694-B938-616ED8A60A40}" dt="2023-06-06T15:32:37.664" v="825" actId="1076"/>
          <ac:picMkLst>
            <pc:docMk/>
            <pc:sldMk cId="1264832308" sldId="281"/>
            <ac:picMk id="4" creationId="{00000000-0000-0000-0000-000000000000}"/>
          </ac:picMkLst>
        </pc:picChg>
      </pc:sldChg>
      <pc:sldChg chg="modSp ord">
        <pc:chgData name="Cesar Augusto Lopez Gallego" userId="0dfa9112-9251-4882-b472-cf2dfcee09d1" providerId="ADAL" clId="{17EA8DB0-730E-4694-B938-616ED8A60A40}" dt="2023-06-06T15:32:15.936" v="817" actId="1076"/>
        <pc:sldMkLst>
          <pc:docMk/>
          <pc:sldMk cId="2249624701" sldId="282"/>
        </pc:sldMkLst>
        <pc:spChg chg="mod">
          <ac:chgData name="Cesar Augusto Lopez Gallego" userId="0dfa9112-9251-4882-b472-cf2dfcee09d1" providerId="ADAL" clId="{17EA8DB0-730E-4694-B938-616ED8A60A40}" dt="2023-06-06T15:32:08.042" v="815" actId="1076"/>
          <ac:spMkLst>
            <pc:docMk/>
            <pc:sldMk cId="2249624701" sldId="282"/>
            <ac:spMk id="5" creationId="{00000000-0000-0000-0000-000000000000}"/>
          </ac:spMkLst>
        </pc:spChg>
        <pc:spChg chg="mod">
          <ac:chgData name="Cesar Augusto Lopez Gallego" userId="0dfa9112-9251-4882-b472-cf2dfcee09d1" providerId="ADAL" clId="{17EA8DB0-730E-4694-B938-616ED8A60A40}" dt="2023-06-06T15:32:02.252" v="813" actId="14100"/>
          <ac:spMkLst>
            <pc:docMk/>
            <pc:sldMk cId="2249624701" sldId="282"/>
            <ac:spMk id="6" creationId="{00000000-0000-0000-0000-000000000000}"/>
          </ac:spMkLst>
        </pc:spChg>
        <pc:picChg chg="mod">
          <ac:chgData name="Cesar Augusto Lopez Gallego" userId="0dfa9112-9251-4882-b472-cf2dfcee09d1" providerId="ADAL" clId="{17EA8DB0-730E-4694-B938-616ED8A60A40}" dt="2023-06-06T15:32:15.936" v="817" actId="1076"/>
          <ac:picMkLst>
            <pc:docMk/>
            <pc:sldMk cId="2249624701" sldId="282"/>
            <ac:picMk id="4" creationId="{00000000-0000-0000-0000-000000000000}"/>
          </ac:picMkLst>
        </pc:picChg>
      </pc:sldChg>
      <pc:sldChg chg="modSp">
        <pc:chgData name="Cesar Augusto Lopez Gallego" userId="0dfa9112-9251-4882-b472-cf2dfcee09d1" providerId="ADAL" clId="{17EA8DB0-730E-4694-B938-616ED8A60A40}" dt="2023-05-29T12:45:56.227" v="169" actId="108"/>
        <pc:sldMkLst>
          <pc:docMk/>
          <pc:sldMk cId="1646315300" sldId="283"/>
        </pc:sldMkLst>
        <pc:spChg chg="mod">
          <ac:chgData name="Cesar Augusto Lopez Gallego" userId="0dfa9112-9251-4882-b472-cf2dfcee09d1" providerId="ADAL" clId="{17EA8DB0-730E-4694-B938-616ED8A60A40}" dt="2023-05-29T12:45:56.227" v="169" actId="108"/>
          <ac:spMkLst>
            <pc:docMk/>
            <pc:sldMk cId="1646315300" sldId="283"/>
            <ac:spMk id="6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45:58.035" v="170" actId="108"/>
        <pc:sldMkLst>
          <pc:docMk/>
          <pc:sldMk cId="2318565804" sldId="284"/>
        </pc:sldMkLst>
        <pc:spChg chg="mod">
          <ac:chgData name="Cesar Augusto Lopez Gallego" userId="0dfa9112-9251-4882-b472-cf2dfcee09d1" providerId="ADAL" clId="{17EA8DB0-730E-4694-B938-616ED8A60A40}" dt="2023-05-29T12:45:58.035" v="170" actId="108"/>
          <ac:spMkLst>
            <pc:docMk/>
            <pc:sldMk cId="2318565804" sldId="284"/>
            <ac:spMk id="3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46:08.071" v="172" actId="108"/>
        <pc:sldMkLst>
          <pc:docMk/>
          <pc:sldMk cId="3366185272" sldId="285"/>
        </pc:sldMkLst>
        <pc:spChg chg="mod">
          <ac:chgData name="Cesar Augusto Lopez Gallego" userId="0dfa9112-9251-4882-b472-cf2dfcee09d1" providerId="ADAL" clId="{17EA8DB0-730E-4694-B938-616ED8A60A40}" dt="2023-05-29T12:46:08.071" v="172" actId="108"/>
          <ac:spMkLst>
            <pc:docMk/>
            <pc:sldMk cId="3366185272" sldId="285"/>
            <ac:spMk id="4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46:10.636" v="173" actId="108"/>
        <pc:sldMkLst>
          <pc:docMk/>
          <pc:sldMk cId="3684070518" sldId="286"/>
        </pc:sldMkLst>
        <pc:spChg chg="mod">
          <ac:chgData name="Cesar Augusto Lopez Gallego" userId="0dfa9112-9251-4882-b472-cf2dfcee09d1" providerId="ADAL" clId="{17EA8DB0-730E-4694-B938-616ED8A60A40}" dt="2023-05-29T12:46:10.636" v="173" actId="108"/>
          <ac:spMkLst>
            <pc:docMk/>
            <pc:sldMk cId="3684070518" sldId="286"/>
            <ac:spMk id="3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46:13.069" v="174" actId="108"/>
        <pc:sldMkLst>
          <pc:docMk/>
          <pc:sldMk cId="992955932" sldId="287"/>
        </pc:sldMkLst>
        <pc:spChg chg="mod">
          <ac:chgData name="Cesar Augusto Lopez Gallego" userId="0dfa9112-9251-4882-b472-cf2dfcee09d1" providerId="ADAL" clId="{17EA8DB0-730E-4694-B938-616ED8A60A40}" dt="2023-05-29T12:46:13.069" v="174" actId="108"/>
          <ac:spMkLst>
            <pc:docMk/>
            <pc:sldMk cId="992955932" sldId="287"/>
            <ac:spMk id="11" creationId="{3D26A9C8-EAF6-4F04-A7C7-4688F99506D6}"/>
          </ac:spMkLst>
        </pc:spChg>
      </pc:sldChg>
      <pc:sldChg chg="delSp modSp">
        <pc:chgData name="Cesar Augusto Lopez Gallego" userId="0dfa9112-9251-4882-b472-cf2dfcee09d1" providerId="ADAL" clId="{17EA8DB0-730E-4694-B938-616ED8A60A40}" dt="2023-05-29T12:31:25.158" v="4" actId="20577"/>
        <pc:sldMkLst>
          <pc:docMk/>
          <pc:sldMk cId="347766607" sldId="288"/>
        </pc:sldMkLst>
        <pc:spChg chg="mod">
          <ac:chgData name="Cesar Augusto Lopez Gallego" userId="0dfa9112-9251-4882-b472-cf2dfcee09d1" providerId="ADAL" clId="{17EA8DB0-730E-4694-B938-616ED8A60A40}" dt="2023-05-29T12:31:25.158" v="4" actId="20577"/>
          <ac:spMkLst>
            <pc:docMk/>
            <pc:sldMk cId="347766607" sldId="288"/>
            <ac:spMk id="4" creationId="{80EECCFD-9B27-452F-96D2-F5B4D5F05257}"/>
          </ac:spMkLst>
        </pc:spChg>
        <pc:picChg chg="del">
          <ac:chgData name="Cesar Augusto Lopez Gallego" userId="0dfa9112-9251-4882-b472-cf2dfcee09d1" providerId="ADAL" clId="{17EA8DB0-730E-4694-B938-616ED8A60A40}" dt="2023-05-29T12:31:20.437" v="0" actId="478"/>
          <ac:picMkLst>
            <pc:docMk/>
            <pc:sldMk cId="347766607" sldId="288"/>
            <ac:picMk id="2" creationId="{287B5EA0-05F4-45F5-9AC5-BD34889BBE5A}"/>
          </ac:picMkLst>
        </pc:picChg>
      </pc:sldChg>
      <pc:sldChg chg="addSp delSp modSp">
        <pc:chgData name="Cesar Augusto Lopez Gallego" userId="0dfa9112-9251-4882-b472-cf2dfcee09d1" providerId="ADAL" clId="{17EA8DB0-730E-4694-B938-616ED8A60A40}" dt="2023-06-06T15:06:15.647" v="724" actId="1076"/>
        <pc:sldMkLst>
          <pc:docMk/>
          <pc:sldMk cId="1443527489" sldId="289"/>
        </pc:sldMkLst>
        <pc:spChg chg="mod">
          <ac:chgData name="Cesar Augusto Lopez Gallego" userId="0dfa9112-9251-4882-b472-cf2dfcee09d1" providerId="ADAL" clId="{17EA8DB0-730E-4694-B938-616ED8A60A40}" dt="2023-06-06T15:06:15.647" v="724" actId="1076"/>
          <ac:spMkLst>
            <pc:docMk/>
            <pc:sldMk cId="1443527489" sldId="289"/>
            <ac:spMk id="3" creationId="{00000000-0000-0000-0000-000000000000}"/>
          </ac:spMkLst>
        </pc:spChg>
        <pc:spChg chg="del">
          <ac:chgData name="Cesar Augusto Lopez Gallego" userId="0dfa9112-9251-4882-b472-cf2dfcee09d1" providerId="ADAL" clId="{17EA8DB0-730E-4694-B938-616ED8A60A40}" dt="2023-06-06T15:05:09.784" v="700" actId="478"/>
          <ac:spMkLst>
            <pc:docMk/>
            <pc:sldMk cId="1443527489" sldId="289"/>
            <ac:spMk id="4" creationId="{00000000-0000-0000-0000-000000000000}"/>
          </ac:spMkLst>
        </pc:spChg>
        <pc:spChg chg="add del mod">
          <ac:chgData name="Cesar Augusto Lopez Gallego" userId="0dfa9112-9251-4882-b472-cf2dfcee09d1" providerId="ADAL" clId="{17EA8DB0-730E-4694-B938-616ED8A60A40}" dt="2023-06-06T15:05:13.748" v="701" actId="478"/>
          <ac:spMkLst>
            <pc:docMk/>
            <pc:sldMk cId="1443527489" sldId="289"/>
            <ac:spMk id="5" creationId="{DE454EDC-7356-473D-91C2-1DF6EAC870A4}"/>
          </ac:spMkLst>
        </pc:spChg>
        <pc:picChg chg="mod">
          <ac:chgData name="Cesar Augusto Lopez Gallego" userId="0dfa9112-9251-4882-b472-cf2dfcee09d1" providerId="ADAL" clId="{17EA8DB0-730E-4694-B938-616ED8A60A40}" dt="2023-06-06T15:06:03.929" v="720" actId="1076"/>
          <ac:picMkLst>
            <pc:docMk/>
            <pc:sldMk cId="1443527489" sldId="289"/>
            <ac:picMk id="6" creationId="{00000000-0000-0000-0000-000000000000}"/>
          </ac:picMkLst>
        </pc:picChg>
      </pc:sldChg>
      <pc:sldChg chg="modSp">
        <pc:chgData name="Cesar Augusto Lopez Gallego" userId="0dfa9112-9251-4882-b472-cf2dfcee09d1" providerId="ADAL" clId="{17EA8DB0-730E-4694-B938-616ED8A60A40}" dt="2023-05-29T12:45:24.659" v="157" actId="108"/>
        <pc:sldMkLst>
          <pc:docMk/>
          <pc:sldMk cId="3299657993" sldId="290"/>
        </pc:sldMkLst>
        <pc:spChg chg="mod">
          <ac:chgData name="Cesar Augusto Lopez Gallego" userId="0dfa9112-9251-4882-b472-cf2dfcee09d1" providerId="ADAL" clId="{17EA8DB0-730E-4694-B938-616ED8A60A40}" dt="2023-05-29T12:45:24.659" v="157" actId="108"/>
          <ac:spMkLst>
            <pc:docMk/>
            <pc:sldMk cId="3299657993" sldId="290"/>
            <ac:spMk id="6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6-06T15:04:41.068" v="699" actId="6549"/>
        <pc:sldMkLst>
          <pc:docMk/>
          <pc:sldMk cId="2049392370" sldId="291"/>
        </pc:sldMkLst>
        <pc:spChg chg="mod">
          <ac:chgData name="Cesar Augusto Lopez Gallego" userId="0dfa9112-9251-4882-b472-cf2dfcee09d1" providerId="ADAL" clId="{17EA8DB0-730E-4694-B938-616ED8A60A40}" dt="2023-05-29T12:45:27.124" v="158" actId="108"/>
          <ac:spMkLst>
            <pc:docMk/>
            <pc:sldMk cId="2049392370" sldId="291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17EA8DB0-730E-4694-B938-616ED8A60A40}" dt="2023-06-06T15:04:41.068" v="699" actId="6549"/>
          <ac:spMkLst>
            <pc:docMk/>
            <pc:sldMk cId="2049392370" sldId="291"/>
            <ac:spMk id="5" creationId="{00000000-0000-0000-0000-000000000000}"/>
          </ac:spMkLst>
        </pc:spChg>
      </pc:sldChg>
      <pc:sldChg chg="modSp modAnim">
        <pc:chgData name="Cesar Augusto Lopez Gallego" userId="0dfa9112-9251-4882-b472-cf2dfcee09d1" providerId="ADAL" clId="{17EA8DB0-730E-4694-B938-616ED8A60A40}" dt="2023-06-06T14:59:17.972" v="697" actId="20577"/>
        <pc:sldMkLst>
          <pc:docMk/>
          <pc:sldMk cId="750085966" sldId="293"/>
        </pc:sldMkLst>
        <pc:spChg chg="mod">
          <ac:chgData name="Cesar Augusto Lopez Gallego" userId="0dfa9112-9251-4882-b472-cf2dfcee09d1" providerId="ADAL" clId="{17EA8DB0-730E-4694-B938-616ED8A60A40}" dt="2023-05-29T12:45:29.411" v="159" actId="108"/>
          <ac:spMkLst>
            <pc:docMk/>
            <pc:sldMk cId="750085966" sldId="293"/>
            <ac:spMk id="2" creationId="{00000000-0000-0000-0000-000000000000}"/>
          </ac:spMkLst>
        </pc:spChg>
        <pc:graphicFrameChg chg="mod">
          <ac:chgData name="Cesar Augusto Lopez Gallego" userId="0dfa9112-9251-4882-b472-cf2dfcee09d1" providerId="ADAL" clId="{17EA8DB0-730E-4694-B938-616ED8A60A40}" dt="2023-06-06T14:59:17.972" v="697" actId="20577"/>
          <ac:graphicFrameMkLst>
            <pc:docMk/>
            <pc:sldMk cId="750085966" sldId="293"/>
            <ac:graphicFrameMk id="3" creationId="{00000000-0000-0000-0000-000000000000}"/>
          </ac:graphicFrameMkLst>
        </pc:graphicFrameChg>
      </pc:sldChg>
      <pc:sldChg chg="modSp">
        <pc:chgData name="Cesar Augusto Lopez Gallego" userId="0dfa9112-9251-4882-b472-cf2dfcee09d1" providerId="ADAL" clId="{17EA8DB0-730E-4694-B938-616ED8A60A40}" dt="2023-05-29T12:45:32.183" v="160" actId="108"/>
        <pc:sldMkLst>
          <pc:docMk/>
          <pc:sldMk cId="4148084322" sldId="294"/>
        </pc:sldMkLst>
        <pc:spChg chg="mod">
          <ac:chgData name="Cesar Augusto Lopez Gallego" userId="0dfa9112-9251-4882-b472-cf2dfcee09d1" providerId="ADAL" clId="{17EA8DB0-730E-4694-B938-616ED8A60A40}" dt="2023-05-29T12:45:32.183" v="160" actId="108"/>
          <ac:spMkLst>
            <pc:docMk/>
            <pc:sldMk cId="4148084322" sldId="294"/>
            <ac:spMk id="2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46:39.762" v="184" actId="108"/>
        <pc:sldMkLst>
          <pc:docMk/>
          <pc:sldMk cId="2149620251" sldId="296"/>
        </pc:sldMkLst>
        <pc:spChg chg="mod">
          <ac:chgData name="Cesar Augusto Lopez Gallego" userId="0dfa9112-9251-4882-b472-cf2dfcee09d1" providerId="ADAL" clId="{17EA8DB0-730E-4694-B938-616ED8A60A40}" dt="2023-05-29T12:46:39.762" v="184" actId="108"/>
          <ac:spMkLst>
            <pc:docMk/>
            <pc:sldMk cId="2149620251" sldId="296"/>
            <ac:spMk id="2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46:41.970" v="185" actId="108"/>
        <pc:sldMkLst>
          <pc:docMk/>
          <pc:sldMk cId="1181722954" sldId="297"/>
        </pc:sldMkLst>
        <pc:spChg chg="mod">
          <ac:chgData name="Cesar Augusto Lopez Gallego" userId="0dfa9112-9251-4882-b472-cf2dfcee09d1" providerId="ADAL" clId="{17EA8DB0-730E-4694-B938-616ED8A60A40}" dt="2023-05-29T12:46:41.970" v="185" actId="108"/>
          <ac:spMkLst>
            <pc:docMk/>
            <pc:sldMk cId="1181722954" sldId="297"/>
            <ac:spMk id="2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46:43.699" v="186" actId="108"/>
        <pc:sldMkLst>
          <pc:docMk/>
          <pc:sldMk cId="3701195526" sldId="298"/>
        </pc:sldMkLst>
        <pc:spChg chg="mod">
          <ac:chgData name="Cesar Augusto Lopez Gallego" userId="0dfa9112-9251-4882-b472-cf2dfcee09d1" providerId="ADAL" clId="{17EA8DB0-730E-4694-B938-616ED8A60A40}" dt="2023-05-29T12:46:43.699" v="186" actId="108"/>
          <ac:spMkLst>
            <pc:docMk/>
            <pc:sldMk cId="3701195526" sldId="298"/>
            <ac:spMk id="5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46:29.915" v="180" actId="108"/>
        <pc:sldMkLst>
          <pc:docMk/>
          <pc:sldMk cId="2461614116" sldId="299"/>
        </pc:sldMkLst>
        <pc:spChg chg="mod">
          <ac:chgData name="Cesar Augusto Lopez Gallego" userId="0dfa9112-9251-4882-b472-cf2dfcee09d1" providerId="ADAL" clId="{17EA8DB0-730E-4694-B938-616ED8A60A40}" dt="2023-05-29T12:46:29.915" v="180" actId="108"/>
          <ac:spMkLst>
            <pc:docMk/>
            <pc:sldMk cId="2461614116" sldId="299"/>
            <ac:spMk id="4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46:31.915" v="181" actId="108"/>
        <pc:sldMkLst>
          <pc:docMk/>
          <pc:sldMk cId="792047119" sldId="300"/>
        </pc:sldMkLst>
        <pc:spChg chg="mod">
          <ac:chgData name="Cesar Augusto Lopez Gallego" userId="0dfa9112-9251-4882-b472-cf2dfcee09d1" providerId="ADAL" clId="{17EA8DB0-730E-4694-B938-616ED8A60A40}" dt="2023-05-29T12:46:31.915" v="181" actId="108"/>
          <ac:spMkLst>
            <pc:docMk/>
            <pc:sldMk cId="792047119" sldId="300"/>
            <ac:spMk id="2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46:00.323" v="171" actId="108"/>
        <pc:sldMkLst>
          <pc:docMk/>
          <pc:sldMk cId="813288884" sldId="301"/>
        </pc:sldMkLst>
        <pc:spChg chg="mod">
          <ac:chgData name="Cesar Augusto Lopez Gallego" userId="0dfa9112-9251-4882-b472-cf2dfcee09d1" providerId="ADAL" clId="{17EA8DB0-730E-4694-B938-616ED8A60A40}" dt="2023-05-29T12:46:00.323" v="171" actId="108"/>
          <ac:spMkLst>
            <pc:docMk/>
            <pc:sldMk cId="813288884" sldId="301"/>
            <ac:spMk id="2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46:17.827" v="176" actId="108"/>
        <pc:sldMkLst>
          <pc:docMk/>
          <pc:sldMk cId="2164387732" sldId="302"/>
        </pc:sldMkLst>
        <pc:spChg chg="mod">
          <ac:chgData name="Cesar Augusto Lopez Gallego" userId="0dfa9112-9251-4882-b472-cf2dfcee09d1" providerId="ADAL" clId="{17EA8DB0-730E-4694-B938-616ED8A60A40}" dt="2023-05-29T12:46:17.827" v="176" actId="108"/>
          <ac:spMkLst>
            <pc:docMk/>
            <pc:sldMk cId="2164387732" sldId="302"/>
            <ac:spMk id="2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46:21.660" v="177" actId="108"/>
        <pc:sldMkLst>
          <pc:docMk/>
          <pc:sldMk cId="3589287991" sldId="303"/>
        </pc:sldMkLst>
        <pc:spChg chg="mod">
          <ac:chgData name="Cesar Augusto Lopez Gallego" userId="0dfa9112-9251-4882-b472-cf2dfcee09d1" providerId="ADAL" clId="{17EA8DB0-730E-4694-B938-616ED8A60A40}" dt="2023-05-29T12:46:21.660" v="177" actId="108"/>
          <ac:spMkLst>
            <pc:docMk/>
            <pc:sldMk cId="3589287991" sldId="303"/>
            <ac:spMk id="2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6-06T14:50:14.756" v="649" actId="1076"/>
        <pc:sldMkLst>
          <pc:docMk/>
          <pc:sldMk cId="266979261" sldId="304"/>
        </pc:sldMkLst>
        <pc:spChg chg="mod">
          <ac:chgData name="Cesar Augusto Lopez Gallego" userId="0dfa9112-9251-4882-b472-cf2dfcee09d1" providerId="ADAL" clId="{17EA8DB0-730E-4694-B938-616ED8A60A40}" dt="2023-05-29T12:46:34.059" v="182" actId="108"/>
          <ac:spMkLst>
            <pc:docMk/>
            <pc:sldMk cId="266979261" sldId="304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17EA8DB0-730E-4694-B938-616ED8A60A40}" dt="2023-06-06T14:50:14.756" v="649" actId="1076"/>
          <ac:spMkLst>
            <pc:docMk/>
            <pc:sldMk cId="266979261" sldId="304"/>
            <ac:spMk id="4" creationId="{00000000-0000-0000-0000-000000000000}"/>
          </ac:spMkLst>
        </pc:spChg>
        <pc:picChg chg="mod">
          <ac:chgData name="Cesar Augusto Lopez Gallego" userId="0dfa9112-9251-4882-b472-cf2dfcee09d1" providerId="ADAL" clId="{17EA8DB0-730E-4694-B938-616ED8A60A40}" dt="2023-06-06T14:50:09.581" v="648" actId="1076"/>
          <ac:picMkLst>
            <pc:docMk/>
            <pc:sldMk cId="266979261" sldId="304"/>
            <ac:picMk id="9218" creationId="{00000000-0000-0000-0000-000000000000}"/>
          </ac:picMkLst>
        </pc:picChg>
      </pc:sldChg>
      <pc:sldChg chg="modSp">
        <pc:chgData name="Cesar Augusto Lopez Gallego" userId="0dfa9112-9251-4882-b472-cf2dfcee09d1" providerId="ADAL" clId="{17EA8DB0-730E-4694-B938-616ED8A60A40}" dt="2023-05-29T12:46:15.253" v="175" actId="108"/>
        <pc:sldMkLst>
          <pc:docMk/>
          <pc:sldMk cId="3975755005" sldId="305"/>
        </pc:sldMkLst>
        <pc:spChg chg="mod">
          <ac:chgData name="Cesar Augusto Lopez Gallego" userId="0dfa9112-9251-4882-b472-cf2dfcee09d1" providerId="ADAL" clId="{17EA8DB0-730E-4694-B938-616ED8A60A40}" dt="2023-05-29T12:46:15.253" v="175" actId="108"/>
          <ac:spMkLst>
            <pc:docMk/>
            <pc:sldMk cId="3975755005" sldId="305"/>
            <ac:spMk id="2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6-06T14:50:37.797" v="653" actId="1076"/>
        <pc:sldMkLst>
          <pc:docMk/>
          <pc:sldMk cId="1618987551" sldId="306"/>
        </pc:sldMkLst>
        <pc:spChg chg="mod">
          <ac:chgData name="Cesar Augusto Lopez Gallego" userId="0dfa9112-9251-4882-b472-cf2dfcee09d1" providerId="ADAL" clId="{17EA8DB0-730E-4694-B938-616ED8A60A40}" dt="2023-05-29T12:46:36.147" v="183" actId="108"/>
          <ac:spMkLst>
            <pc:docMk/>
            <pc:sldMk cId="1618987551" sldId="306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17EA8DB0-730E-4694-B938-616ED8A60A40}" dt="2023-06-06T14:50:24.600" v="650" actId="1076"/>
          <ac:spMkLst>
            <pc:docMk/>
            <pc:sldMk cId="1618987551" sldId="306"/>
            <ac:spMk id="4" creationId="{00000000-0000-0000-0000-000000000000}"/>
          </ac:spMkLst>
        </pc:spChg>
        <pc:picChg chg="mod">
          <ac:chgData name="Cesar Augusto Lopez Gallego" userId="0dfa9112-9251-4882-b472-cf2dfcee09d1" providerId="ADAL" clId="{17EA8DB0-730E-4694-B938-616ED8A60A40}" dt="2023-06-06T14:50:37.797" v="653" actId="1076"/>
          <ac:picMkLst>
            <pc:docMk/>
            <pc:sldMk cId="1618987551" sldId="306"/>
            <ac:picMk id="10242" creationId="{00000000-0000-0000-0000-000000000000}"/>
          </ac:picMkLst>
        </pc:picChg>
      </pc:sldChg>
      <pc:sldChg chg="modSp">
        <pc:chgData name="Cesar Augusto Lopez Gallego" userId="0dfa9112-9251-4882-b472-cf2dfcee09d1" providerId="ADAL" clId="{17EA8DB0-730E-4694-B938-616ED8A60A40}" dt="2023-05-29T12:46:45.684" v="187" actId="108"/>
        <pc:sldMkLst>
          <pc:docMk/>
          <pc:sldMk cId="2780348243" sldId="307"/>
        </pc:sldMkLst>
        <pc:spChg chg="mod">
          <ac:chgData name="Cesar Augusto Lopez Gallego" userId="0dfa9112-9251-4882-b472-cf2dfcee09d1" providerId="ADAL" clId="{17EA8DB0-730E-4694-B938-616ED8A60A40}" dt="2023-05-29T12:46:45.684" v="187" actId="108"/>
          <ac:spMkLst>
            <pc:docMk/>
            <pc:sldMk cId="2780348243" sldId="307"/>
            <ac:spMk id="2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6-06T14:49:32.942" v="644" actId="404"/>
        <pc:sldMkLst>
          <pc:docMk/>
          <pc:sldMk cId="899707865" sldId="309"/>
        </pc:sldMkLst>
        <pc:graphicFrameChg chg="mod">
          <ac:chgData name="Cesar Augusto Lopez Gallego" userId="0dfa9112-9251-4882-b472-cf2dfcee09d1" providerId="ADAL" clId="{17EA8DB0-730E-4694-B938-616ED8A60A40}" dt="2023-06-06T14:49:32.942" v="644" actId="404"/>
          <ac:graphicFrameMkLst>
            <pc:docMk/>
            <pc:sldMk cId="899707865" sldId="309"/>
            <ac:graphicFrameMk id="4" creationId="{00000000-0000-0000-0000-000000000000}"/>
          </ac:graphicFrameMkLst>
        </pc:graphicFrameChg>
      </pc:sldChg>
      <pc:sldChg chg="modSp">
        <pc:chgData name="Cesar Augusto Lopez Gallego" userId="0dfa9112-9251-4882-b472-cf2dfcee09d1" providerId="ADAL" clId="{17EA8DB0-730E-4694-B938-616ED8A60A40}" dt="2023-06-06T14:49:23.205" v="643" actId="1582"/>
        <pc:sldMkLst>
          <pc:docMk/>
          <pc:sldMk cId="1075269959" sldId="310"/>
        </pc:sldMkLst>
        <pc:spChg chg="mod">
          <ac:chgData name="Cesar Augusto Lopez Gallego" userId="0dfa9112-9251-4882-b472-cf2dfcee09d1" providerId="ADAL" clId="{17EA8DB0-730E-4694-B938-616ED8A60A40}" dt="2023-06-06T14:49:23.205" v="643" actId="1582"/>
          <ac:spMkLst>
            <pc:docMk/>
            <pc:sldMk cId="1075269959" sldId="310"/>
            <ac:spMk id="6" creationId="{00000000-0000-0000-0000-000000000000}"/>
          </ac:spMkLst>
        </pc:spChg>
        <pc:spChg chg="mod">
          <ac:chgData name="Cesar Augusto Lopez Gallego" userId="0dfa9112-9251-4882-b472-cf2dfcee09d1" providerId="ADAL" clId="{17EA8DB0-730E-4694-B938-616ED8A60A40}" dt="2023-06-06T14:49:23.205" v="643" actId="1582"/>
          <ac:spMkLst>
            <pc:docMk/>
            <pc:sldMk cId="1075269959" sldId="310"/>
            <ac:spMk id="9" creationId="{00000000-0000-0000-0000-000000000000}"/>
          </ac:spMkLst>
        </pc:spChg>
        <pc:spChg chg="mod">
          <ac:chgData name="Cesar Augusto Lopez Gallego" userId="0dfa9112-9251-4882-b472-cf2dfcee09d1" providerId="ADAL" clId="{17EA8DB0-730E-4694-B938-616ED8A60A40}" dt="2023-06-06T14:49:23.205" v="643" actId="1582"/>
          <ac:spMkLst>
            <pc:docMk/>
            <pc:sldMk cId="1075269959" sldId="310"/>
            <ac:spMk id="10" creationId="{00000000-0000-0000-0000-000000000000}"/>
          </ac:spMkLst>
        </pc:spChg>
        <pc:spChg chg="mod">
          <ac:chgData name="Cesar Augusto Lopez Gallego" userId="0dfa9112-9251-4882-b472-cf2dfcee09d1" providerId="ADAL" clId="{17EA8DB0-730E-4694-B938-616ED8A60A40}" dt="2023-06-06T14:49:23.205" v="643" actId="1582"/>
          <ac:spMkLst>
            <pc:docMk/>
            <pc:sldMk cId="1075269959" sldId="310"/>
            <ac:spMk id="11" creationId="{00000000-0000-0000-0000-000000000000}"/>
          </ac:spMkLst>
        </pc:spChg>
      </pc:sldChg>
      <pc:sldChg chg="addSp delSp modSp delAnim modAnim">
        <pc:chgData name="Cesar Augusto Lopez Gallego" userId="0dfa9112-9251-4882-b472-cf2dfcee09d1" providerId="ADAL" clId="{17EA8DB0-730E-4694-B938-616ED8A60A40}" dt="2023-06-06T14:47:21.016" v="642" actId="1076"/>
        <pc:sldMkLst>
          <pc:docMk/>
          <pc:sldMk cId="1109172396" sldId="311"/>
        </pc:sldMkLst>
        <pc:spChg chg="mod">
          <ac:chgData name="Cesar Augusto Lopez Gallego" userId="0dfa9112-9251-4882-b472-cf2dfcee09d1" providerId="ADAL" clId="{17EA8DB0-730E-4694-B938-616ED8A60A40}" dt="2023-06-06T14:32:19.367" v="441" actId="1076"/>
          <ac:spMkLst>
            <pc:docMk/>
            <pc:sldMk cId="1109172396" sldId="311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17EA8DB0-730E-4694-B938-616ED8A60A40}" dt="2023-06-06T14:47:05.006" v="639" actId="20577"/>
          <ac:spMkLst>
            <pc:docMk/>
            <pc:sldMk cId="1109172396" sldId="311"/>
            <ac:spMk id="3" creationId="{00000000-0000-0000-0000-000000000000}"/>
          </ac:spMkLst>
        </pc:spChg>
        <pc:spChg chg="del mod">
          <ac:chgData name="Cesar Augusto Lopez Gallego" userId="0dfa9112-9251-4882-b472-cf2dfcee09d1" providerId="ADAL" clId="{17EA8DB0-730E-4694-B938-616ED8A60A40}" dt="2023-06-06T14:43:23.917" v="592" actId="478"/>
          <ac:spMkLst>
            <pc:docMk/>
            <pc:sldMk cId="1109172396" sldId="311"/>
            <ac:spMk id="5" creationId="{00000000-0000-0000-0000-000000000000}"/>
          </ac:spMkLst>
        </pc:spChg>
        <pc:graphicFrameChg chg="add del mod">
          <ac:chgData name="Cesar Augusto Lopez Gallego" userId="0dfa9112-9251-4882-b472-cf2dfcee09d1" providerId="ADAL" clId="{17EA8DB0-730E-4694-B938-616ED8A60A40}" dt="2023-06-06T14:43:51.150" v="595" actId="1032"/>
          <ac:graphicFrameMkLst>
            <pc:docMk/>
            <pc:sldMk cId="1109172396" sldId="311"/>
            <ac:graphicFrameMk id="4" creationId="{F8C1EB69-FAC1-4743-8BEC-647595A701FA}"/>
          </ac:graphicFrameMkLst>
        </pc:graphicFrameChg>
        <pc:graphicFrameChg chg="add del mod">
          <ac:chgData name="Cesar Augusto Lopez Gallego" userId="0dfa9112-9251-4882-b472-cf2dfcee09d1" providerId="ADAL" clId="{17EA8DB0-730E-4694-B938-616ED8A60A40}" dt="2023-06-06T14:44:31.652" v="598" actId="478"/>
          <ac:graphicFrameMkLst>
            <pc:docMk/>
            <pc:sldMk cId="1109172396" sldId="311"/>
            <ac:graphicFrameMk id="6" creationId="{0CFFA9B2-DEFD-456F-B901-A2DB89653B3A}"/>
          </ac:graphicFrameMkLst>
        </pc:graphicFrameChg>
        <pc:graphicFrameChg chg="add mod">
          <ac:chgData name="Cesar Augusto Lopez Gallego" userId="0dfa9112-9251-4882-b472-cf2dfcee09d1" providerId="ADAL" clId="{17EA8DB0-730E-4694-B938-616ED8A60A40}" dt="2023-06-06T14:47:21.016" v="642" actId="1076"/>
          <ac:graphicFrameMkLst>
            <pc:docMk/>
            <pc:sldMk cId="1109172396" sldId="311"/>
            <ac:graphicFrameMk id="7" creationId="{47357FE1-07E6-49CB-A0C7-915E9E985A79}"/>
          </ac:graphicFrameMkLst>
        </pc:graphicFrameChg>
      </pc:sldChg>
      <pc:sldChg chg="modSp">
        <pc:chgData name="Cesar Augusto Lopez Gallego" userId="0dfa9112-9251-4882-b472-cf2dfcee09d1" providerId="ADAL" clId="{17EA8DB0-730E-4694-B938-616ED8A60A40}" dt="2023-06-06T14:42:58.082" v="586" actId="1076"/>
        <pc:sldMkLst>
          <pc:docMk/>
          <pc:sldMk cId="218635393" sldId="312"/>
        </pc:sldMkLst>
        <pc:spChg chg="mod">
          <ac:chgData name="Cesar Augusto Lopez Gallego" userId="0dfa9112-9251-4882-b472-cf2dfcee09d1" providerId="ADAL" clId="{17EA8DB0-730E-4694-B938-616ED8A60A40}" dt="2023-06-06T14:42:45.752" v="582" actId="1076"/>
          <ac:spMkLst>
            <pc:docMk/>
            <pc:sldMk cId="218635393" sldId="312"/>
            <ac:spMk id="4" creationId="{00000000-0000-0000-0000-000000000000}"/>
          </ac:spMkLst>
        </pc:spChg>
        <pc:spChg chg="mod">
          <ac:chgData name="Cesar Augusto Lopez Gallego" userId="0dfa9112-9251-4882-b472-cf2dfcee09d1" providerId="ADAL" clId="{17EA8DB0-730E-4694-B938-616ED8A60A40}" dt="2023-06-06T14:42:31.981" v="580" actId="1076"/>
          <ac:spMkLst>
            <pc:docMk/>
            <pc:sldMk cId="218635393" sldId="312"/>
            <ac:spMk id="7" creationId="{00000000-0000-0000-0000-000000000000}"/>
          </ac:spMkLst>
        </pc:spChg>
        <pc:picChg chg="mod">
          <ac:chgData name="Cesar Augusto Lopez Gallego" userId="0dfa9112-9251-4882-b472-cf2dfcee09d1" providerId="ADAL" clId="{17EA8DB0-730E-4694-B938-616ED8A60A40}" dt="2023-06-06T14:42:58.082" v="586" actId="1076"/>
          <ac:picMkLst>
            <pc:docMk/>
            <pc:sldMk cId="218635393" sldId="312"/>
            <ac:picMk id="3" creationId="{00000000-0000-0000-0000-000000000000}"/>
          </ac:picMkLst>
        </pc:picChg>
        <pc:picChg chg="mod">
          <ac:chgData name="Cesar Augusto Lopez Gallego" userId="0dfa9112-9251-4882-b472-cf2dfcee09d1" providerId="ADAL" clId="{17EA8DB0-730E-4694-B938-616ED8A60A40}" dt="2023-06-06T14:42:35.300" v="581" actId="14100"/>
          <ac:picMkLst>
            <pc:docMk/>
            <pc:sldMk cId="218635393" sldId="312"/>
            <ac:picMk id="9" creationId="{00000000-0000-0000-0000-000000000000}"/>
          </ac:picMkLst>
        </pc:picChg>
      </pc:sldChg>
      <pc:sldChg chg="modSp">
        <pc:chgData name="Cesar Augusto Lopez Gallego" userId="0dfa9112-9251-4882-b472-cf2dfcee09d1" providerId="ADAL" clId="{17EA8DB0-730E-4694-B938-616ED8A60A40}" dt="2023-06-06T14:32:41.650" v="468" actId="403"/>
        <pc:sldMkLst>
          <pc:docMk/>
          <pc:sldMk cId="2243778039" sldId="313"/>
        </pc:sldMkLst>
        <pc:graphicFrameChg chg="mod">
          <ac:chgData name="Cesar Augusto Lopez Gallego" userId="0dfa9112-9251-4882-b472-cf2dfcee09d1" providerId="ADAL" clId="{17EA8DB0-730E-4694-B938-616ED8A60A40}" dt="2023-06-06T14:32:41.650" v="468" actId="403"/>
          <ac:graphicFrameMkLst>
            <pc:docMk/>
            <pc:sldMk cId="2243778039" sldId="313"/>
            <ac:graphicFrameMk id="2" creationId="{00000000-0000-0000-0000-000000000000}"/>
          </ac:graphicFrameMkLst>
        </pc:graphicFrameChg>
      </pc:sldChg>
      <pc:sldChg chg="modSp">
        <pc:chgData name="Cesar Augusto Lopez Gallego" userId="0dfa9112-9251-4882-b472-cf2dfcee09d1" providerId="ADAL" clId="{17EA8DB0-730E-4694-B938-616ED8A60A40}" dt="2023-06-06T14:35:36.521" v="526" actId="14100"/>
        <pc:sldMkLst>
          <pc:docMk/>
          <pc:sldMk cId="2367960066" sldId="314"/>
        </pc:sldMkLst>
        <pc:spChg chg="mod">
          <ac:chgData name="Cesar Augusto Lopez Gallego" userId="0dfa9112-9251-4882-b472-cf2dfcee09d1" providerId="ADAL" clId="{17EA8DB0-730E-4694-B938-616ED8A60A40}" dt="2023-06-06T14:35:36.521" v="526" actId="14100"/>
          <ac:spMkLst>
            <pc:docMk/>
            <pc:sldMk cId="2367960066" sldId="314"/>
            <ac:spMk id="3" creationId="{00000000-0000-0000-0000-000000000000}"/>
          </ac:spMkLst>
        </pc:spChg>
        <pc:graphicFrameChg chg="mod">
          <ac:chgData name="Cesar Augusto Lopez Gallego" userId="0dfa9112-9251-4882-b472-cf2dfcee09d1" providerId="ADAL" clId="{17EA8DB0-730E-4694-B938-616ED8A60A40}" dt="2023-06-06T14:35:31.202" v="525" actId="1076"/>
          <ac:graphicFrameMkLst>
            <pc:docMk/>
            <pc:sldMk cId="2367960066" sldId="314"/>
            <ac:graphicFrameMk id="2" creationId="{00000000-0000-0000-0000-000000000000}"/>
          </ac:graphicFrameMkLst>
        </pc:graphicFrameChg>
      </pc:sldChg>
      <pc:sldChg chg="modSp">
        <pc:chgData name="Cesar Augusto Lopez Gallego" userId="0dfa9112-9251-4882-b472-cf2dfcee09d1" providerId="ADAL" clId="{17EA8DB0-730E-4694-B938-616ED8A60A40}" dt="2023-06-06T14:36:17.928" v="529" actId="14100"/>
        <pc:sldMkLst>
          <pc:docMk/>
          <pc:sldMk cId="4195423548" sldId="315"/>
        </pc:sldMkLst>
        <pc:spChg chg="mod">
          <ac:chgData name="Cesar Augusto Lopez Gallego" userId="0dfa9112-9251-4882-b472-cf2dfcee09d1" providerId="ADAL" clId="{17EA8DB0-730E-4694-B938-616ED8A60A40}" dt="2023-06-06T14:36:12.115" v="527" actId="1076"/>
          <ac:spMkLst>
            <pc:docMk/>
            <pc:sldMk cId="4195423548" sldId="315"/>
            <ac:spMk id="3" creationId="{00000000-0000-0000-0000-000000000000}"/>
          </ac:spMkLst>
        </pc:spChg>
        <pc:picChg chg="mod">
          <ac:chgData name="Cesar Augusto Lopez Gallego" userId="0dfa9112-9251-4882-b472-cf2dfcee09d1" providerId="ADAL" clId="{17EA8DB0-730E-4694-B938-616ED8A60A40}" dt="2023-06-06T14:36:17.928" v="529" actId="14100"/>
          <ac:picMkLst>
            <pc:docMk/>
            <pc:sldMk cId="4195423548" sldId="315"/>
            <ac:picMk id="4" creationId="{00000000-0000-0000-0000-000000000000}"/>
          </ac:picMkLst>
        </pc:picChg>
      </pc:sldChg>
      <pc:sldChg chg="modSp">
        <pc:chgData name="Cesar Augusto Lopez Gallego" userId="0dfa9112-9251-4882-b472-cf2dfcee09d1" providerId="ADAL" clId="{17EA8DB0-730E-4694-B938-616ED8A60A40}" dt="2023-06-06T14:36:59.748" v="533" actId="6549"/>
        <pc:sldMkLst>
          <pc:docMk/>
          <pc:sldMk cId="3237143741" sldId="316"/>
        </pc:sldMkLst>
        <pc:spChg chg="mod">
          <ac:chgData name="Cesar Augusto Lopez Gallego" userId="0dfa9112-9251-4882-b472-cf2dfcee09d1" providerId="ADAL" clId="{17EA8DB0-730E-4694-B938-616ED8A60A40}" dt="2023-06-06T14:36:59.748" v="533" actId="6549"/>
          <ac:spMkLst>
            <pc:docMk/>
            <pc:sldMk cId="3237143741" sldId="316"/>
            <ac:spMk id="6" creationId="{00000000-0000-0000-0000-000000000000}"/>
          </ac:spMkLst>
        </pc:spChg>
        <pc:picChg chg="mod">
          <ac:chgData name="Cesar Augusto Lopez Gallego" userId="0dfa9112-9251-4882-b472-cf2dfcee09d1" providerId="ADAL" clId="{17EA8DB0-730E-4694-B938-616ED8A60A40}" dt="2023-06-06T14:36:32.785" v="530" actId="14100"/>
          <ac:picMkLst>
            <pc:docMk/>
            <pc:sldMk cId="3237143741" sldId="316"/>
            <ac:picMk id="2" creationId="{00000000-0000-0000-0000-000000000000}"/>
          </ac:picMkLst>
        </pc:picChg>
      </pc:sldChg>
      <pc:sldChg chg="modSp">
        <pc:chgData name="Cesar Augusto Lopez Gallego" userId="0dfa9112-9251-4882-b472-cf2dfcee09d1" providerId="ADAL" clId="{17EA8DB0-730E-4694-B938-616ED8A60A40}" dt="2023-06-06T14:37:29.835" v="537" actId="14100"/>
        <pc:sldMkLst>
          <pc:docMk/>
          <pc:sldMk cId="2697980256" sldId="317"/>
        </pc:sldMkLst>
        <pc:spChg chg="mod">
          <ac:chgData name="Cesar Augusto Lopez Gallego" userId="0dfa9112-9251-4882-b472-cf2dfcee09d1" providerId="ADAL" clId="{17EA8DB0-730E-4694-B938-616ED8A60A40}" dt="2023-06-06T14:37:29.835" v="537" actId="14100"/>
          <ac:spMkLst>
            <pc:docMk/>
            <pc:sldMk cId="2697980256" sldId="317"/>
            <ac:spMk id="6" creationId="{00000000-0000-0000-0000-000000000000}"/>
          </ac:spMkLst>
        </pc:spChg>
      </pc:sldChg>
      <pc:sldChg chg="addSp delSp">
        <pc:chgData name="Cesar Augusto Lopez Gallego" userId="0dfa9112-9251-4882-b472-cf2dfcee09d1" providerId="ADAL" clId="{17EA8DB0-730E-4694-B938-616ED8A60A40}" dt="2023-06-06T14:37:40.942" v="539"/>
        <pc:sldMkLst>
          <pc:docMk/>
          <pc:sldMk cId="2864183545" sldId="318"/>
        </pc:sldMkLst>
        <pc:spChg chg="add">
          <ac:chgData name="Cesar Augusto Lopez Gallego" userId="0dfa9112-9251-4882-b472-cf2dfcee09d1" providerId="ADAL" clId="{17EA8DB0-730E-4694-B938-616ED8A60A40}" dt="2023-06-06T14:37:40.942" v="539"/>
          <ac:spMkLst>
            <pc:docMk/>
            <pc:sldMk cId="2864183545" sldId="318"/>
            <ac:spMk id="4" creationId="{B8130706-3732-45F6-BF9B-4DB0B7F445F1}"/>
          </ac:spMkLst>
        </pc:spChg>
        <pc:spChg chg="del">
          <ac:chgData name="Cesar Augusto Lopez Gallego" userId="0dfa9112-9251-4882-b472-cf2dfcee09d1" providerId="ADAL" clId="{17EA8DB0-730E-4694-B938-616ED8A60A40}" dt="2023-06-06T14:37:40.510" v="538" actId="478"/>
          <ac:spMkLst>
            <pc:docMk/>
            <pc:sldMk cId="2864183545" sldId="318"/>
            <ac:spMk id="6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48:23.516" v="196" actId="1076"/>
        <pc:sldMkLst>
          <pc:docMk/>
          <pc:sldMk cId="3238253172" sldId="322"/>
        </pc:sldMkLst>
        <pc:spChg chg="mod">
          <ac:chgData name="Cesar Augusto Lopez Gallego" userId="0dfa9112-9251-4882-b472-cf2dfcee09d1" providerId="ADAL" clId="{17EA8DB0-730E-4694-B938-616ED8A60A40}" dt="2023-05-29T12:48:13.779" v="195" actId="1076"/>
          <ac:spMkLst>
            <pc:docMk/>
            <pc:sldMk cId="3238253172" sldId="322"/>
            <ac:spMk id="2" creationId="{00000000-0000-0000-0000-000000000000}"/>
          </ac:spMkLst>
        </pc:spChg>
        <pc:picChg chg="mod">
          <ac:chgData name="Cesar Augusto Lopez Gallego" userId="0dfa9112-9251-4882-b472-cf2dfcee09d1" providerId="ADAL" clId="{17EA8DB0-730E-4694-B938-616ED8A60A40}" dt="2023-05-29T12:48:23.516" v="196" actId="1076"/>
          <ac:picMkLst>
            <pc:docMk/>
            <pc:sldMk cId="3238253172" sldId="322"/>
            <ac:picMk id="3" creationId="{00000000-0000-0000-0000-000000000000}"/>
          </ac:picMkLst>
        </pc:picChg>
      </pc:sldChg>
      <pc:sldChg chg="modSp">
        <pc:chgData name="Cesar Augusto Lopez Gallego" userId="0dfa9112-9251-4882-b472-cf2dfcee09d1" providerId="ADAL" clId="{17EA8DB0-730E-4694-B938-616ED8A60A40}" dt="2023-05-29T12:48:56.547" v="200" actId="1076"/>
        <pc:sldMkLst>
          <pc:docMk/>
          <pc:sldMk cId="3397694713" sldId="323"/>
        </pc:sldMkLst>
        <pc:spChg chg="mod">
          <ac:chgData name="Cesar Augusto Lopez Gallego" userId="0dfa9112-9251-4882-b472-cf2dfcee09d1" providerId="ADAL" clId="{17EA8DB0-730E-4694-B938-616ED8A60A40}" dt="2023-05-29T12:48:53.355" v="199" actId="14100"/>
          <ac:spMkLst>
            <pc:docMk/>
            <pc:sldMk cId="3397694713" sldId="323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17EA8DB0-730E-4694-B938-616ED8A60A40}" dt="2023-05-29T12:48:56.547" v="200" actId="1076"/>
          <ac:spMkLst>
            <pc:docMk/>
            <pc:sldMk cId="3397694713" sldId="323"/>
            <ac:spMk id="3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6-06T14:39:51.308" v="559" actId="14100"/>
        <pc:sldMkLst>
          <pc:docMk/>
          <pc:sldMk cId="1018057764" sldId="327"/>
        </pc:sldMkLst>
        <pc:picChg chg="mod">
          <ac:chgData name="Cesar Augusto Lopez Gallego" userId="0dfa9112-9251-4882-b472-cf2dfcee09d1" providerId="ADAL" clId="{17EA8DB0-730E-4694-B938-616ED8A60A40}" dt="2023-06-06T14:39:51.308" v="559" actId="14100"/>
          <ac:picMkLst>
            <pc:docMk/>
            <pc:sldMk cId="1018057764" sldId="327"/>
            <ac:picMk id="2" creationId="{00000000-0000-0000-0000-000000000000}"/>
          </ac:picMkLst>
        </pc:picChg>
      </pc:sldChg>
      <pc:sldChg chg="modSp">
        <pc:chgData name="Cesar Augusto Lopez Gallego" userId="0dfa9112-9251-4882-b472-cf2dfcee09d1" providerId="ADAL" clId="{17EA8DB0-730E-4694-B938-616ED8A60A40}" dt="2023-06-06T14:41:41.795" v="574" actId="13822"/>
        <pc:sldMkLst>
          <pc:docMk/>
          <pc:sldMk cId="225647833" sldId="329"/>
        </pc:sldMkLst>
        <pc:spChg chg="mod">
          <ac:chgData name="Cesar Augusto Lopez Gallego" userId="0dfa9112-9251-4882-b472-cf2dfcee09d1" providerId="ADAL" clId="{17EA8DB0-730E-4694-B938-616ED8A60A40}" dt="2023-06-06T14:41:16.071" v="571" actId="13822"/>
          <ac:spMkLst>
            <pc:docMk/>
            <pc:sldMk cId="225647833" sldId="329"/>
            <ac:spMk id="4" creationId="{00000000-0000-0000-0000-000000000000}"/>
          </ac:spMkLst>
        </pc:spChg>
        <pc:spChg chg="mod">
          <ac:chgData name="Cesar Augusto Lopez Gallego" userId="0dfa9112-9251-4882-b472-cf2dfcee09d1" providerId="ADAL" clId="{17EA8DB0-730E-4694-B938-616ED8A60A40}" dt="2023-06-06T14:41:21.709" v="572" actId="13822"/>
          <ac:spMkLst>
            <pc:docMk/>
            <pc:sldMk cId="225647833" sldId="329"/>
            <ac:spMk id="5" creationId="{00000000-0000-0000-0000-000000000000}"/>
          </ac:spMkLst>
        </pc:spChg>
        <pc:spChg chg="mod">
          <ac:chgData name="Cesar Augusto Lopez Gallego" userId="0dfa9112-9251-4882-b472-cf2dfcee09d1" providerId="ADAL" clId="{17EA8DB0-730E-4694-B938-616ED8A60A40}" dt="2023-06-06T14:41:26.093" v="573" actId="13822"/>
          <ac:spMkLst>
            <pc:docMk/>
            <pc:sldMk cId="225647833" sldId="329"/>
            <ac:spMk id="6" creationId="{00000000-0000-0000-0000-000000000000}"/>
          </ac:spMkLst>
        </pc:spChg>
        <pc:spChg chg="mod">
          <ac:chgData name="Cesar Augusto Lopez Gallego" userId="0dfa9112-9251-4882-b472-cf2dfcee09d1" providerId="ADAL" clId="{17EA8DB0-730E-4694-B938-616ED8A60A40}" dt="2023-06-06T14:41:41.795" v="574" actId="13822"/>
          <ac:spMkLst>
            <pc:docMk/>
            <pc:sldMk cId="225647833" sldId="329"/>
            <ac:spMk id="7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6-06T14:42:00.089" v="577" actId="1076"/>
        <pc:sldMkLst>
          <pc:docMk/>
          <pc:sldMk cId="3839210219" sldId="330"/>
        </pc:sldMkLst>
        <pc:picChg chg="mod">
          <ac:chgData name="Cesar Augusto Lopez Gallego" userId="0dfa9112-9251-4882-b472-cf2dfcee09d1" providerId="ADAL" clId="{17EA8DB0-730E-4694-B938-616ED8A60A40}" dt="2023-06-06T14:42:00.089" v="577" actId="1076"/>
          <ac:picMkLst>
            <pc:docMk/>
            <pc:sldMk cId="3839210219" sldId="330"/>
            <ac:picMk id="3" creationId="{00000000-0000-0000-0000-000000000000}"/>
          </ac:picMkLst>
        </pc:picChg>
      </pc:sldChg>
      <pc:sldChg chg="modSp">
        <pc:chgData name="Cesar Augusto Lopez Gallego" userId="0dfa9112-9251-4882-b472-cf2dfcee09d1" providerId="ADAL" clId="{17EA8DB0-730E-4694-B938-616ED8A60A40}" dt="2023-05-29T12:46:54.149" v="191" actId="108"/>
        <pc:sldMkLst>
          <pc:docMk/>
          <pc:sldMk cId="792397110" sldId="332"/>
        </pc:sldMkLst>
        <pc:spChg chg="mod">
          <ac:chgData name="Cesar Augusto Lopez Gallego" userId="0dfa9112-9251-4882-b472-cf2dfcee09d1" providerId="ADAL" clId="{17EA8DB0-730E-4694-B938-616ED8A60A40}" dt="2023-05-29T12:46:54.149" v="191" actId="108"/>
          <ac:spMkLst>
            <pc:docMk/>
            <pc:sldMk cId="792397110" sldId="332"/>
            <ac:spMk id="2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46:56.332" v="192" actId="108"/>
        <pc:sldMkLst>
          <pc:docMk/>
          <pc:sldMk cId="739550670" sldId="333"/>
        </pc:sldMkLst>
        <pc:spChg chg="mod">
          <ac:chgData name="Cesar Augusto Lopez Gallego" userId="0dfa9112-9251-4882-b472-cf2dfcee09d1" providerId="ADAL" clId="{17EA8DB0-730E-4694-B938-616ED8A60A40}" dt="2023-05-29T12:46:56.332" v="192" actId="108"/>
          <ac:spMkLst>
            <pc:docMk/>
            <pc:sldMk cId="739550670" sldId="333"/>
            <ac:spMk id="7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46:58.441" v="193" actId="108"/>
        <pc:sldMkLst>
          <pc:docMk/>
          <pc:sldMk cId="3758514453" sldId="334"/>
        </pc:sldMkLst>
        <pc:spChg chg="mod">
          <ac:chgData name="Cesar Augusto Lopez Gallego" userId="0dfa9112-9251-4882-b472-cf2dfcee09d1" providerId="ADAL" clId="{17EA8DB0-730E-4694-B938-616ED8A60A40}" dt="2023-05-29T12:46:58.441" v="193" actId="108"/>
          <ac:spMkLst>
            <pc:docMk/>
            <pc:sldMk cId="3758514453" sldId="334"/>
            <ac:spMk id="2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6-06T14:30:25.388" v="435" actId="255"/>
        <pc:sldMkLst>
          <pc:docMk/>
          <pc:sldMk cId="2567649550" sldId="336"/>
        </pc:sldMkLst>
        <pc:spChg chg="mod">
          <ac:chgData name="Cesar Augusto Lopez Gallego" userId="0dfa9112-9251-4882-b472-cf2dfcee09d1" providerId="ADAL" clId="{17EA8DB0-730E-4694-B938-616ED8A60A40}" dt="2023-06-06T14:30:25.388" v="435" actId="255"/>
          <ac:spMkLst>
            <pc:docMk/>
            <pc:sldMk cId="2567649550" sldId="336"/>
            <ac:spMk id="6" creationId="{00000000-0000-0000-0000-000000000000}"/>
          </ac:spMkLst>
        </pc:spChg>
        <pc:spChg chg="mod">
          <ac:chgData name="Cesar Augusto Lopez Gallego" userId="0dfa9112-9251-4882-b472-cf2dfcee09d1" providerId="ADAL" clId="{17EA8DB0-730E-4694-B938-616ED8A60A40}" dt="2023-05-29T12:59:36.157" v="287" actId="1076"/>
          <ac:spMkLst>
            <pc:docMk/>
            <pc:sldMk cId="2567649550" sldId="336"/>
            <ac:spMk id="7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44:38.341" v="144" actId="108"/>
        <pc:sldMkLst>
          <pc:docMk/>
          <pc:sldMk cId="3123133346" sldId="338"/>
        </pc:sldMkLst>
        <pc:spChg chg="mod">
          <ac:chgData name="Cesar Augusto Lopez Gallego" userId="0dfa9112-9251-4882-b472-cf2dfcee09d1" providerId="ADAL" clId="{17EA8DB0-730E-4694-B938-616ED8A60A40}" dt="2023-05-29T12:44:38.341" v="144" actId="108"/>
          <ac:spMkLst>
            <pc:docMk/>
            <pc:sldMk cId="3123133346" sldId="338"/>
            <ac:spMk id="2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6-06T15:30:42.474" v="788" actId="27636"/>
        <pc:sldMkLst>
          <pc:docMk/>
          <pc:sldMk cId="1332651354" sldId="341"/>
        </pc:sldMkLst>
        <pc:spChg chg="mod">
          <ac:chgData name="Cesar Augusto Lopez Gallego" userId="0dfa9112-9251-4882-b472-cf2dfcee09d1" providerId="ADAL" clId="{17EA8DB0-730E-4694-B938-616ED8A60A40}" dt="2023-06-06T15:30:42.474" v="788" actId="27636"/>
          <ac:spMkLst>
            <pc:docMk/>
            <pc:sldMk cId="1332651354" sldId="341"/>
            <ac:spMk id="2" creationId="{64A9F70D-5C55-4BA7-8EFC-1A50DEE0D853}"/>
          </ac:spMkLst>
        </pc:spChg>
      </pc:sldChg>
      <pc:sldChg chg="modSp">
        <pc:chgData name="Cesar Augusto Lopez Gallego" userId="0dfa9112-9251-4882-b472-cf2dfcee09d1" providerId="ADAL" clId="{17EA8DB0-730E-4694-B938-616ED8A60A40}" dt="2023-06-06T15:25:50.325" v="778" actId="1076"/>
        <pc:sldMkLst>
          <pc:docMk/>
          <pc:sldMk cId="3469435590" sldId="343"/>
        </pc:sldMkLst>
        <pc:spChg chg="mod">
          <ac:chgData name="Cesar Augusto Lopez Gallego" userId="0dfa9112-9251-4882-b472-cf2dfcee09d1" providerId="ADAL" clId="{17EA8DB0-730E-4694-B938-616ED8A60A40}" dt="2023-06-06T15:25:42.247" v="777" actId="1076"/>
          <ac:spMkLst>
            <pc:docMk/>
            <pc:sldMk cId="3469435590" sldId="343"/>
            <ac:spMk id="4" creationId="{3CA95101-28E1-4AE6-84AA-EFD043208058}"/>
          </ac:spMkLst>
        </pc:spChg>
        <pc:picChg chg="mod">
          <ac:chgData name="Cesar Augusto Lopez Gallego" userId="0dfa9112-9251-4882-b472-cf2dfcee09d1" providerId="ADAL" clId="{17EA8DB0-730E-4694-B938-616ED8A60A40}" dt="2023-06-06T15:25:50.325" v="778" actId="1076"/>
          <ac:picMkLst>
            <pc:docMk/>
            <pc:sldMk cId="3469435590" sldId="343"/>
            <ac:picMk id="5" creationId="{68E23C88-F114-4434-AC8E-7A33E572F7F7}"/>
          </ac:picMkLst>
        </pc:picChg>
      </pc:sldChg>
      <pc:sldChg chg="delSp modSp">
        <pc:chgData name="Cesar Augusto Lopez Gallego" userId="0dfa9112-9251-4882-b472-cf2dfcee09d1" providerId="ADAL" clId="{17EA8DB0-730E-4694-B938-616ED8A60A40}" dt="2023-05-29T12:58:09.180" v="281" actId="478"/>
        <pc:sldMkLst>
          <pc:docMk/>
          <pc:sldMk cId="2728460340" sldId="346"/>
        </pc:sldMkLst>
        <pc:spChg chg="mod">
          <ac:chgData name="Cesar Augusto Lopez Gallego" userId="0dfa9112-9251-4882-b472-cf2dfcee09d1" providerId="ADAL" clId="{17EA8DB0-730E-4694-B938-616ED8A60A40}" dt="2023-05-29T12:51:30.444" v="253" actId="1076"/>
          <ac:spMkLst>
            <pc:docMk/>
            <pc:sldMk cId="2728460340" sldId="346"/>
            <ac:spMk id="2" creationId="{3A433C09-F747-4940-BEB0-47B9F2D98B71}"/>
          </ac:spMkLst>
        </pc:spChg>
        <pc:spChg chg="del">
          <ac:chgData name="Cesar Augusto Lopez Gallego" userId="0dfa9112-9251-4882-b472-cf2dfcee09d1" providerId="ADAL" clId="{17EA8DB0-730E-4694-B938-616ED8A60A40}" dt="2023-05-29T12:58:09.180" v="281" actId="478"/>
          <ac:spMkLst>
            <pc:docMk/>
            <pc:sldMk cId="2728460340" sldId="346"/>
            <ac:spMk id="6" creationId="{A1723EB7-43E4-4C83-9783-FADC937953D3}"/>
          </ac:spMkLst>
        </pc:spChg>
        <pc:spChg chg="del">
          <ac:chgData name="Cesar Augusto Lopez Gallego" userId="0dfa9112-9251-4882-b472-cf2dfcee09d1" providerId="ADAL" clId="{17EA8DB0-730E-4694-B938-616ED8A60A40}" dt="2023-05-29T12:58:09.180" v="281" actId="478"/>
          <ac:spMkLst>
            <pc:docMk/>
            <pc:sldMk cId="2728460340" sldId="346"/>
            <ac:spMk id="7" creationId="{BD85BD04-AF83-48A2-9A0D-2FF5A2692956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44:31.122" v="141" actId="108"/>
        <pc:sldMkLst>
          <pc:docMk/>
          <pc:sldMk cId="3800937275" sldId="354"/>
        </pc:sldMkLst>
        <pc:spChg chg="mod">
          <ac:chgData name="Cesar Augusto Lopez Gallego" userId="0dfa9112-9251-4882-b472-cf2dfcee09d1" providerId="ADAL" clId="{17EA8DB0-730E-4694-B938-616ED8A60A40}" dt="2023-05-29T12:44:31.122" v="141" actId="108"/>
          <ac:spMkLst>
            <pc:docMk/>
            <pc:sldMk cId="3800937275" sldId="354"/>
            <ac:spMk id="2" creationId="{B08A1A6D-88FE-21A6-76AD-7DCC6D0291C0}"/>
          </ac:spMkLst>
        </pc:spChg>
      </pc:sldChg>
      <pc:sldChg chg="add">
        <pc:chgData name="Cesar Augusto Lopez Gallego" userId="0dfa9112-9251-4882-b472-cf2dfcee09d1" providerId="ADAL" clId="{17EA8DB0-730E-4694-B938-616ED8A60A40}" dt="2023-06-06T14:58:39.657" v="695"/>
        <pc:sldMkLst>
          <pc:docMk/>
          <pc:sldMk cId="3156561567" sldId="355"/>
        </pc:sldMkLst>
      </pc:sldChg>
      <pc:sldChg chg="addSp modSp add">
        <pc:chgData name="Cesar Augusto Lopez Gallego" userId="0dfa9112-9251-4882-b472-cf2dfcee09d1" providerId="ADAL" clId="{17EA8DB0-730E-4694-B938-616ED8A60A40}" dt="2023-06-06T15:08:19.976" v="770" actId="1036"/>
        <pc:sldMkLst>
          <pc:docMk/>
          <pc:sldMk cId="2509961500" sldId="356"/>
        </pc:sldMkLst>
        <pc:spChg chg="add mod">
          <ac:chgData name="Cesar Augusto Lopez Gallego" userId="0dfa9112-9251-4882-b472-cf2dfcee09d1" providerId="ADAL" clId="{17EA8DB0-730E-4694-B938-616ED8A60A40}" dt="2023-06-06T15:08:19.976" v="770" actId="1036"/>
          <ac:spMkLst>
            <pc:docMk/>
            <pc:sldMk cId="2509961500" sldId="356"/>
            <ac:spMk id="2" creationId="{A64D52A1-4034-4B51-BE11-22952D0DB5E8}"/>
          </ac:spMkLst>
        </pc:spChg>
        <pc:spChg chg="mod">
          <ac:chgData name="Cesar Augusto Lopez Gallego" userId="0dfa9112-9251-4882-b472-cf2dfcee09d1" providerId="ADAL" clId="{17EA8DB0-730E-4694-B938-616ED8A60A40}" dt="2023-06-06T15:07:53.750" v="764" actId="113"/>
          <ac:spMkLst>
            <pc:docMk/>
            <pc:sldMk cId="2509961500" sldId="356"/>
            <ac:spMk id="7" creationId="{EDD5C427-13EE-3DBF-8FEB-0C7454C0FDB9}"/>
          </ac:spMkLst>
        </pc:spChg>
        <pc:spChg chg="mod">
          <ac:chgData name="Cesar Augusto Lopez Gallego" userId="0dfa9112-9251-4882-b472-cf2dfcee09d1" providerId="ADAL" clId="{17EA8DB0-730E-4694-B938-616ED8A60A40}" dt="2023-06-06T15:08:02.456" v="765" actId="108"/>
          <ac:spMkLst>
            <pc:docMk/>
            <pc:sldMk cId="2509961500" sldId="356"/>
            <ac:spMk id="11" creationId="{01A80F47-6976-8B35-6FED-CE4D5B656AF2}"/>
          </ac:spMkLst>
        </pc:spChg>
        <pc:spChg chg="mod">
          <ac:chgData name="Cesar Augusto Lopez Gallego" userId="0dfa9112-9251-4882-b472-cf2dfcee09d1" providerId="ADAL" clId="{17EA8DB0-730E-4694-B938-616ED8A60A40}" dt="2023-06-06T15:08:06.436" v="766" actId="108"/>
          <ac:spMkLst>
            <pc:docMk/>
            <pc:sldMk cId="2509961500" sldId="356"/>
            <ac:spMk id="13" creationId="{73791870-C49C-776D-5705-CA91C864F026}"/>
          </ac:spMkLst>
        </pc:spChg>
      </pc:sldChg>
      <pc:sldChg chg="modSp">
        <pc:chgData name="Cesar Augusto Lopez Gallego" userId="0dfa9112-9251-4882-b472-cf2dfcee09d1" providerId="ADAL" clId="{17EA8DB0-730E-4694-B938-616ED8A60A40}" dt="2023-06-06T15:30:23.290" v="784" actId="108"/>
        <pc:sldMkLst>
          <pc:docMk/>
          <pc:sldMk cId="1680049948" sldId="357"/>
        </pc:sldMkLst>
        <pc:spChg chg="mod">
          <ac:chgData name="Cesar Augusto Lopez Gallego" userId="0dfa9112-9251-4882-b472-cf2dfcee09d1" providerId="ADAL" clId="{17EA8DB0-730E-4694-B938-616ED8A60A40}" dt="2023-06-06T15:30:23.290" v="784" actId="108"/>
          <ac:spMkLst>
            <pc:docMk/>
            <pc:sldMk cId="1680049948" sldId="357"/>
            <ac:spMk id="2" creationId="{9552A5F6-D633-4F7B-8C32-F27A2DF622FC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57:07.499" v="273" actId="108"/>
        <pc:sldMkLst>
          <pc:docMk/>
          <pc:sldMk cId="2470913290" sldId="359"/>
        </pc:sldMkLst>
        <pc:spChg chg="mod">
          <ac:chgData name="Cesar Augusto Lopez Gallego" userId="0dfa9112-9251-4882-b472-cf2dfcee09d1" providerId="ADAL" clId="{17EA8DB0-730E-4694-B938-616ED8A60A40}" dt="2023-05-29T12:57:07.499" v="273" actId="108"/>
          <ac:spMkLst>
            <pc:docMk/>
            <pc:sldMk cId="2470913290" sldId="359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17EA8DB0-730E-4694-B938-616ED8A60A40}" dt="2023-05-29T12:56:56.068" v="272" actId="1076"/>
          <ac:spMkLst>
            <pc:docMk/>
            <pc:sldMk cId="2470913290" sldId="359"/>
            <ac:spMk id="3" creationId="{00000000-0000-0000-0000-000000000000}"/>
          </ac:spMkLst>
        </pc:spChg>
        <pc:picChg chg="mod">
          <ac:chgData name="Cesar Augusto Lopez Gallego" userId="0dfa9112-9251-4882-b472-cf2dfcee09d1" providerId="ADAL" clId="{17EA8DB0-730E-4694-B938-616ED8A60A40}" dt="2023-05-29T12:56:52.220" v="271" actId="1076"/>
          <ac:picMkLst>
            <pc:docMk/>
            <pc:sldMk cId="2470913290" sldId="359"/>
            <ac:picMk id="4" creationId="{00000000-0000-0000-0000-000000000000}"/>
          </ac:picMkLst>
        </pc:picChg>
        <pc:picChg chg="mod">
          <ac:chgData name="Cesar Augusto Lopez Gallego" userId="0dfa9112-9251-4882-b472-cf2dfcee09d1" providerId="ADAL" clId="{17EA8DB0-730E-4694-B938-616ED8A60A40}" dt="2023-05-29T12:56:48.788" v="269" actId="1076"/>
          <ac:picMkLst>
            <pc:docMk/>
            <pc:sldMk cId="2470913290" sldId="359"/>
            <ac:picMk id="5" creationId="{00000000-0000-0000-0000-000000000000}"/>
          </ac:picMkLst>
        </pc:picChg>
      </pc:sldChg>
      <pc:sldChg chg="modSp">
        <pc:chgData name="Cesar Augusto Lopez Gallego" userId="0dfa9112-9251-4882-b472-cf2dfcee09d1" providerId="ADAL" clId="{17EA8DB0-730E-4694-B938-616ED8A60A40}" dt="2023-05-29T12:57:23.980" v="278" actId="1076"/>
        <pc:sldMkLst>
          <pc:docMk/>
          <pc:sldMk cId="3568851837" sldId="366"/>
        </pc:sldMkLst>
        <pc:spChg chg="mod">
          <ac:chgData name="Cesar Augusto Lopez Gallego" userId="0dfa9112-9251-4882-b472-cf2dfcee09d1" providerId="ADAL" clId="{17EA8DB0-730E-4694-B938-616ED8A60A40}" dt="2023-05-29T12:57:23.980" v="278" actId="1076"/>
          <ac:spMkLst>
            <pc:docMk/>
            <pc:sldMk cId="3568851837" sldId="366"/>
            <ac:spMk id="2" creationId="{00000000-0000-0000-0000-000000000000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53:20.691" v="258"/>
        <pc:sldMkLst>
          <pc:docMk/>
          <pc:sldMk cId="61576878" sldId="380"/>
        </pc:sldMkLst>
        <pc:spChg chg="mod">
          <ac:chgData name="Cesar Augusto Lopez Gallego" userId="0dfa9112-9251-4882-b472-cf2dfcee09d1" providerId="ADAL" clId="{17EA8DB0-730E-4694-B938-616ED8A60A40}" dt="2023-05-29T12:52:59.246" v="254" actId="108"/>
          <ac:spMkLst>
            <pc:docMk/>
            <pc:sldMk cId="61576878" sldId="380"/>
            <ac:spMk id="2" creationId="{00000000-0000-0000-0000-000000000000}"/>
          </ac:spMkLst>
        </pc:spChg>
        <pc:graphicFrameChg chg="mod">
          <ac:chgData name="Cesar Augusto Lopez Gallego" userId="0dfa9112-9251-4882-b472-cf2dfcee09d1" providerId="ADAL" clId="{17EA8DB0-730E-4694-B938-616ED8A60A40}" dt="2023-05-29T12:53:20.691" v="258"/>
          <ac:graphicFrameMkLst>
            <pc:docMk/>
            <pc:sldMk cId="61576878" sldId="380"/>
            <ac:graphicFrameMk id="3" creationId="{00000000-0000-0000-0000-000000000000}"/>
          </ac:graphicFrameMkLst>
        </pc:graphicFrameChg>
      </pc:sldChg>
      <pc:sldChg chg="modSp">
        <pc:chgData name="Cesar Augusto Lopez Gallego" userId="0dfa9112-9251-4882-b472-cf2dfcee09d1" providerId="ADAL" clId="{17EA8DB0-730E-4694-B938-616ED8A60A40}" dt="2023-05-29T12:46:25.243" v="178" actId="108"/>
        <pc:sldMkLst>
          <pc:docMk/>
          <pc:sldMk cId="2045735850" sldId="1059"/>
        </pc:sldMkLst>
        <pc:spChg chg="mod">
          <ac:chgData name="Cesar Augusto Lopez Gallego" userId="0dfa9112-9251-4882-b472-cf2dfcee09d1" providerId="ADAL" clId="{17EA8DB0-730E-4694-B938-616ED8A60A40}" dt="2023-05-29T12:46:25.243" v="178" actId="108"/>
          <ac:spMkLst>
            <pc:docMk/>
            <pc:sldMk cId="2045735850" sldId="1059"/>
            <ac:spMk id="2" creationId="{00000000-0000-0000-0000-000000000000}"/>
          </ac:spMkLst>
        </pc:spChg>
      </pc:sldChg>
      <pc:sldChg chg="modSp add del">
        <pc:chgData name="Cesar Augusto Lopez Gallego" userId="0dfa9112-9251-4882-b472-cf2dfcee09d1" providerId="ADAL" clId="{17EA8DB0-730E-4694-B938-616ED8A60A40}" dt="2023-05-29T12:46:51.139" v="190" actId="108"/>
        <pc:sldMkLst>
          <pc:docMk/>
          <pc:sldMk cId="4143059303" sldId="1060"/>
        </pc:sldMkLst>
        <pc:spChg chg="mod">
          <ac:chgData name="Cesar Augusto Lopez Gallego" userId="0dfa9112-9251-4882-b472-cf2dfcee09d1" providerId="ADAL" clId="{17EA8DB0-730E-4694-B938-616ED8A60A40}" dt="2023-05-29T12:46:51.139" v="190" actId="108"/>
          <ac:spMkLst>
            <pc:docMk/>
            <pc:sldMk cId="4143059303" sldId="1060"/>
            <ac:spMk id="2" creationId="{00000000-0000-0000-0000-000000000000}"/>
          </ac:spMkLst>
        </pc:spChg>
      </pc:sldChg>
      <pc:sldChg chg="delSp modSp delAnim">
        <pc:chgData name="Cesar Augusto Lopez Gallego" userId="0dfa9112-9251-4882-b472-cf2dfcee09d1" providerId="ADAL" clId="{17EA8DB0-730E-4694-B938-616ED8A60A40}" dt="2023-05-29T12:45:00.218" v="150" actId="108"/>
        <pc:sldMkLst>
          <pc:docMk/>
          <pc:sldMk cId="4290180166" sldId="1061"/>
        </pc:sldMkLst>
        <pc:spChg chg="del">
          <ac:chgData name="Cesar Augusto Lopez Gallego" userId="0dfa9112-9251-4882-b472-cf2dfcee09d1" providerId="ADAL" clId="{17EA8DB0-730E-4694-B938-616ED8A60A40}" dt="2023-05-29T12:43:40.098" v="131" actId="478"/>
          <ac:spMkLst>
            <pc:docMk/>
            <pc:sldMk cId="4290180166" sldId="1061"/>
            <ac:spMk id="2" creationId="{9A54AB82-D29E-4B9F-956E-229AE375B699}"/>
          </ac:spMkLst>
        </pc:spChg>
        <pc:spChg chg="mod">
          <ac:chgData name="Cesar Augusto Lopez Gallego" userId="0dfa9112-9251-4882-b472-cf2dfcee09d1" providerId="ADAL" clId="{17EA8DB0-730E-4694-B938-616ED8A60A40}" dt="2023-05-29T12:31:51.861" v="5" actId="20577"/>
          <ac:spMkLst>
            <pc:docMk/>
            <pc:sldMk cId="4290180166" sldId="1061"/>
            <ac:spMk id="4" creationId="{9262EB30-E44E-4E81-8568-EB6C07F32DE5}"/>
          </ac:spMkLst>
        </pc:spChg>
        <pc:spChg chg="mod">
          <ac:chgData name="Cesar Augusto Lopez Gallego" userId="0dfa9112-9251-4882-b472-cf2dfcee09d1" providerId="ADAL" clId="{17EA8DB0-730E-4694-B938-616ED8A60A40}" dt="2023-05-29T12:45:00.218" v="150" actId="108"/>
          <ac:spMkLst>
            <pc:docMk/>
            <pc:sldMk cId="4290180166" sldId="1061"/>
            <ac:spMk id="5" creationId="{4F200349-B25C-4D89-A8ED-7FB8213F4C35}"/>
          </ac:spMkLst>
        </pc:spChg>
        <pc:spChg chg="mod">
          <ac:chgData name="Cesar Augusto Lopez Gallego" userId="0dfa9112-9251-4882-b472-cf2dfcee09d1" providerId="ADAL" clId="{17EA8DB0-730E-4694-B938-616ED8A60A40}" dt="2023-05-29T12:43:53.458" v="132" actId="1076"/>
          <ac:spMkLst>
            <pc:docMk/>
            <pc:sldMk cId="4290180166" sldId="1061"/>
            <ac:spMk id="7" creationId="{2A0801E8-A1CA-4ECF-B4E6-5874BE4B4A12}"/>
          </ac:spMkLst>
        </pc:spChg>
        <pc:spChg chg="del">
          <ac:chgData name="Cesar Augusto Lopez Gallego" userId="0dfa9112-9251-4882-b472-cf2dfcee09d1" providerId="ADAL" clId="{17EA8DB0-730E-4694-B938-616ED8A60A40}" dt="2023-05-29T12:43:40.098" v="131" actId="478"/>
          <ac:spMkLst>
            <pc:docMk/>
            <pc:sldMk cId="4290180166" sldId="1061"/>
            <ac:spMk id="9" creationId="{9E68A1C4-E17E-475C-93B7-3ADD16B7AD12}"/>
          </ac:spMkLst>
        </pc:spChg>
        <pc:spChg chg="mod">
          <ac:chgData name="Cesar Augusto Lopez Gallego" userId="0dfa9112-9251-4882-b472-cf2dfcee09d1" providerId="ADAL" clId="{17EA8DB0-730E-4694-B938-616ED8A60A40}" dt="2023-05-29T12:43:53.458" v="132" actId="1076"/>
          <ac:spMkLst>
            <pc:docMk/>
            <pc:sldMk cId="4290180166" sldId="1061"/>
            <ac:spMk id="10" creationId="{49A489E6-06ED-46A2-8591-C5664E60468E}"/>
          </ac:spMkLst>
        </pc:spChg>
        <pc:picChg chg="mod">
          <ac:chgData name="Cesar Augusto Lopez Gallego" userId="0dfa9112-9251-4882-b472-cf2dfcee09d1" providerId="ADAL" clId="{17EA8DB0-730E-4694-B938-616ED8A60A40}" dt="2023-05-29T12:43:53.458" v="132" actId="1076"/>
          <ac:picMkLst>
            <pc:docMk/>
            <pc:sldMk cId="4290180166" sldId="1061"/>
            <ac:picMk id="6" creationId="{CE2BE224-9A0D-413B-AF78-8FF36E38819C}"/>
          </ac:picMkLst>
        </pc:picChg>
        <pc:picChg chg="del">
          <ac:chgData name="Cesar Augusto Lopez Gallego" userId="0dfa9112-9251-4882-b472-cf2dfcee09d1" providerId="ADAL" clId="{17EA8DB0-730E-4694-B938-616ED8A60A40}" dt="2023-05-29T12:43:40.098" v="131" actId="478"/>
          <ac:picMkLst>
            <pc:docMk/>
            <pc:sldMk cId="4290180166" sldId="1061"/>
            <ac:picMk id="8" creationId="{7D0C11BB-0D39-4559-89FB-5E3F9464966B}"/>
          </ac:picMkLst>
        </pc:picChg>
      </pc:sldChg>
      <pc:sldChg chg="modSp add">
        <pc:chgData name="Cesar Augusto Lopez Gallego" userId="0dfa9112-9251-4882-b472-cf2dfcee09d1" providerId="ADAL" clId="{17EA8DB0-730E-4694-B938-616ED8A60A40}" dt="2023-06-08T11:49:49.069" v="876" actId="20577"/>
        <pc:sldMkLst>
          <pc:docMk/>
          <pc:sldMk cId="3932300852" sldId="1064"/>
        </pc:sldMkLst>
        <pc:spChg chg="mod">
          <ac:chgData name="Cesar Augusto Lopez Gallego" userId="0dfa9112-9251-4882-b472-cf2dfcee09d1" providerId="ADAL" clId="{17EA8DB0-730E-4694-B938-616ED8A60A40}" dt="2023-06-08T11:49:36.171" v="863" actId="1076"/>
          <ac:spMkLst>
            <pc:docMk/>
            <pc:sldMk cId="3932300852" sldId="1064"/>
            <ac:spMk id="3" creationId="{33E27B29-E741-493C-AC7E-00BA5039EC6B}"/>
          </ac:spMkLst>
        </pc:spChg>
        <pc:graphicFrameChg chg="mod">
          <ac:chgData name="Cesar Augusto Lopez Gallego" userId="0dfa9112-9251-4882-b472-cf2dfcee09d1" providerId="ADAL" clId="{17EA8DB0-730E-4694-B938-616ED8A60A40}" dt="2023-06-08T11:49:49.069" v="876" actId="20577"/>
          <ac:graphicFrameMkLst>
            <pc:docMk/>
            <pc:sldMk cId="3932300852" sldId="1064"/>
            <ac:graphicFrameMk id="5" creationId="{F97892D9-A66B-4F63-8952-7E3623E03D69}"/>
          </ac:graphicFrameMkLst>
        </pc:graphicFrameChg>
      </pc:sldChg>
      <pc:sldChg chg="modSp">
        <pc:chgData name="Cesar Augusto Lopez Gallego" userId="0dfa9112-9251-4882-b472-cf2dfcee09d1" providerId="ADAL" clId="{17EA8DB0-730E-4694-B938-616ED8A60A40}" dt="2023-05-29T12:55:03.684" v="263" actId="1076"/>
        <pc:sldMkLst>
          <pc:docMk/>
          <pc:sldMk cId="179401877" sldId="1065"/>
        </pc:sldMkLst>
        <pc:spChg chg="mod">
          <ac:chgData name="Cesar Augusto Lopez Gallego" userId="0dfa9112-9251-4882-b472-cf2dfcee09d1" providerId="ADAL" clId="{17EA8DB0-730E-4694-B938-616ED8A60A40}" dt="2023-05-29T12:55:03.684" v="263" actId="1076"/>
          <ac:spMkLst>
            <pc:docMk/>
            <pc:sldMk cId="179401877" sldId="1065"/>
            <ac:spMk id="5" creationId="{E32BB04A-9567-41AE-A541-89FACC2B2340}"/>
          </ac:spMkLst>
        </pc:spChg>
        <pc:picChg chg="mod">
          <ac:chgData name="Cesar Augusto Lopez Gallego" userId="0dfa9112-9251-4882-b472-cf2dfcee09d1" providerId="ADAL" clId="{17EA8DB0-730E-4694-B938-616ED8A60A40}" dt="2023-05-29T12:55:03.684" v="263" actId="1076"/>
          <ac:picMkLst>
            <pc:docMk/>
            <pc:sldMk cId="179401877" sldId="1065"/>
            <ac:picMk id="7" creationId="{131F26A3-9C95-4107-82A6-CB6108C92DF5}"/>
          </ac:picMkLst>
        </pc:picChg>
      </pc:sldChg>
      <pc:sldChg chg="modSp">
        <pc:chgData name="Cesar Augusto Lopez Gallego" userId="0dfa9112-9251-4882-b472-cf2dfcee09d1" providerId="ADAL" clId="{17EA8DB0-730E-4694-B938-616ED8A60A40}" dt="2023-05-29T12:45:43.485" v="163" actId="108"/>
        <pc:sldMkLst>
          <pc:docMk/>
          <pc:sldMk cId="3017964656" sldId="1066"/>
        </pc:sldMkLst>
        <pc:spChg chg="mod">
          <ac:chgData name="Cesar Augusto Lopez Gallego" userId="0dfa9112-9251-4882-b472-cf2dfcee09d1" providerId="ADAL" clId="{17EA8DB0-730E-4694-B938-616ED8A60A40}" dt="2023-05-29T12:45:43.485" v="163" actId="108"/>
          <ac:spMkLst>
            <pc:docMk/>
            <pc:sldMk cId="3017964656" sldId="1066"/>
            <ac:spMk id="4" creationId="{F8189863-4603-4107-8959-24584DAB3094}"/>
          </ac:spMkLst>
        </pc:spChg>
      </pc:sldChg>
      <pc:sldChg chg="addSp delSp modSp setBg">
        <pc:chgData name="Cesar Augusto Lopez Gallego" userId="0dfa9112-9251-4882-b472-cf2dfcee09d1" providerId="ADAL" clId="{17EA8DB0-730E-4694-B938-616ED8A60A40}" dt="2023-06-06T15:25:07.237" v="775"/>
        <pc:sldMkLst>
          <pc:docMk/>
          <pc:sldMk cId="1062557155" sldId="1067"/>
        </pc:sldMkLst>
        <pc:spChg chg="add del">
          <ac:chgData name="Cesar Augusto Lopez Gallego" userId="0dfa9112-9251-4882-b472-cf2dfcee09d1" providerId="ADAL" clId="{17EA8DB0-730E-4694-B938-616ED8A60A40}" dt="2023-06-06T15:25:07.237" v="775"/>
          <ac:spMkLst>
            <pc:docMk/>
            <pc:sldMk cId="1062557155" sldId="1067"/>
            <ac:spMk id="2" creationId="{652ECCF5-AD34-4C34-BFB8-93C76D40C915}"/>
          </ac:spMkLst>
        </pc:spChg>
        <pc:spChg chg="mod">
          <ac:chgData name="Cesar Augusto Lopez Gallego" userId="0dfa9112-9251-4882-b472-cf2dfcee09d1" providerId="ADAL" clId="{17EA8DB0-730E-4694-B938-616ED8A60A40}" dt="2023-05-29T12:54:35.508" v="262" actId="20577"/>
          <ac:spMkLst>
            <pc:docMk/>
            <pc:sldMk cId="1062557155" sldId="1067"/>
            <ac:spMk id="4" creationId="{E57F5649-5EE9-42D7-8D02-75F83F9AC3C1}"/>
          </ac:spMkLst>
        </pc:spChg>
        <pc:spChg chg="mod">
          <ac:chgData name="Cesar Augusto Lopez Gallego" userId="0dfa9112-9251-4882-b472-cf2dfcee09d1" providerId="ADAL" clId="{17EA8DB0-730E-4694-B938-616ED8A60A40}" dt="2023-05-29T12:45:49.907" v="166" actId="108"/>
          <ac:spMkLst>
            <pc:docMk/>
            <pc:sldMk cId="1062557155" sldId="1067"/>
            <ac:spMk id="10" creationId="{5F852BB2-8E21-47B9-90ED-CD5D62A0E6EA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46:48.449" v="189" actId="27636"/>
        <pc:sldMkLst>
          <pc:docMk/>
          <pc:sldMk cId="4103755018" sldId="1068"/>
        </pc:sldMkLst>
        <pc:spChg chg="mod">
          <ac:chgData name="Cesar Augusto Lopez Gallego" userId="0dfa9112-9251-4882-b472-cf2dfcee09d1" providerId="ADAL" clId="{17EA8DB0-730E-4694-B938-616ED8A60A40}" dt="2023-05-29T12:46:48.449" v="189" actId="27636"/>
          <ac:spMkLst>
            <pc:docMk/>
            <pc:sldMk cId="4103755018" sldId="1068"/>
            <ac:spMk id="6" creationId="{EB04A90E-53FA-40D4-8F89-B31F2751C091}"/>
          </ac:spMkLst>
        </pc:spChg>
      </pc:sldChg>
      <pc:sldChg chg="modSp">
        <pc:chgData name="Cesar Augusto Lopez Gallego" userId="0dfa9112-9251-4882-b472-cf2dfcee09d1" providerId="ADAL" clId="{17EA8DB0-730E-4694-B938-616ED8A60A40}" dt="2023-05-29T12:55:13.995" v="264" actId="1076"/>
        <pc:sldMkLst>
          <pc:docMk/>
          <pc:sldMk cId="4283875435" sldId="1069"/>
        </pc:sldMkLst>
        <pc:spChg chg="mod">
          <ac:chgData name="Cesar Augusto Lopez Gallego" userId="0dfa9112-9251-4882-b472-cf2dfcee09d1" providerId="ADAL" clId="{17EA8DB0-730E-4694-B938-616ED8A60A40}" dt="2023-05-29T12:55:13.995" v="264" actId="1076"/>
          <ac:spMkLst>
            <pc:docMk/>
            <pc:sldMk cId="4283875435" sldId="1069"/>
            <ac:spMk id="5" creationId="{E32BB04A-9567-41AE-A541-89FACC2B2340}"/>
          </ac:spMkLst>
        </pc:spChg>
        <pc:picChg chg="mod">
          <ac:chgData name="Cesar Augusto Lopez Gallego" userId="0dfa9112-9251-4882-b472-cf2dfcee09d1" providerId="ADAL" clId="{17EA8DB0-730E-4694-B938-616ED8A60A40}" dt="2023-05-29T12:55:13.995" v="264" actId="1076"/>
          <ac:picMkLst>
            <pc:docMk/>
            <pc:sldMk cId="4283875435" sldId="1069"/>
            <ac:picMk id="3" creationId="{DA16BC12-B2DE-4651-842B-FEC6FD8259F3}"/>
          </ac:picMkLst>
        </pc:picChg>
      </pc:sldChg>
      <pc:sldChg chg="modSp">
        <pc:chgData name="Cesar Augusto Lopez Gallego" userId="0dfa9112-9251-4882-b472-cf2dfcee09d1" providerId="ADAL" clId="{17EA8DB0-730E-4694-B938-616ED8A60A40}" dt="2023-05-29T12:54:01.811" v="259" actId="1076"/>
        <pc:sldMkLst>
          <pc:docMk/>
          <pc:sldMk cId="4047415682" sldId="1070"/>
        </pc:sldMkLst>
        <pc:spChg chg="mod">
          <ac:chgData name="Cesar Augusto Lopez Gallego" userId="0dfa9112-9251-4882-b472-cf2dfcee09d1" providerId="ADAL" clId="{17EA8DB0-730E-4694-B938-616ED8A60A40}" dt="2023-05-29T12:54:01.811" v="259" actId="1076"/>
          <ac:spMkLst>
            <pc:docMk/>
            <pc:sldMk cId="4047415682" sldId="1070"/>
            <ac:spMk id="5" creationId="{E32BB04A-9567-41AE-A541-89FACC2B2340}"/>
          </ac:spMkLst>
        </pc:spChg>
        <pc:picChg chg="mod">
          <ac:chgData name="Cesar Augusto Lopez Gallego" userId="0dfa9112-9251-4882-b472-cf2dfcee09d1" providerId="ADAL" clId="{17EA8DB0-730E-4694-B938-616ED8A60A40}" dt="2023-05-29T12:54:01.811" v="259" actId="1076"/>
          <ac:picMkLst>
            <pc:docMk/>
            <pc:sldMk cId="4047415682" sldId="1070"/>
            <ac:picMk id="3" creationId="{BF161336-6664-47F3-B020-B55A6FC061AA}"/>
          </ac:picMkLst>
        </pc:picChg>
      </pc:sldChg>
      <pc:sldChg chg="modSp">
        <pc:chgData name="Cesar Augusto Lopez Gallego" userId="0dfa9112-9251-4882-b472-cf2dfcee09d1" providerId="ADAL" clId="{17EA8DB0-730E-4694-B938-616ED8A60A40}" dt="2023-05-29T12:44:53.091" v="148" actId="108"/>
        <pc:sldMkLst>
          <pc:docMk/>
          <pc:sldMk cId="1134793371" sldId="1071"/>
        </pc:sldMkLst>
        <pc:spChg chg="mod">
          <ac:chgData name="Cesar Augusto Lopez Gallego" userId="0dfa9112-9251-4882-b472-cf2dfcee09d1" providerId="ADAL" clId="{17EA8DB0-730E-4694-B938-616ED8A60A40}" dt="2023-05-29T12:44:53.091" v="148" actId="108"/>
          <ac:spMkLst>
            <pc:docMk/>
            <pc:sldMk cId="1134793371" sldId="1071"/>
            <ac:spMk id="2" creationId="{00000000-0000-0000-0000-000000000000}"/>
          </ac:spMkLst>
        </pc:spChg>
      </pc:sldChg>
      <pc:sldChg chg="delSp modSp add ord delAnim">
        <pc:chgData name="Cesar Augusto Lopez Gallego" userId="0dfa9112-9251-4882-b472-cf2dfcee09d1" providerId="ADAL" clId="{17EA8DB0-730E-4694-B938-616ED8A60A40}" dt="2023-05-29T12:45:04.523" v="151" actId="108"/>
        <pc:sldMkLst>
          <pc:docMk/>
          <pc:sldMk cId="1434503912" sldId="1072"/>
        </pc:sldMkLst>
        <pc:spChg chg="mod">
          <ac:chgData name="Cesar Augusto Lopez Gallego" userId="0dfa9112-9251-4882-b472-cf2dfcee09d1" providerId="ADAL" clId="{17EA8DB0-730E-4694-B938-616ED8A60A40}" dt="2023-05-29T12:42:49.556" v="129" actId="1038"/>
          <ac:spMkLst>
            <pc:docMk/>
            <pc:sldMk cId="1434503912" sldId="1072"/>
            <ac:spMk id="2" creationId="{9A54AB82-D29E-4B9F-956E-229AE375B699}"/>
          </ac:spMkLst>
        </pc:spChg>
        <pc:spChg chg="mod">
          <ac:chgData name="Cesar Augusto Lopez Gallego" userId="0dfa9112-9251-4882-b472-cf2dfcee09d1" providerId="ADAL" clId="{17EA8DB0-730E-4694-B938-616ED8A60A40}" dt="2023-05-29T12:45:04.523" v="151" actId="108"/>
          <ac:spMkLst>
            <pc:docMk/>
            <pc:sldMk cId="1434503912" sldId="1072"/>
            <ac:spMk id="5" creationId="{4F200349-B25C-4D89-A8ED-7FB8213F4C35}"/>
          </ac:spMkLst>
        </pc:spChg>
        <pc:spChg chg="del">
          <ac:chgData name="Cesar Augusto Lopez Gallego" userId="0dfa9112-9251-4882-b472-cf2dfcee09d1" providerId="ADAL" clId="{17EA8DB0-730E-4694-B938-616ED8A60A40}" dt="2023-05-29T12:41:08.556" v="104" actId="478"/>
          <ac:spMkLst>
            <pc:docMk/>
            <pc:sldMk cId="1434503912" sldId="1072"/>
            <ac:spMk id="7" creationId="{2A0801E8-A1CA-4ECF-B4E6-5874BE4B4A12}"/>
          </ac:spMkLst>
        </pc:spChg>
        <pc:spChg chg="mod">
          <ac:chgData name="Cesar Augusto Lopez Gallego" userId="0dfa9112-9251-4882-b472-cf2dfcee09d1" providerId="ADAL" clId="{17EA8DB0-730E-4694-B938-616ED8A60A40}" dt="2023-05-29T12:41:19.842" v="106" actId="1076"/>
          <ac:spMkLst>
            <pc:docMk/>
            <pc:sldMk cId="1434503912" sldId="1072"/>
            <ac:spMk id="9" creationId="{9E68A1C4-E17E-475C-93B7-3ADD16B7AD12}"/>
          </ac:spMkLst>
        </pc:spChg>
        <pc:spChg chg="del">
          <ac:chgData name="Cesar Augusto Lopez Gallego" userId="0dfa9112-9251-4882-b472-cf2dfcee09d1" providerId="ADAL" clId="{17EA8DB0-730E-4694-B938-616ED8A60A40}" dt="2023-05-29T12:41:10.977" v="105" actId="478"/>
          <ac:spMkLst>
            <pc:docMk/>
            <pc:sldMk cId="1434503912" sldId="1072"/>
            <ac:spMk id="10" creationId="{49A489E6-06ED-46A2-8591-C5664E60468E}"/>
          </ac:spMkLst>
        </pc:spChg>
        <pc:picChg chg="del">
          <ac:chgData name="Cesar Augusto Lopez Gallego" userId="0dfa9112-9251-4882-b472-cf2dfcee09d1" providerId="ADAL" clId="{17EA8DB0-730E-4694-B938-616ED8A60A40}" dt="2023-05-29T12:41:08.556" v="104" actId="478"/>
          <ac:picMkLst>
            <pc:docMk/>
            <pc:sldMk cId="1434503912" sldId="1072"/>
            <ac:picMk id="6" creationId="{CE2BE224-9A0D-413B-AF78-8FF36E38819C}"/>
          </ac:picMkLst>
        </pc:picChg>
        <pc:picChg chg="mod">
          <ac:chgData name="Cesar Augusto Lopez Gallego" userId="0dfa9112-9251-4882-b472-cf2dfcee09d1" providerId="ADAL" clId="{17EA8DB0-730E-4694-B938-616ED8A60A40}" dt="2023-05-29T12:41:19.842" v="106" actId="1076"/>
          <ac:picMkLst>
            <pc:docMk/>
            <pc:sldMk cId="1434503912" sldId="1072"/>
            <ac:picMk id="8" creationId="{7D0C11BB-0D39-4559-89FB-5E3F9464966B}"/>
          </ac:picMkLst>
        </pc:picChg>
      </pc:sldChg>
      <pc:sldChg chg="modSp ord">
        <pc:chgData name="Cesar Augusto Lopez Gallego" userId="0dfa9112-9251-4882-b472-cf2dfcee09d1" providerId="ADAL" clId="{17EA8DB0-730E-4694-B938-616ED8A60A40}" dt="2023-05-29T12:58:27.940" v="285" actId="1076"/>
        <pc:sldMkLst>
          <pc:docMk/>
          <pc:sldMk cId="559055256" sldId="1073"/>
        </pc:sldMkLst>
        <pc:spChg chg="mod">
          <ac:chgData name="Cesar Augusto Lopez Gallego" userId="0dfa9112-9251-4882-b472-cf2dfcee09d1" providerId="ADAL" clId="{17EA8DB0-730E-4694-B938-616ED8A60A40}" dt="2023-05-29T12:58:27.940" v="285" actId="1076"/>
          <ac:spMkLst>
            <pc:docMk/>
            <pc:sldMk cId="559055256" sldId="1073"/>
            <ac:spMk id="16387" creationId="{00000000-0000-0000-0000-000000000000}"/>
          </ac:spMkLst>
        </pc:spChg>
        <pc:picChg chg="mod">
          <ac:chgData name="Cesar Augusto Lopez Gallego" userId="0dfa9112-9251-4882-b472-cf2dfcee09d1" providerId="ADAL" clId="{17EA8DB0-730E-4694-B938-616ED8A60A40}" dt="2023-05-29T12:58:23.964" v="284" actId="1076"/>
          <ac:picMkLst>
            <pc:docMk/>
            <pc:sldMk cId="559055256" sldId="1073"/>
            <ac:picMk id="2" creationId="{00000000-0000-0000-0000-000000000000}"/>
          </ac:picMkLst>
        </pc:picChg>
      </pc:sldChg>
      <pc:sldChg chg="modSp">
        <pc:chgData name="Cesar Augusto Lopez Gallego" userId="0dfa9112-9251-4882-b472-cf2dfcee09d1" providerId="ADAL" clId="{17EA8DB0-730E-4694-B938-616ED8A60A40}" dt="2023-06-06T14:39:22.375" v="557" actId="1076"/>
        <pc:sldMkLst>
          <pc:docMk/>
          <pc:sldMk cId="4046643875" sldId="1075"/>
        </pc:sldMkLst>
        <pc:spChg chg="mod">
          <ac:chgData name="Cesar Augusto Lopez Gallego" userId="0dfa9112-9251-4882-b472-cf2dfcee09d1" providerId="ADAL" clId="{17EA8DB0-730E-4694-B938-616ED8A60A40}" dt="2023-06-06T14:39:22.375" v="557" actId="1076"/>
          <ac:spMkLst>
            <pc:docMk/>
            <pc:sldMk cId="4046643875" sldId="1075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17EA8DB0-730E-4694-B938-616ED8A60A40}" dt="2023-06-06T14:38:33.650" v="546" actId="1076"/>
          <ac:spMkLst>
            <pc:docMk/>
            <pc:sldMk cId="4046643875" sldId="1075"/>
            <ac:spMk id="4" creationId="{00000000-0000-0000-0000-000000000000}"/>
          </ac:spMkLst>
        </pc:spChg>
        <pc:spChg chg="mod">
          <ac:chgData name="Cesar Augusto Lopez Gallego" userId="0dfa9112-9251-4882-b472-cf2dfcee09d1" providerId="ADAL" clId="{17EA8DB0-730E-4694-B938-616ED8A60A40}" dt="2023-06-06T14:38:57.264" v="551" actId="1076"/>
          <ac:spMkLst>
            <pc:docMk/>
            <pc:sldMk cId="4046643875" sldId="1075"/>
            <ac:spMk id="6" creationId="{00000000-0000-0000-0000-000000000000}"/>
          </ac:spMkLst>
        </pc:spChg>
        <pc:picChg chg="mod">
          <ac:chgData name="Cesar Augusto Lopez Gallego" userId="0dfa9112-9251-4882-b472-cf2dfcee09d1" providerId="ADAL" clId="{17EA8DB0-730E-4694-B938-616ED8A60A40}" dt="2023-06-06T14:38:38.885" v="547" actId="14100"/>
          <ac:picMkLst>
            <pc:docMk/>
            <pc:sldMk cId="4046643875" sldId="1075"/>
            <ac:picMk id="3" creationId="{00000000-0000-0000-0000-000000000000}"/>
          </ac:picMkLst>
        </pc:picChg>
        <pc:picChg chg="mod">
          <ac:chgData name="Cesar Augusto Lopez Gallego" userId="0dfa9112-9251-4882-b472-cf2dfcee09d1" providerId="ADAL" clId="{17EA8DB0-730E-4694-B938-616ED8A60A40}" dt="2023-06-06T14:39:10.610" v="553" actId="1076"/>
          <ac:picMkLst>
            <pc:docMk/>
            <pc:sldMk cId="4046643875" sldId="1075"/>
            <ac:picMk id="5" creationId="{00000000-0000-0000-0000-000000000000}"/>
          </ac:picMkLst>
        </pc:picChg>
      </pc:sldChg>
      <pc:sldMasterChg chg="delSldLayout">
        <pc:chgData name="Cesar Augusto Lopez Gallego" userId="0dfa9112-9251-4882-b472-cf2dfcee09d1" providerId="ADAL" clId="{17EA8DB0-730E-4694-B938-616ED8A60A40}" dt="2023-06-06T14:58:32.388" v="694" actId="2696"/>
        <pc:sldMasterMkLst>
          <pc:docMk/>
          <pc:sldMasterMk cId="1576273726" sldId="2147483672"/>
        </pc:sldMasterMkLst>
      </pc:sldMasterChg>
    </pc:docChg>
  </pc:docChgLst>
  <pc:docChgLst>
    <pc:chgData name="Cesar Augusto Lopez Gallego" userId="0dfa9112-9251-4882-b472-cf2dfcee09d1" providerId="ADAL" clId="{A735F834-AF86-45BC-8F14-943AB311D741}"/>
    <pc:docChg chg="delSld">
      <pc:chgData name="Cesar Augusto Lopez Gallego" userId="0dfa9112-9251-4882-b472-cf2dfcee09d1" providerId="ADAL" clId="{A735F834-AF86-45BC-8F14-943AB311D741}" dt="2026-04-16T13:18:16.702" v="4" actId="47"/>
      <pc:docMkLst>
        <pc:docMk/>
      </pc:docMkLst>
      <pc:sldChg chg="del">
        <pc:chgData name="Cesar Augusto Lopez Gallego" userId="0dfa9112-9251-4882-b472-cf2dfcee09d1" providerId="ADAL" clId="{A735F834-AF86-45BC-8F14-943AB311D741}" dt="2026-04-16T13:17:58.113" v="0" actId="47"/>
        <pc:sldMkLst>
          <pc:docMk/>
          <pc:sldMk cId="195747870" sldId="389"/>
        </pc:sldMkLst>
      </pc:sldChg>
      <pc:sldChg chg="del">
        <pc:chgData name="Cesar Augusto Lopez Gallego" userId="0dfa9112-9251-4882-b472-cf2dfcee09d1" providerId="ADAL" clId="{A735F834-AF86-45BC-8F14-943AB311D741}" dt="2026-04-16T13:18:02.530" v="1" actId="47"/>
        <pc:sldMkLst>
          <pc:docMk/>
          <pc:sldMk cId="1671348090" sldId="390"/>
        </pc:sldMkLst>
      </pc:sldChg>
      <pc:sldChg chg="del">
        <pc:chgData name="Cesar Augusto Lopez Gallego" userId="0dfa9112-9251-4882-b472-cf2dfcee09d1" providerId="ADAL" clId="{A735F834-AF86-45BC-8F14-943AB311D741}" dt="2026-04-16T13:18:03.872" v="2" actId="47"/>
        <pc:sldMkLst>
          <pc:docMk/>
          <pc:sldMk cId="1732074757" sldId="391"/>
        </pc:sldMkLst>
      </pc:sldChg>
      <pc:sldChg chg="del">
        <pc:chgData name="Cesar Augusto Lopez Gallego" userId="0dfa9112-9251-4882-b472-cf2dfcee09d1" providerId="ADAL" clId="{A735F834-AF86-45BC-8F14-943AB311D741}" dt="2026-04-16T13:18:06.099" v="3" actId="47"/>
        <pc:sldMkLst>
          <pc:docMk/>
          <pc:sldMk cId="4294655906" sldId="392"/>
        </pc:sldMkLst>
      </pc:sldChg>
      <pc:sldChg chg="del">
        <pc:chgData name="Cesar Augusto Lopez Gallego" userId="0dfa9112-9251-4882-b472-cf2dfcee09d1" providerId="ADAL" clId="{A735F834-AF86-45BC-8F14-943AB311D741}" dt="2026-04-16T13:18:16.702" v="4" actId="47"/>
        <pc:sldMkLst>
          <pc:docMk/>
          <pc:sldMk cId="1620600904" sldId="394"/>
        </pc:sldMkLst>
      </pc:sldChg>
      <pc:sldChg chg="del">
        <pc:chgData name="Cesar Augusto Lopez Gallego" userId="0dfa9112-9251-4882-b472-cf2dfcee09d1" providerId="ADAL" clId="{A735F834-AF86-45BC-8F14-943AB311D741}" dt="2026-04-16T13:18:16.702" v="4" actId="47"/>
        <pc:sldMkLst>
          <pc:docMk/>
          <pc:sldMk cId="777515318" sldId="395"/>
        </pc:sldMkLst>
      </pc:sldChg>
      <pc:sldChg chg="del">
        <pc:chgData name="Cesar Augusto Lopez Gallego" userId="0dfa9112-9251-4882-b472-cf2dfcee09d1" providerId="ADAL" clId="{A735F834-AF86-45BC-8F14-943AB311D741}" dt="2026-04-16T13:18:16.702" v="4" actId="47"/>
        <pc:sldMkLst>
          <pc:docMk/>
          <pc:sldMk cId="78511653" sldId="396"/>
        </pc:sldMkLst>
      </pc:sldChg>
      <pc:sldChg chg="del">
        <pc:chgData name="Cesar Augusto Lopez Gallego" userId="0dfa9112-9251-4882-b472-cf2dfcee09d1" providerId="ADAL" clId="{A735F834-AF86-45BC-8F14-943AB311D741}" dt="2026-04-16T13:18:16.702" v="4" actId="47"/>
        <pc:sldMkLst>
          <pc:docMk/>
          <pc:sldMk cId="2872389316" sldId="397"/>
        </pc:sldMkLst>
      </pc:sldChg>
    </pc:docChg>
  </pc:docChgLst>
  <pc:docChgLst>
    <pc:chgData name="Cesar Augusto Lopez Gallego" userId="0dfa9112-9251-4882-b472-cf2dfcee09d1" providerId="ADAL" clId="{B7C4CEC4-540A-4251-8A35-68F06132E7B6}"/>
    <pc:docChg chg="delSld">
      <pc:chgData name="Cesar Augusto Lopez Gallego" userId="0dfa9112-9251-4882-b472-cf2dfcee09d1" providerId="ADAL" clId="{B7C4CEC4-540A-4251-8A35-68F06132E7B6}" dt="2023-10-02T22:32:16.024" v="4" actId="47"/>
      <pc:docMkLst>
        <pc:docMk/>
      </pc:docMkLst>
      <pc:sldChg chg="del">
        <pc:chgData name="Cesar Augusto Lopez Gallego" userId="0dfa9112-9251-4882-b472-cf2dfcee09d1" providerId="ADAL" clId="{B7C4CEC4-540A-4251-8A35-68F06132E7B6}" dt="2023-10-02T22:30:53.955" v="0" actId="47"/>
        <pc:sldMkLst>
          <pc:docMk/>
          <pc:sldMk cId="2367960066" sldId="314"/>
        </pc:sldMkLst>
      </pc:sldChg>
      <pc:sldChg chg="del">
        <pc:chgData name="Cesar Augusto Lopez Gallego" userId="0dfa9112-9251-4882-b472-cf2dfcee09d1" providerId="ADAL" clId="{B7C4CEC4-540A-4251-8A35-68F06132E7B6}" dt="2023-10-02T22:31:02.236" v="1" actId="47"/>
        <pc:sldMkLst>
          <pc:docMk/>
          <pc:sldMk cId="3407585472" sldId="319"/>
        </pc:sldMkLst>
      </pc:sldChg>
      <pc:sldChg chg="del">
        <pc:chgData name="Cesar Augusto Lopez Gallego" userId="0dfa9112-9251-4882-b472-cf2dfcee09d1" providerId="ADAL" clId="{B7C4CEC4-540A-4251-8A35-68F06132E7B6}" dt="2023-10-02T22:31:07.194" v="2" actId="47"/>
        <pc:sldMkLst>
          <pc:docMk/>
          <pc:sldMk cId="826788189" sldId="321"/>
        </pc:sldMkLst>
      </pc:sldChg>
      <pc:sldChg chg="del">
        <pc:chgData name="Cesar Augusto Lopez Gallego" userId="0dfa9112-9251-4882-b472-cf2dfcee09d1" providerId="ADAL" clId="{B7C4CEC4-540A-4251-8A35-68F06132E7B6}" dt="2023-10-02T22:31:30.744" v="3" actId="47"/>
        <pc:sldMkLst>
          <pc:docMk/>
          <pc:sldMk cId="4129624817" sldId="324"/>
        </pc:sldMkLst>
      </pc:sldChg>
      <pc:sldChg chg="del">
        <pc:chgData name="Cesar Augusto Lopez Gallego" userId="0dfa9112-9251-4882-b472-cf2dfcee09d1" providerId="ADAL" clId="{B7C4CEC4-540A-4251-8A35-68F06132E7B6}" dt="2023-10-02T22:32:16.024" v="4" actId="47"/>
        <pc:sldMkLst>
          <pc:docMk/>
          <pc:sldMk cId="3641825456" sldId="328"/>
        </pc:sldMkLst>
      </pc:sldChg>
    </pc:docChg>
  </pc:docChgLst>
  <pc:docChgLst>
    <pc:chgData name="Cesar Augusto Lopez Gallego" userId="0dfa9112-9251-4882-b472-cf2dfcee09d1" providerId="ADAL" clId="{F7378EBB-FE96-4F03-BF75-3B34F0FE2656}"/>
    <pc:docChg chg="custSel delSld modSld sldOrd">
      <pc:chgData name="Cesar Augusto Lopez Gallego" userId="0dfa9112-9251-4882-b472-cf2dfcee09d1" providerId="ADAL" clId="{F7378EBB-FE96-4F03-BF75-3B34F0FE2656}" dt="2024-04-29T17:00:07.874" v="46" actId="47"/>
      <pc:docMkLst>
        <pc:docMk/>
      </pc:docMkLst>
      <pc:sldChg chg="modSp">
        <pc:chgData name="Cesar Augusto Lopez Gallego" userId="0dfa9112-9251-4882-b472-cf2dfcee09d1" providerId="ADAL" clId="{F7378EBB-FE96-4F03-BF75-3B34F0FE2656}" dt="2024-04-29T16:58:57.274" v="0" actId="478"/>
        <pc:sldMkLst>
          <pc:docMk/>
          <pc:sldMk cId="2403082027" sldId="260"/>
        </pc:sldMkLst>
        <pc:graphicFrameChg chg="mod">
          <ac:chgData name="Cesar Augusto Lopez Gallego" userId="0dfa9112-9251-4882-b472-cf2dfcee09d1" providerId="ADAL" clId="{F7378EBB-FE96-4F03-BF75-3B34F0FE2656}" dt="2024-04-29T16:58:57.274" v="0" actId="478"/>
          <ac:graphicFrameMkLst>
            <pc:docMk/>
            <pc:sldMk cId="2403082027" sldId="260"/>
            <ac:graphicFrameMk id="4" creationId="{00000000-0000-0000-0000-000000000000}"/>
          </ac:graphicFrameMkLst>
        </pc:graphicFrameChg>
      </pc:sldChg>
      <pc:sldChg chg="del">
        <pc:chgData name="Cesar Augusto Lopez Gallego" userId="0dfa9112-9251-4882-b472-cf2dfcee09d1" providerId="ADAL" clId="{F7378EBB-FE96-4F03-BF75-3B34F0FE2656}" dt="2024-04-29T16:59:24.863" v="42" actId="47"/>
        <pc:sldMkLst>
          <pc:docMk/>
          <pc:sldMk cId="3917619310" sldId="261"/>
        </pc:sldMkLst>
      </pc:sldChg>
      <pc:sldChg chg="del">
        <pc:chgData name="Cesar Augusto Lopez Gallego" userId="0dfa9112-9251-4882-b472-cf2dfcee09d1" providerId="ADAL" clId="{F7378EBB-FE96-4F03-BF75-3B34F0FE2656}" dt="2024-04-29T16:59:24.863" v="42" actId="47"/>
        <pc:sldMkLst>
          <pc:docMk/>
          <pc:sldMk cId="3136364650" sldId="262"/>
        </pc:sldMkLst>
      </pc:sldChg>
      <pc:sldChg chg="del">
        <pc:chgData name="Cesar Augusto Lopez Gallego" userId="0dfa9112-9251-4882-b472-cf2dfcee09d1" providerId="ADAL" clId="{F7378EBB-FE96-4F03-BF75-3B34F0FE2656}" dt="2024-04-29T16:59:24.863" v="42" actId="47"/>
        <pc:sldMkLst>
          <pc:docMk/>
          <pc:sldMk cId="713783959" sldId="263"/>
        </pc:sldMkLst>
      </pc:sldChg>
      <pc:sldChg chg="del">
        <pc:chgData name="Cesar Augusto Lopez Gallego" userId="0dfa9112-9251-4882-b472-cf2dfcee09d1" providerId="ADAL" clId="{F7378EBB-FE96-4F03-BF75-3B34F0FE2656}" dt="2024-04-29T16:59:29.320" v="43" actId="47"/>
        <pc:sldMkLst>
          <pc:docMk/>
          <pc:sldMk cId="2442175972" sldId="264"/>
        </pc:sldMkLst>
      </pc:sldChg>
      <pc:sldChg chg="ord">
        <pc:chgData name="Cesar Augusto Lopez Gallego" userId="0dfa9112-9251-4882-b472-cf2dfcee09d1" providerId="ADAL" clId="{F7378EBB-FE96-4F03-BF75-3B34F0FE2656}" dt="2024-04-29T16:59:34.276" v="45"/>
        <pc:sldMkLst>
          <pc:docMk/>
          <pc:sldMk cId="2984480405" sldId="265"/>
        </pc:sldMkLst>
      </pc:sldChg>
      <pc:sldChg chg="modSp mod">
        <pc:chgData name="Cesar Augusto Lopez Gallego" userId="0dfa9112-9251-4882-b472-cf2dfcee09d1" providerId="ADAL" clId="{F7378EBB-FE96-4F03-BF75-3B34F0FE2656}" dt="2024-04-29T16:59:14.321" v="41" actId="27636"/>
        <pc:sldMkLst>
          <pc:docMk/>
          <pc:sldMk cId="347766607" sldId="288"/>
        </pc:sldMkLst>
        <pc:spChg chg="mod">
          <ac:chgData name="Cesar Augusto Lopez Gallego" userId="0dfa9112-9251-4882-b472-cf2dfcee09d1" providerId="ADAL" clId="{F7378EBB-FE96-4F03-BF75-3B34F0FE2656}" dt="2024-04-29T16:59:14.321" v="41" actId="27636"/>
          <ac:spMkLst>
            <pc:docMk/>
            <pc:sldMk cId="347766607" sldId="288"/>
            <ac:spMk id="5" creationId="{0E58795F-F304-48F9-AB39-E771483580D8}"/>
          </ac:spMkLst>
        </pc:spChg>
      </pc:sldChg>
      <pc:sldChg chg="del">
        <pc:chgData name="Cesar Augusto Lopez Gallego" userId="0dfa9112-9251-4882-b472-cf2dfcee09d1" providerId="ADAL" clId="{F7378EBB-FE96-4F03-BF75-3B34F0FE2656}" dt="2024-04-29T17:00:07.874" v="46" actId="47"/>
        <pc:sldMkLst>
          <pc:docMk/>
          <pc:sldMk cId="899707865" sldId="309"/>
        </pc:sldMkLst>
      </pc:sldChg>
      <pc:sldChg chg="del">
        <pc:chgData name="Cesar Augusto Lopez Gallego" userId="0dfa9112-9251-4882-b472-cf2dfcee09d1" providerId="ADAL" clId="{F7378EBB-FE96-4F03-BF75-3B34F0FE2656}" dt="2024-04-29T17:00:07.874" v="46" actId="47"/>
        <pc:sldMkLst>
          <pc:docMk/>
          <pc:sldMk cId="1075269959" sldId="310"/>
        </pc:sldMkLst>
      </pc:sldChg>
      <pc:sldChg chg="del">
        <pc:chgData name="Cesar Augusto Lopez Gallego" userId="0dfa9112-9251-4882-b472-cf2dfcee09d1" providerId="ADAL" clId="{F7378EBB-FE96-4F03-BF75-3B34F0FE2656}" dt="2024-04-29T17:00:07.874" v="46" actId="47"/>
        <pc:sldMkLst>
          <pc:docMk/>
          <pc:sldMk cId="1109172396" sldId="311"/>
        </pc:sldMkLst>
      </pc:sldChg>
      <pc:sldChg chg="del">
        <pc:chgData name="Cesar Augusto Lopez Gallego" userId="0dfa9112-9251-4882-b472-cf2dfcee09d1" providerId="ADAL" clId="{F7378EBB-FE96-4F03-BF75-3B34F0FE2656}" dt="2024-04-29T17:00:07.874" v="46" actId="47"/>
        <pc:sldMkLst>
          <pc:docMk/>
          <pc:sldMk cId="218635393" sldId="312"/>
        </pc:sldMkLst>
      </pc:sldChg>
      <pc:sldChg chg="del">
        <pc:chgData name="Cesar Augusto Lopez Gallego" userId="0dfa9112-9251-4882-b472-cf2dfcee09d1" providerId="ADAL" clId="{F7378EBB-FE96-4F03-BF75-3B34F0FE2656}" dt="2024-04-29T17:00:07.874" v="46" actId="47"/>
        <pc:sldMkLst>
          <pc:docMk/>
          <pc:sldMk cId="2243778039" sldId="313"/>
        </pc:sldMkLst>
      </pc:sldChg>
      <pc:sldChg chg="del">
        <pc:chgData name="Cesar Augusto Lopez Gallego" userId="0dfa9112-9251-4882-b472-cf2dfcee09d1" providerId="ADAL" clId="{F7378EBB-FE96-4F03-BF75-3B34F0FE2656}" dt="2024-04-29T17:00:07.874" v="46" actId="47"/>
        <pc:sldMkLst>
          <pc:docMk/>
          <pc:sldMk cId="4195423548" sldId="315"/>
        </pc:sldMkLst>
      </pc:sldChg>
      <pc:sldChg chg="del">
        <pc:chgData name="Cesar Augusto Lopez Gallego" userId="0dfa9112-9251-4882-b472-cf2dfcee09d1" providerId="ADAL" clId="{F7378EBB-FE96-4F03-BF75-3B34F0FE2656}" dt="2024-04-29T17:00:07.874" v="46" actId="47"/>
        <pc:sldMkLst>
          <pc:docMk/>
          <pc:sldMk cId="3237143741" sldId="316"/>
        </pc:sldMkLst>
      </pc:sldChg>
      <pc:sldChg chg="del">
        <pc:chgData name="Cesar Augusto Lopez Gallego" userId="0dfa9112-9251-4882-b472-cf2dfcee09d1" providerId="ADAL" clId="{F7378EBB-FE96-4F03-BF75-3B34F0FE2656}" dt="2024-04-29T17:00:07.874" v="46" actId="47"/>
        <pc:sldMkLst>
          <pc:docMk/>
          <pc:sldMk cId="2697980256" sldId="317"/>
        </pc:sldMkLst>
      </pc:sldChg>
      <pc:sldChg chg="del">
        <pc:chgData name="Cesar Augusto Lopez Gallego" userId="0dfa9112-9251-4882-b472-cf2dfcee09d1" providerId="ADAL" clId="{F7378EBB-FE96-4F03-BF75-3B34F0FE2656}" dt="2024-04-29T17:00:07.874" v="46" actId="47"/>
        <pc:sldMkLst>
          <pc:docMk/>
          <pc:sldMk cId="2864183545" sldId="318"/>
        </pc:sldMkLst>
      </pc:sldChg>
      <pc:sldChg chg="del">
        <pc:chgData name="Cesar Augusto Lopez Gallego" userId="0dfa9112-9251-4882-b472-cf2dfcee09d1" providerId="ADAL" clId="{F7378EBB-FE96-4F03-BF75-3B34F0FE2656}" dt="2024-04-29T17:00:07.874" v="46" actId="47"/>
        <pc:sldMkLst>
          <pc:docMk/>
          <pc:sldMk cId="739298260" sldId="320"/>
        </pc:sldMkLst>
      </pc:sldChg>
      <pc:sldChg chg="del">
        <pc:chgData name="Cesar Augusto Lopez Gallego" userId="0dfa9112-9251-4882-b472-cf2dfcee09d1" providerId="ADAL" clId="{F7378EBB-FE96-4F03-BF75-3B34F0FE2656}" dt="2024-04-29T17:00:07.874" v="46" actId="47"/>
        <pc:sldMkLst>
          <pc:docMk/>
          <pc:sldMk cId="2855235251" sldId="325"/>
        </pc:sldMkLst>
      </pc:sldChg>
      <pc:sldChg chg="del">
        <pc:chgData name="Cesar Augusto Lopez Gallego" userId="0dfa9112-9251-4882-b472-cf2dfcee09d1" providerId="ADAL" clId="{F7378EBB-FE96-4F03-BF75-3B34F0FE2656}" dt="2024-04-29T17:00:07.874" v="46" actId="47"/>
        <pc:sldMkLst>
          <pc:docMk/>
          <pc:sldMk cId="185552210" sldId="326"/>
        </pc:sldMkLst>
      </pc:sldChg>
      <pc:sldChg chg="del">
        <pc:chgData name="Cesar Augusto Lopez Gallego" userId="0dfa9112-9251-4882-b472-cf2dfcee09d1" providerId="ADAL" clId="{F7378EBB-FE96-4F03-BF75-3B34F0FE2656}" dt="2024-04-29T17:00:07.874" v="46" actId="47"/>
        <pc:sldMkLst>
          <pc:docMk/>
          <pc:sldMk cId="1018057764" sldId="327"/>
        </pc:sldMkLst>
      </pc:sldChg>
      <pc:sldChg chg="del">
        <pc:chgData name="Cesar Augusto Lopez Gallego" userId="0dfa9112-9251-4882-b472-cf2dfcee09d1" providerId="ADAL" clId="{F7378EBB-FE96-4F03-BF75-3B34F0FE2656}" dt="2024-04-29T17:00:07.874" v="46" actId="47"/>
        <pc:sldMkLst>
          <pc:docMk/>
          <pc:sldMk cId="225647833" sldId="329"/>
        </pc:sldMkLst>
      </pc:sldChg>
      <pc:sldChg chg="del">
        <pc:chgData name="Cesar Augusto Lopez Gallego" userId="0dfa9112-9251-4882-b472-cf2dfcee09d1" providerId="ADAL" clId="{F7378EBB-FE96-4F03-BF75-3B34F0FE2656}" dt="2024-04-29T17:00:07.874" v="46" actId="47"/>
        <pc:sldMkLst>
          <pc:docMk/>
          <pc:sldMk cId="3839210219" sldId="330"/>
        </pc:sldMkLst>
      </pc:sldChg>
      <pc:sldChg chg="del">
        <pc:chgData name="Cesar Augusto Lopez Gallego" userId="0dfa9112-9251-4882-b472-cf2dfcee09d1" providerId="ADAL" clId="{F7378EBB-FE96-4F03-BF75-3B34F0FE2656}" dt="2024-04-29T17:00:07.874" v="46" actId="47"/>
        <pc:sldMkLst>
          <pc:docMk/>
          <pc:sldMk cId="792397110" sldId="332"/>
        </pc:sldMkLst>
      </pc:sldChg>
      <pc:sldChg chg="del">
        <pc:chgData name="Cesar Augusto Lopez Gallego" userId="0dfa9112-9251-4882-b472-cf2dfcee09d1" providerId="ADAL" clId="{F7378EBB-FE96-4F03-BF75-3B34F0FE2656}" dt="2024-04-29T17:00:07.874" v="46" actId="47"/>
        <pc:sldMkLst>
          <pc:docMk/>
          <pc:sldMk cId="739550670" sldId="333"/>
        </pc:sldMkLst>
      </pc:sldChg>
      <pc:sldChg chg="del">
        <pc:chgData name="Cesar Augusto Lopez Gallego" userId="0dfa9112-9251-4882-b472-cf2dfcee09d1" providerId="ADAL" clId="{F7378EBB-FE96-4F03-BF75-3B34F0FE2656}" dt="2024-04-29T17:00:07.874" v="46" actId="47"/>
        <pc:sldMkLst>
          <pc:docMk/>
          <pc:sldMk cId="3758514453" sldId="334"/>
        </pc:sldMkLst>
      </pc:sldChg>
      <pc:sldChg chg="del">
        <pc:chgData name="Cesar Augusto Lopez Gallego" userId="0dfa9112-9251-4882-b472-cf2dfcee09d1" providerId="ADAL" clId="{F7378EBB-FE96-4F03-BF75-3B34F0FE2656}" dt="2024-04-29T16:59:29.320" v="43" actId="47"/>
        <pc:sldMkLst>
          <pc:docMk/>
          <pc:sldMk cId="3123133346" sldId="338"/>
        </pc:sldMkLst>
      </pc:sldChg>
      <pc:sldChg chg="del">
        <pc:chgData name="Cesar Augusto Lopez Gallego" userId="0dfa9112-9251-4882-b472-cf2dfcee09d1" providerId="ADAL" clId="{F7378EBB-FE96-4F03-BF75-3B34F0FE2656}" dt="2024-04-29T16:59:24.863" v="42" actId="47"/>
        <pc:sldMkLst>
          <pc:docMk/>
          <pc:sldMk cId="3800937275" sldId="354"/>
        </pc:sldMkLst>
      </pc:sldChg>
      <pc:sldChg chg="del">
        <pc:chgData name="Cesar Augusto Lopez Gallego" userId="0dfa9112-9251-4882-b472-cf2dfcee09d1" providerId="ADAL" clId="{F7378EBB-FE96-4F03-BF75-3B34F0FE2656}" dt="2024-04-29T16:59:29.320" v="43" actId="47"/>
        <pc:sldMkLst>
          <pc:docMk/>
          <pc:sldMk cId="61576878" sldId="380"/>
        </pc:sldMkLst>
      </pc:sldChg>
      <pc:sldChg chg="del">
        <pc:chgData name="Cesar Augusto Lopez Gallego" userId="0dfa9112-9251-4882-b472-cf2dfcee09d1" providerId="ADAL" clId="{F7378EBB-FE96-4F03-BF75-3B34F0FE2656}" dt="2024-04-29T17:00:07.874" v="46" actId="47"/>
        <pc:sldMkLst>
          <pc:docMk/>
          <pc:sldMk cId="4143059303" sldId="1060"/>
        </pc:sldMkLst>
      </pc:sldChg>
      <pc:sldChg chg="del">
        <pc:chgData name="Cesar Augusto Lopez Gallego" userId="0dfa9112-9251-4882-b472-cf2dfcee09d1" providerId="ADAL" clId="{F7378EBB-FE96-4F03-BF75-3B34F0FE2656}" dt="2024-04-29T17:00:07.874" v="46" actId="47"/>
        <pc:sldMkLst>
          <pc:docMk/>
          <pc:sldMk cId="691738529" sldId="1074"/>
        </pc:sldMkLst>
      </pc:sldChg>
      <pc:sldChg chg="del">
        <pc:chgData name="Cesar Augusto Lopez Gallego" userId="0dfa9112-9251-4882-b472-cf2dfcee09d1" providerId="ADAL" clId="{F7378EBB-FE96-4F03-BF75-3B34F0FE2656}" dt="2024-04-29T17:00:07.874" v="46" actId="47"/>
        <pc:sldMkLst>
          <pc:docMk/>
          <pc:sldMk cId="4046643875" sldId="1075"/>
        </pc:sldMkLst>
      </pc:sldChg>
    </pc:docChg>
  </pc:docChgLst>
  <pc:docChgLst>
    <pc:chgData name="Cesar Augusto Lopez Gallego" userId="0dfa9112-9251-4882-b472-cf2dfcee09d1" providerId="ADAL" clId="{501A0BFC-28CB-4013-9E64-11B18B096761}"/>
    <pc:docChg chg="undo custSel addSld delSld modSld sldOrd">
      <pc:chgData name="Cesar Augusto Lopez Gallego" userId="0dfa9112-9251-4882-b472-cf2dfcee09d1" providerId="ADAL" clId="{501A0BFC-28CB-4013-9E64-11B18B096761}" dt="2025-04-28T18:43:19.488" v="392" actId="14100"/>
      <pc:docMkLst>
        <pc:docMk/>
      </pc:docMkLst>
      <pc:sldChg chg="del">
        <pc:chgData name="Cesar Augusto Lopez Gallego" userId="0dfa9112-9251-4882-b472-cf2dfcee09d1" providerId="ADAL" clId="{501A0BFC-28CB-4013-9E64-11B18B096761}" dt="2025-04-28T12:48:28.563" v="13" actId="47"/>
        <pc:sldMkLst>
          <pc:docMk/>
          <pc:sldMk cId="3989630663" sldId="259"/>
        </pc:sldMkLst>
      </pc:sldChg>
      <pc:sldChg chg="del">
        <pc:chgData name="Cesar Augusto Lopez Gallego" userId="0dfa9112-9251-4882-b472-cf2dfcee09d1" providerId="ADAL" clId="{501A0BFC-28CB-4013-9E64-11B18B096761}" dt="2025-04-28T12:48:47.253" v="14" actId="47"/>
        <pc:sldMkLst>
          <pc:docMk/>
          <pc:sldMk cId="2403082027" sldId="260"/>
        </pc:sldMkLst>
      </pc:sldChg>
      <pc:sldChg chg="modSp">
        <pc:chgData name="Cesar Augusto Lopez Gallego" userId="0dfa9112-9251-4882-b472-cf2dfcee09d1" providerId="ADAL" clId="{501A0BFC-28CB-4013-9E64-11B18B096761}" dt="2025-04-28T16:32:58.141" v="210" actId="108"/>
        <pc:sldMkLst>
          <pc:docMk/>
          <pc:sldMk cId="356352233" sldId="264"/>
        </pc:sldMkLst>
        <pc:spChg chg="mod">
          <ac:chgData name="Cesar Augusto Lopez Gallego" userId="0dfa9112-9251-4882-b472-cf2dfcee09d1" providerId="ADAL" clId="{501A0BFC-28CB-4013-9E64-11B18B096761}" dt="2025-04-28T16:32:58.141" v="210" actId="108"/>
          <ac:spMkLst>
            <pc:docMk/>
            <pc:sldMk cId="356352233" sldId="264"/>
            <ac:spMk id="12291" creationId="{00000000-0000-0000-0000-000000000000}"/>
          </ac:spMkLst>
        </pc:spChg>
      </pc:sldChg>
      <pc:sldChg chg="modSp">
        <pc:chgData name="Cesar Augusto Lopez Gallego" userId="0dfa9112-9251-4882-b472-cf2dfcee09d1" providerId="ADAL" clId="{501A0BFC-28CB-4013-9E64-11B18B096761}" dt="2025-04-28T12:54:19.320" v="153"/>
        <pc:sldMkLst>
          <pc:docMk/>
          <pc:sldMk cId="2984480405" sldId="265"/>
        </pc:sldMkLst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2984480405" sldId="265"/>
            <ac:spMk id="7" creationId="{AFF9DDCA-7849-20DE-6797-4F0B88A55788}"/>
          </ac:spMkLst>
        </pc:spChg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2984480405" sldId="265"/>
            <ac:spMk id="8" creationId="{C9722EB2-79EE-A5D2-E2E6-0CA0A18D34CA}"/>
          </ac:spMkLst>
        </pc:spChg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2984480405" sldId="265"/>
            <ac:spMk id="9" creationId="{41E43321-D22E-73D1-9069-82AA3771B485}"/>
          </ac:spMkLst>
        </pc:spChg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2984480405" sldId="265"/>
            <ac:spMk id="10" creationId="{BEAD453B-7C23-E452-A153-EAFD535AFB5D}"/>
          </ac:spMkLst>
        </pc:spChg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2984480405" sldId="265"/>
            <ac:spMk id="11" creationId="{3D466E84-C212-F798-EFB0-CE2805B9CE10}"/>
          </ac:spMkLst>
        </pc:spChg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2984480405" sldId="265"/>
            <ac:spMk id="12" creationId="{30012AE1-4438-8B5A-791B-29774B15C7E1}"/>
          </ac:spMkLst>
        </pc:spChg>
        <pc:grpChg chg="mod">
          <ac:chgData name="Cesar Augusto Lopez Gallego" userId="0dfa9112-9251-4882-b472-cf2dfcee09d1" providerId="ADAL" clId="{501A0BFC-28CB-4013-9E64-11B18B096761}" dt="2025-04-28T12:54:19.320" v="153"/>
          <ac:grpSpMkLst>
            <pc:docMk/>
            <pc:sldMk cId="2984480405" sldId="265"/>
            <ac:grpSpMk id="5" creationId="{C39E74E9-3F08-1607-4D9A-58970238C518}"/>
          </ac:grpSpMkLst>
        </pc:grpChg>
        <pc:picChg chg="mod">
          <ac:chgData name="Cesar Augusto Lopez Gallego" userId="0dfa9112-9251-4882-b472-cf2dfcee09d1" providerId="ADAL" clId="{501A0BFC-28CB-4013-9E64-11B18B096761}" dt="2025-04-28T12:54:19.320" v="153"/>
          <ac:picMkLst>
            <pc:docMk/>
            <pc:sldMk cId="2984480405" sldId="265"/>
            <ac:picMk id="6" creationId="{379555DC-8373-71AC-BE32-98F1A93B3045}"/>
          </ac:picMkLst>
        </pc:picChg>
      </pc:sldChg>
      <pc:sldChg chg="del">
        <pc:chgData name="Cesar Augusto Lopez Gallego" userId="0dfa9112-9251-4882-b472-cf2dfcee09d1" providerId="ADAL" clId="{501A0BFC-28CB-4013-9E64-11B18B096761}" dt="2025-04-28T12:48:51.992" v="15" actId="47"/>
        <pc:sldMkLst>
          <pc:docMk/>
          <pc:sldMk cId="261378303" sldId="269"/>
        </pc:sldMkLst>
      </pc:sldChg>
      <pc:sldChg chg="del">
        <pc:chgData name="Cesar Augusto Lopez Gallego" userId="0dfa9112-9251-4882-b472-cf2dfcee09d1" providerId="ADAL" clId="{501A0BFC-28CB-4013-9E64-11B18B096761}" dt="2025-04-28T12:49:48.125" v="29" actId="47"/>
        <pc:sldMkLst>
          <pc:docMk/>
          <pc:sldMk cId="1560914805" sldId="271"/>
        </pc:sldMkLst>
      </pc:sldChg>
      <pc:sldChg chg="del">
        <pc:chgData name="Cesar Augusto Lopez Gallego" userId="0dfa9112-9251-4882-b472-cf2dfcee09d1" providerId="ADAL" clId="{501A0BFC-28CB-4013-9E64-11B18B096761}" dt="2025-04-28T12:49:42.672" v="28" actId="47"/>
        <pc:sldMkLst>
          <pc:docMk/>
          <pc:sldMk cId="3804895820" sldId="272"/>
        </pc:sldMkLst>
      </pc:sldChg>
      <pc:sldChg chg="del">
        <pc:chgData name="Cesar Augusto Lopez Gallego" userId="0dfa9112-9251-4882-b472-cf2dfcee09d1" providerId="ADAL" clId="{501A0BFC-28CB-4013-9E64-11B18B096761}" dt="2025-04-28T12:49:53.102" v="30" actId="47"/>
        <pc:sldMkLst>
          <pc:docMk/>
          <pc:sldMk cId="1651157084" sldId="274"/>
        </pc:sldMkLst>
      </pc:sldChg>
      <pc:sldChg chg="modSp">
        <pc:chgData name="Cesar Augusto Lopez Gallego" userId="0dfa9112-9251-4882-b472-cf2dfcee09d1" providerId="ADAL" clId="{501A0BFC-28CB-4013-9E64-11B18B096761}" dt="2025-04-28T12:53:23.454" v="143" actId="20577"/>
        <pc:sldMkLst>
          <pc:docMk/>
          <pc:sldMk cId="3426075293" sldId="275"/>
        </pc:sldMkLst>
        <pc:spChg chg="mod">
          <ac:chgData name="Cesar Augusto Lopez Gallego" userId="0dfa9112-9251-4882-b472-cf2dfcee09d1" providerId="ADAL" clId="{501A0BFC-28CB-4013-9E64-11B18B096761}" dt="2025-04-28T12:53:23.454" v="143" actId="20577"/>
          <ac:spMkLst>
            <pc:docMk/>
            <pc:sldMk cId="3426075293" sldId="275"/>
            <ac:spMk id="2" creationId="{00000000-0000-0000-0000-000000000000}"/>
          </ac:spMkLst>
        </pc:spChg>
      </pc:sldChg>
      <pc:sldChg chg="modSp del">
        <pc:chgData name="Cesar Augusto Lopez Gallego" userId="0dfa9112-9251-4882-b472-cf2dfcee09d1" providerId="ADAL" clId="{501A0BFC-28CB-4013-9E64-11B18B096761}" dt="2025-04-28T13:21:06.008" v="167" actId="47"/>
        <pc:sldMkLst>
          <pc:docMk/>
          <pc:sldMk cId="274156589" sldId="276"/>
        </pc:sldMkLst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274156589" sldId="276"/>
            <ac:spMk id="4" creationId="{00000000-0000-0000-0000-000000000000}"/>
          </ac:spMkLst>
        </pc:spChg>
      </pc:sldChg>
      <pc:sldChg chg="modSp del mod">
        <pc:chgData name="Cesar Augusto Lopez Gallego" userId="0dfa9112-9251-4882-b472-cf2dfcee09d1" providerId="ADAL" clId="{501A0BFC-28CB-4013-9E64-11B18B096761}" dt="2025-04-28T12:53:39.160" v="144" actId="47"/>
        <pc:sldMkLst>
          <pc:docMk/>
          <pc:sldMk cId="1049725602" sldId="278"/>
        </pc:sldMkLst>
        <pc:spChg chg="mod">
          <ac:chgData name="Cesar Augusto Lopez Gallego" userId="0dfa9112-9251-4882-b472-cf2dfcee09d1" providerId="ADAL" clId="{501A0BFC-28CB-4013-9E64-11B18B096761}" dt="2025-04-28T12:52:12.229" v="96"/>
          <ac:spMkLst>
            <pc:docMk/>
            <pc:sldMk cId="1049725602" sldId="278"/>
            <ac:spMk id="7" creationId="{00000000-0000-0000-0000-000000000000}"/>
          </ac:spMkLst>
        </pc:spChg>
        <pc:spChg chg="mod">
          <ac:chgData name="Cesar Augusto Lopez Gallego" userId="0dfa9112-9251-4882-b472-cf2dfcee09d1" providerId="ADAL" clId="{501A0BFC-28CB-4013-9E64-11B18B096761}" dt="2025-04-28T12:52:12.229" v="96"/>
          <ac:spMkLst>
            <pc:docMk/>
            <pc:sldMk cId="1049725602" sldId="278"/>
            <ac:spMk id="8" creationId="{00000000-0000-0000-0000-000000000000}"/>
          </ac:spMkLst>
        </pc:spChg>
        <pc:spChg chg="mod">
          <ac:chgData name="Cesar Augusto Lopez Gallego" userId="0dfa9112-9251-4882-b472-cf2dfcee09d1" providerId="ADAL" clId="{501A0BFC-28CB-4013-9E64-11B18B096761}" dt="2025-04-28T12:52:12.229" v="96"/>
          <ac:spMkLst>
            <pc:docMk/>
            <pc:sldMk cId="1049725602" sldId="278"/>
            <ac:spMk id="9" creationId="{00000000-0000-0000-0000-000000000000}"/>
          </ac:spMkLst>
        </pc:spChg>
        <pc:spChg chg="mod">
          <ac:chgData name="Cesar Augusto Lopez Gallego" userId="0dfa9112-9251-4882-b472-cf2dfcee09d1" providerId="ADAL" clId="{501A0BFC-28CB-4013-9E64-11B18B096761}" dt="2025-04-28T12:52:12.229" v="96"/>
          <ac:spMkLst>
            <pc:docMk/>
            <pc:sldMk cId="1049725602" sldId="278"/>
            <ac:spMk id="10" creationId="{00000000-0000-0000-0000-000000000000}"/>
          </ac:spMkLst>
        </pc:spChg>
        <pc:spChg chg="mod">
          <ac:chgData name="Cesar Augusto Lopez Gallego" userId="0dfa9112-9251-4882-b472-cf2dfcee09d1" providerId="ADAL" clId="{501A0BFC-28CB-4013-9E64-11B18B096761}" dt="2025-04-28T12:52:12.417" v="101" actId="27636"/>
          <ac:spMkLst>
            <pc:docMk/>
            <pc:sldMk cId="1049725602" sldId="278"/>
            <ac:spMk id="11" creationId="{00000000-0000-0000-0000-000000000000}"/>
          </ac:spMkLst>
        </pc:spChg>
      </pc:sldChg>
      <pc:sldChg chg="modSp del">
        <pc:chgData name="Cesar Augusto Lopez Gallego" userId="0dfa9112-9251-4882-b472-cf2dfcee09d1" providerId="ADAL" clId="{501A0BFC-28CB-4013-9E64-11B18B096761}" dt="2025-04-28T12:53:46.946" v="147" actId="47"/>
        <pc:sldMkLst>
          <pc:docMk/>
          <pc:sldMk cId="1736303166" sldId="279"/>
        </pc:sldMkLst>
        <pc:spChg chg="mod">
          <ac:chgData name="Cesar Augusto Lopez Gallego" userId="0dfa9112-9251-4882-b472-cf2dfcee09d1" providerId="ADAL" clId="{501A0BFC-28CB-4013-9E64-11B18B096761}" dt="2025-04-28T12:52:12.229" v="96"/>
          <ac:spMkLst>
            <pc:docMk/>
            <pc:sldMk cId="1736303166" sldId="279"/>
            <ac:spMk id="4" creationId="{00000000-0000-0000-0000-000000000000}"/>
          </ac:spMkLst>
        </pc:spChg>
      </pc:sldChg>
      <pc:sldChg chg="modSp del mod">
        <pc:chgData name="Cesar Augusto Lopez Gallego" userId="0dfa9112-9251-4882-b472-cf2dfcee09d1" providerId="ADAL" clId="{501A0BFC-28CB-4013-9E64-11B18B096761}" dt="2025-04-28T12:53:48.093" v="148" actId="47"/>
        <pc:sldMkLst>
          <pc:docMk/>
          <pc:sldMk cId="1264832308" sldId="281"/>
        </pc:sldMkLst>
        <pc:spChg chg="mod">
          <ac:chgData name="Cesar Augusto Lopez Gallego" userId="0dfa9112-9251-4882-b472-cf2dfcee09d1" providerId="ADAL" clId="{501A0BFC-28CB-4013-9E64-11B18B096761}" dt="2025-04-28T12:52:12.432" v="103" actId="27636"/>
          <ac:spMkLst>
            <pc:docMk/>
            <pc:sldMk cId="1264832308" sldId="281"/>
            <ac:spMk id="5" creationId="{00000000-0000-0000-0000-000000000000}"/>
          </ac:spMkLst>
        </pc:spChg>
      </pc:sldChg>
      <pc:sldChg chg="modSp del mod">
        <pc:chgData name="Cesar Augusto Lopez Gallego" userId="0dfa9112-9251-4882-b472-cf2dfcee09d1" providerId="ADAL" clId="{501A0BFC-28CB-4013-9E64-11B18B096761}" dt="2025-04-28T12:53:48.738" v="149" actId="47"/>
        <pc:sldMkLst>
          <pc:docMk/>
          <pc:sldMk cId="2249624701" sldId="282"/>
        </pc:sldMkLst>
        <pc:spChg chg="mod">
          <ac:chgData name="Cesar Augusto Lopez Gallego" userId="0dfa9112-9251-4882-b472-cf2dfcee09d1" providerId="ADAL" clId="{501A0BFC-28CB-4013-9E64-11B18B096761}" dt="2025-04-28T12:52:12.448" v="104" actId="27636"/>
          <ac:spMkLst>
            <pc:docMk/>
            <pc:sldMk cId="2249624701" sldId="282"/>
            <ac:spMk id="6" creationId="{00000000-0000-0000-0000-000000000000}"/>
          </ac:spMkLst>
        </pc:spChg>
      </pc:sldChg>
      <pc:sldChg chg="del">
        <pc:chgData name="Cesar Augusto Lopez Gallego" userId="0dfa9112-9251-4882-b472-cf2dfcee09d1" providerId="ADAL" clId="{501A0BFC-28CB-4013-9E64-11B18B096761}" dt="2025-04-28T13:21:08.699" v="169" actId="47"/>
        <pc:sldMkLst>
          <pc:docMk/>
          <pc:sldMk cId="1646315300" sldId="283"/>
        </pc:sldMkLst>
      </pc:sldChg>
      <pc:sldChg chg="del">
        <pc:chgData name="Cesar Augusto Lopez Gallego" userId="0dfa9112-9251-4882-b472-cf2dfcee09d1" providerId="ADAL" clId="{501A0BFC-28CB-4013-9E64-11B18B096761}" dt="2025-04-28T13:21:09.622" v="170" actId="47"/>
        <pc:sldMkLst>
          <pc:docMk/>
          <pc:sldMk cId="2318565804" sldId="284"/>
        </pc:sldMkLst>
      </pc:sldChg>
      <pc:sldChg chg="modSp del">
        <pc:chgData name="Cesar Augusto Lopez Gallego" userId="0dfa9112-9251-4882-b472-cf2dfcee09d1" providerId="ADAL" clId="{501A0BFC-28CB-4013-9E64-11B18B096761}" dt="2025-04-28T13:21:11.873" v="172" actId="47"/>
        <pc:sldMkLst>
          <pc:docMk/>
          <pc:sldMk cId="3366185272" sldId="285"/>
        </pc:sldMkLst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3366185272" sldId="285"/>
            <ac:spMk id="4" creationId="{00000000-0000-0000-0000-000000000000}"/>
          </ac:spMkLst>
        </pc:spChg>
      </pc:sldChg>
      <pc:sldChg chg="modSp del">
        <pc:chgData name="Cesar Augusto Lopez Gallego" userId="0dfa9112-9251-4882-b472-cf2dfcee09d1" providerId="ADAL" clId="{501A0BFC-28CB-4013-9E64-11B18B096761}" dt="2025-04-28T13:21:12.560" v="173" actId="47"/>
        <pc:sldMkLst>
          <pc:docMk/>
          <pc:sldMk cId="3684070518" sldId="286"/>
        </pc:sldMkLst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3684070518" sldId="286"/>
            <ac:spMk id="3" creationId="{00000000-0000-0000-0000-000000000000}"/>
          </ac:spMkLst>
        </pc:spChg>
      </pc:sldChg>
      <pc:sldChg chg="modSp del">
        <pc:chgData name="Cesar Augusto Lopez Gallego" userId="0dfa9112-9251-4882-b472-cf2dfcee09d1" providerId="ADAL" clId="{501A0BFC-28CB-4013-9E64-11B18B096761}" dt="2025-04-28T13:21:13.751" v="174" actId="47"/>
        <pc:sldMkLst>
          <pc:docMk/>
          <pc:sldMk cId="992955932" sldId="287"/>
        </pc:sldMkLst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992955932" sldId="287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992955932" sldId="287"/>
            <ac:spMk id="3" creationId="{00000000-0000-0000-0000-000000000000}"/>
          </ac:spMkLst>
        </pc:spChg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992955932" sldId="287"/>
            <ac:spMk id="11" creationId="{3D26A9C8-EAF6-4F04-A7C7-4688F99506D6}"/>
          </ac:spMkLst>
        </pc:spChg>
      </pc:sldChg>
      <pc:sldChg chg="modSp mod">
        <pc:chgData name="Cesar Augusto Lopez Gallego" userId="0dfa9112-9251-4882-b472-cf2dfcee09d1" providerId="ADAL" clId="{501A0BFC-28CB-4013-9E64-11B18B096761}" dt="2025-04-28T12:54:19.320" v="153"/>
        <pc:sldMkLst>
          <pc:docMk/>
          <pc:sldMk cId="347766607" sldId="288"/>
        </pc:sldMkLst>
        <pc:spChg chg="mod">
          <ac:chgData name="Cesar Augusto Lopez Gallego" userId="0dfa9112-9251-4882-b472-cf2dfcee09d1" providerId="ADAL" clId="{501A0BFC-28CB-4013-9E64-11B18B096761}" dt="2025-04-28T12:51:20.527" v="95" actId="20577"/>
          <ac:spMkLst>
            <pc:docMk/>
            <pc:sldMk cId="347766607" sldId="288"/>
            <ac:spMk id="4" creationId="{80EECCFD-9B27-452F-96D2-F5B4D5F05257}"/>
          </ac:spMkLst>
        </pc:spChg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347766607" sldId="288"/>
            <ac:spMk id="5" creationId="{0E58795F-F304-48F9-AB39-E771483580D8}"/>
          </ac:spMkLst>
        </pc:spChg>
      </pc:sldChg>
      <pc:sldChg chg="modSp mod">
        <pc:chgData name="Cesar Augusto Lopez Gallego" userId="0dfa9112-9251-4882-b472-cf2dfcee09d1" providerId="ADAL" clId="{501A0BFC-28CB-4013-9E64-11B18B096761}" dt="2025-04-28T12:54:19.464" v="154" actId="27636"/>
        <pc:sldMkLst>
          <pc:docMk/>
          <pc:sldMk cId="1443527489" sldId="289"/>
        </pc:sldMkLst>
        <pc:spChg chg="mod">
          <ac:chgData name="Cesar Augusto Lopez Gallego" userId="0dfa9112-9251-4882-b472-cf2dfcee09d1" providerId="ADAL" clId="{501A0BFC-28CB-4013-9E64-11B18B096761}" dt="2025-04-28T12:54:19.464" v="154" actId="27636"/>
          <ac:spMkLst>
            <pc:docMk/>
            <pc:sldMk cId="1443527489" sldId="289"/>
            <ac:spMk id="3" creationId="{00000000-0000-0000-0000-000000000000}"/>
          </ac:spMkLst>
        </pc:spChg>
      </pc:sldChg>
      <pc:sldChg chg="modSp mod">
        <pc:chgData name="Cesar Augusto Lopez Gallego" userId="0dfa9112-9251-4882-b472-cf2dfcee09d1" providerId="ADAL" clId="{501A0BFC-28CB-4013-9E64-11B18B096761}" dt="2025-04-28T12:54:19.320" v="153"/>
        <pc:sldMkLst>
          <pc:docMk/>
          <pc:sldMk cId="3299657993" sldId="290"/>
        </pc:sldMkLst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3299657993" sldId="290"/>
            <ac:spMk id="6" creationId="{00000000-0000-0000-0000-000000000000}"/>
          </ac:spMkLst>
        </pc:spChg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3299657993" sldId="290"/>
            <ac:spMk id="7" creationId="{00000000-0000-0000-0000-000000000000}"/>
          </ac:spMkLst>
        </pc:spChg>
      </pc:sldChg>
      <pc:sldChg chg="modSp mod">
        <pc:chgData name="Cesar Augusto Lopez Gallego" userId="0dfa9112-9251-4882-b472-cf2dfcee09d1" providerId="ADAL" clId="{501A0BFC-28CB-4013-9E64-11B18B096761}" dt="2025-04-28T12:54:19.320" v="153"/>
        <pc:sldMkLst>
          <pc:docMk/>
          <pc:sldMk cId="2049392370" sldId="291"/>
        </pc:sldMkLst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2049392370" sldId="291"/>
            <ac:spMk id="2" creationId="{00000000-0000-0000-0000-000000000000}"/>
          </ac:spMkLst>
        </pc:spChg>
      </pc:sldChg>
      <pc:sldChg chg="modSp mod">
        <pc:chgData name="Cesar Augusto Lopez Gallego" userId="0dfa9112-9251-4882-b472-cf2dfcee09d1" providerId="ADAL" clId="{501A0BFC-28CB-4013-9E64-11B18B096761}" dt="2025-04-28T13:20:34.359" v="166" actId="20577"/>
        <pc:sldMkLst>
          <pc:docMk/>
          <pc:sldMk cId="750085966" sldId="293"/>
        </pc:sldMkLst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750085966" sldId="293"/>
            <ac:spMk id="2" creationId="{00000000-0000-0000-0000-000000000000}"/>
          </ac:spMkLst>
        </pc:spChg>
        <pc:graphicFrameChg chg="mod">
          <ac:chgData name="Cesar Augusto Lopez Gallego" userId="0dfa9112-9251-4882-b472-cf2dfcee09d1" providerId="ADAL" clId="{501A0BFC-28CB-4013-9E64-11B18B096761}" dt="2025-04-28T13:20:34.359" v="166" actId="20577"/>
          <ac:graphicFrameMkLst>
            <pc:docMk/>
            <pc:sldMk cId="750085966" sldId="293"/>
            <ac:graphicFrameMk id="3" creationId="{00000000-0000-0000-0000-000000000000}"/>
          </ac:graphicFrameMkLst>
        </pc:graphicFrameChg>
      </pc:sldChg>
      <pc:sldChg chg="modSp mod">
        <pc:chgData name="Cesar Augusto Lopez Gallego" userId="0dfa9112-9251-4882-b472-cf2dfcee09d1" providerId="ADAL" clId="{501A0BFC-28CB-4013-9E64-11B18B096761}" dt="2025-04-28T13:20:11.381" v="159" actId="20577"/>
        <pc:sldMkLst>
          <pc:docMk/>
          <pc:sldMk cId="4148084322" sldId="294"/>
        </pc:sldMkLst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4148084322" sldId="294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501A0BFC-28CB-4013-9E64-11B18B096761}" dt="2025-04-28T13:20:11.381" v="159" actId="20577"/>
          <ac:spMkLst>
            <pc:docMk/>
            <pc:sldMk cId="4148084322" sldId="294"/>
            <ac:spMk id="4" creationId="{00000000-0000-0000-0000-000000000000}"/>
          </ac:spMkLst>
        </pc:spChg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4148084322" sldId="294"/>
            <ac:spMk id="7" creationId="{00000000-0000-0000-0000-000000000000}"/>
          </ac:spMkLst>
        </pc:spChg>
      </pc:sldChg>
      <pc:sldChg chg="modSp del mod modNotes">
        <pc:chgData name="Cesar Augusto Lopez Gallego" userId="0dfa9112-9251-4882-b472-cf2dfcee09d1" providerId="ADAL" clId="{501A0BFC-28CB-4013-9E64-11B18B096761}" dt="2025-04-28T14:20:54.727" v="181" actId="47"/>
        <pc:sldMkLst>
          <pc:docMk/>
          <pc:sldMk cId="2149620251" sldId="296"/>
        </pc:sldMkLst>
        <pc:spChg chg="mod">
          <ac:chgData name="Cesar Augusto Lopez Gallego" userId="0dfa9112-9251-4882-b472-cf2dfcee09d1" providerId="ADAL" clId="{501A0BFC-28CB-4013-9E64-11B18B096761}" dt="2025-04-28T12:54:19.490" v="155" actId="27636"/>
          <ac:spMkLst>
            <pc:docMk/>
            <pc:sldMk cId="2149620251" sldId="296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2149620251" sldId="296"/>
            <ac:spMk id="4" creationId="{00000000-0000-0000-0000-000000000000}"/>
          </ac:spMkLst>
        </pc:spChg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2149620251" sldId="296"/>
            <ac:spMk id="5" creationId="{00000000-0000-0000-0000-000000000000}"/>
          </ac:spMkLst>
        </pc:spChg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2149620251" sldId="296"/>
            <ac:spMk id="6" creationId="{00000000-0000-0000-0000-000000000000}"/>
          </ac:spMkLst>
        </pc:spChg>
      </pc:sldChg>
      <pc:sldChg chg="modSp del">
        <pc:chgData name="Cesar Augusto Lopez Gallego" userId="0dfa9112-9251-4882-b472-cf2dfcee09d1" providerId="ADAL" clId="{501A0BFC-28CB-4013-9E64-11B18B096761}" dt="2025-04-28T14:20:54.727" v="181" actId="47"/>
        <pc:sldMkLst>
          <pc:docMk/>
          <pc:sldMk cId="1181722954" sldId="297"/>
        </pc:sldMkLst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1181722954" sldId="297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1181722954" sldId="297"/>
            <ac:spMk id="3" creationId="{00000000-0000-0000-0000-000000000000}"/>
          </ac:spMkLst>
        </pc:spChg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1181722954" sldId="297"/>
            <ac:spMk id="5" creationId="{00000000-0000-0000-0000-000000000000}"/>
          </ac:spMkLst>
        </pc:spChg>
      </pc:sldChg>
      <pc:sldChg chg="modSp del mod">
        <pc:chgData name="Cesar Augusto Lopez Gallego" userId="0dfa9112-9251-4882-b472-cf2dfcee09d1" providerId="ADAL" clId="{501A0BFC-28CB-4013-9E64-11B18B096761}" dt="2025-04-28T14:20:54.727" v="181" actId="47"/>
        <pc:sldMkLst>
          <pc:docMk/>
          <pc:sldMk cId="3701195526" sldId="298"/>
        </pc:sldMkLst>
        <pc:spChg chg="mod">
          <ac:chgData name="Cesar Augusto Lopez Gallego" userId="0dfa9112-9251-4882-b472-cf2dfcee09d1" providerId="ADAL" clId="{501A0BFC-28CB-4013-9E64-11B18B096761}" dt="2025-04-28T12:54:19.496" v="156" actId="27636"/>
          <ac:spMkLst>
            <pc:docMk/>
            <pc:sldMk cId="3701195526" sldId="298"/>
            <ac:spMk id="5" creationId="{00000000-0000-0000-0000-000000000000}"/>
          </ac:spMkLst>
        </pc:spChg>
      </pc:sldChg>
      <pc:sldChg chg="modSp del">
        <pc:chgData name="Cesar Augusto Lopez Gallego" userId="0dfa9112-9251-4882-b472-cf2dfcee09d1" providerId="ADAL" clId="{501A0BFC-28CB-4013-9E64-11B18B096761}" dt="2025-04-28T13:21:24.856" v="179" actId="47"/>
        <pc:sldMkLst>
          <pc:docMk/>
          <pc:sldMk cId="2461614116" sldId="299"/>
        </pc:sldMkLst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2461614116" sldId="299"/>
            <ac:spMk id="4" creationId="{00000000-0000-0000-0000-000000000000}"/>
          </ac:spMkLst>
        </pc:spChg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2461614116" sldId="299"/>
            <ac:spMk id="6" creationId="{00000000-0000-0000-0000-000000000000}"/>
          </ac:spMkLst>
        </pc:spChg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2461614116" sldId="299"/>
            <ac:spMk id="7" creationId="{00000000-0000-0000-0000-000000000000}"/>
          </ac:spMkLst>
        </pc:spChg>
      </pc:sldChg>
      <pc:sldChg chg="modSp del">
        <pc:chgData name="Cesar Augusto Lopez Gallego" userId="0dfa9112-9251-4882-b472-cf2dfcee09d1" providerId="ADAL" clId="{501A0BFC-28CB-4013-9E64-11B18B096761}" dt="2025-04-28T13:21:25.507" v="180" actId="47"/>
        <pc:sldMkLst>
          <pc:docMk/>
          <pc:sldMk cId="792047119" sldId="300"/>
        </pc:sldMkLst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792047119" sldId="300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792047119" sldId="300"/>
            <ac:spMk id="3" creationId="{00000000-0000-0000-0000-000000000000}"/>
          </ac:spMkLst>
        </pc:spChg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792047119" sldId="300"/>
            <ac:spMk id="7" creationId="{00000000-0000-0000-0000-000000000000}"/>
          </ac:spMkLst>
        </pc:spChg>
      </pc:sldChg>
      <pc:sldChg chg="modSp del">
        <pc:chgData name="Cesar Augusto Lopez Gallego" userId="0dfa9112-9251-4882-b472-cf2dfcee09d1" providerId="ADAL" clId="{501A0BFC-28CB-4013-9E64-11B18B096761}" dt="2025-04-28T13:21:11.170" v="171" actId="47"/>
        <pc:sldMkLst>
          <pc:docMk/>
          <pc:sldMk cId="813288884" sldId="301"/>
        </pc:sldMkLst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813288884" sldId="301"/>
            <ac:spMk id="3" creationId="{00000000-0000-0000-0000-000000000000}"/>
          </ac:spMkLst>
        </pc:spChg>
      </pc:sldChg>
      <pc:sldChg chg="modSp del">
        <pc:chgData name="Cesar Augusto Lopez Gallego" userId="0dfa9112-9251-4882-b472-cf2dfcee09d1" providerId="ADAL" clId="{501A0BFC-28CB-4013-9E64-11B18B096761}" dt="2025-04-28T13:21:18.272" v="176" actId="47"/>
        <pc:sldMkLst>
          <pc:docMk/>
          <pc:sldMk cId="2164387732" sldId="302"/>
        </pc:sldMkLst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2164387732" sldId="302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2164387732" sldId="302"/>
            <ac:spMk id="4" creationId="{00000000-0000-0000-0000-000000000000}"/>
          </ac:spMkLst>
        </pc:spChg>
      </pc:sldChg>
      <pc:sldChg chg="modSp del">
        <pc:chgData name="Cesar Augusto Lopez Gallego" userId="0dfa9112-9251-4882-b472-cf2dfcee09d1" providerId="ADAL" clId="{501A0BFC-28CB-4013-9E64-11B18B096761}" dt="2025-04-28T13:21:20.390" v="177" actId="47"/>
        <pc:sldMkLst>
          <pc:docMk/>
          <pc:sldMk cId="3589287991" sldId="303"/>
        </pc:sldMkLst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3589287991" sldId="303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3589287991" sldId="303"/>
            <ac:spMk id="3" creationId="{00000000-0000-0000-0000-000000000000}"/>
          </ac:spMkLst>
        </pc:spChg>
      </pc:sldChg>
      <pc:sldChg chg="modSp del">
        <pc:chgData name="Cesar Augusto Lopez Gallego" userId="0dfa9112-9251-4882-b472-cf2dfcee09d1" providerId="ADAL" clId="{501A0BFC-28CB-4013-9E64-11B18B096761}" dt="2025-04-28T14:20:54.727" v="181" actId="47"/>
        <pc:sldMkLst>
          <pc:docMk/>
          <pc:sldMk cId="266979261" sldId="304"/>
        </pc:sldMkLst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266979261" sldId="304"/>
            <ac:spMk id="2" creationId="{00000000-0000-0000-0000-000000000000}"/>
          </ac:spMkLst>
        </pc:spChg>
      </pc:sldChg>
      <pc:sldChg chg="modSp del">
        <pc:chgData name="Cesar Augusto Lopez Gallego" userId="0dfa9112-9251-4882-b472-cf2dfcee09d1" providerId="ADAL" clId="{501A0BFC-28CB-4013-9E64-11B18B096761}" dt="2025-04-28T13:21:16.803" v="175" actId="47"/>
        <pc:sldMkLst>
          <pc:docMk/>
          <pc:sldMk cId="3975755005" sldId="305"/>
        </pc:sldMkLst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3975755005" sldId="305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3975755005" sldId="305"/>
            <ac:spMk id="5" creationId="{00000000-0000-0000-0000-000000000000}"/>
          </ac:spMkLst>
        </pc:spChg>
      </pc:sldChg>
      <pc:sldChg chg="modSp del">
        <pc:chgData name="Cesar Augusto Lopez Gallego" userId="0dfa9112-9251-4882-b472-cf2dfcee09d1" providerId="ADAL" clId="{501A0BFC-28CB-4013-9E64-11B18B096761}" dt="2025-04-28T14:20:54.727" v="181" actId="47"/>
        <pc:sldMkLst>
          <pc:docMk/>
          <pc:sldMk cId="1618987551" sldId="306"/>
        </pc:sldMkLst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1618987551" sldId="306"/>
            <ac:spMk id="2" creationId="{00000000-0000-0000-0000-000000000000}"/>
          </ac:spMkLst>
        </pc:spChg>
      </pc:sldChg>
      <pc:sldChg chg="modSp del mod">
        <pc:chgData name="Cesar Augusto Lopez Gallego" userId="0dfa9112-9251-4882-b472-cf2dfcee09d1" providerId="ADAL" clId="{501A0BFC-28CB-4013-9E64-11B18B096761}" dt="2025-04-28T14:20:54.727" v="181" actId="47"/>
        <pc:sldMkLst>
          <pc:docMk/>
          <pc:sldMk cId="2780348243" sldId="307"/>
        </pc:sldMkLst>
        <pc:spChg chg="mod">
          <ac:chgData name="Cesar Augusto Lopez Gallego" userId="0dfa9112-9251-4882-b472-cf2dfcee09d1" providerId="ADAL" clId="{501A0BFC-28CB-4013-9E64-11B18B096761}" dt="2025-04-28T12:54:19.507" v="157" actId="27636"/>
          <ac:spMkLst>
            <pc:docMk/>
            <pc:sldMk cId="2780348243" sldId="307"/>
            <ac:spMk id="3" creationId="{00000000-0000-0000-0000-000000000000}"/>
          </ac:spMkLst>
        </pc:spChg>
      </pc:sldChg>
      <pc:sldChg chg="del">
        <pc:chgData name="Cesar Augusto Lopez Gallego" userId="0dfa9112-9251-4882-b472-cf2dfcee09d1" providerId="ADAL" clId="{501A0BFC-28CB-4013-9E64-11B18B096761}" dt="2025-04-28T14:20:54.727" v="181" actId="47"/>
        <pc:sldMkLst>
          <pc:docMk/>
          <pc:sldMk cId="3238253172" sldId="322"/>
        </pc:sldMkLst>
      </pc:sldChg>
      <pc:sldChg chg="del">
        <pc:chgData name="Cesar Augusto Lopez Gallego" userId="0dfa9112-9251-4882-b472-cf2dfcee09d1" providerId="ADAL" clId="{501A0BFC-28CB-4013-9E64-11B18B096761}" dt="2025-04-28T14:20:54.727" v="181" actId="47"/>
        <pc:sldMkLst>
          <pc:docMk/>
          <pc:sldMk cId="3397694713" sldId="323"/>
        </pc:sldMkLst>
      </pc:sldChg>
      <pc:sldChg chg="del">
        <pc:chgData name="Cesar Augusto Lopez Gallego" userId="0dfa9112-9251-4882-b472-cf2dfcee09d1" providerId="ADAL" clId="{501A0BFC-28CB-4013-9E64-11B18B096761}" dt="2025-04-28T12:48:28.563" v="13" actId="47"/>
        <pc:sldMkLst>
          <pc:docMk/>
          <pc:sldMk cId="2567649550" sldId="336"/>
        </pc:sldMkLst>
      </pc:sldChg>
      <pc:sldChg chg="del">
        <pc:chgData name="Cesar Augusto Lopez Gallego" userId="0dfa9112-9251-4882-b472-cf2dfcee09d1" providerId="ADAL" clId="{501A0BFC-28CB-4013-9E64-11B18B096761}" dt="2025-04-28T12:53:52.378" v="152" actId="47"/>
        <pc:sldMkLst>
          <pc:docMk/>
          <pc:sldMk cId="1332651354" sldId="341"/>
        </pc:sldMkLst>
      </pc:sldChg>
      <pc:sldChg chg="modSp del mod">
        <pc:chgData name="Cesar Augusto Lopez Gallego" userId="0dfa9112-9251-4882-b472-cf2dfcee09d1" providerId="ADAL" clId="{501A0BFC-28CB-4013-9E64-11B18B096761}" dt="2025-04-28T12:53:43.890" v="145" actId="47"/>
        <pc:sldMkLst>
          <pc:docMk/>
          <pc:sldMk cId="3469435590" sldId="343"/>
        </pc:sldMkLst>
        <pc:spChg chg="mod">
          <ac:chgData name="Cesar Augusto Lopez Gallego" userId="0dfa9112-9251-4882-b472-cf2dfcee09d1" providerId="ADAL" clId="{501A0BFC-28CB-4013-9E64-11B18B096761}" dt="2025-04-28T12:52:12.432" v="102" actId="27636"/>
          <ac:spMkLst>
            <pc:docMk/>
            <pc:sldMk cId="3469435590" sldId="343"/>
            <ac:spMk id="4" creationId="{3CA95101-28E1-4AE6-84AA-EFD043208058}"/>
          </ac:spMkLst>
        </pc:spChg>
      </pc:sldChg>
      <pc:sldChg chg="del">
        <pc:chgData name="Cesar Augusto Lopez Gallego" userId="0dfa9112-9251-4882-b472-cf2dfcee09d1" providerId="ADAL" clId="{501A0BFC-28CB-4013-9E64-11B18B096761}" dt="2025-04-28T13:21:07.695" v="168" actId="47"/>
        <pc:sldMkLst>
          <pc:docMk/>
          <pc:sldMk cId="2728460340" sldId="346"/>
        </pc:sldMkLst>
      </pc:sldChg>
      <pc:sldChg chg="del">
        <pc:chgData name="Cesar Augusto Lopez Gallego" userId="0dfa9112-9251-4882-b472-cf2dfcee09d1" providerId="ADAL" clId="{501A0BFC-28CB-4013-9E64-11B18B096761}" dt="2025-04-28T12:49:42.672" v="28" actId="47"/>
        <pc:sldMkLst>
          <pc:docMk/>
          <pc:sldMk cId="3156561567" sldId="355"/>
        </pc:sldMkLst>
      </pc:sldChg>
      <pc:sldChg chg="modSp del">
        <pc:chgData name="Cesar Augusto Lopez Gallego" userId="0dfa9112-9251-4882-b472-cf2dfcee09d1" providerId="ADAL" clId="{501A0BFC-28CB-4013-9E64-11B18B096761}" dt="2025-04-28T12:49:42.672" v="28" actId="47"/>
        <pc:sldMkLst>
          <pc:docMk/>
          <pc:sldMk cId="2509961500" sldId="356"/>
        </pc:sldMkLst>
        <pc:spChg chg="mod">
          <ac:chgData name="Cesar Augusto Lopez Gallego" userId="0dfa9112-9251-4882-b472-cf2dfcee09d1" providerId="ADAL" clId="{501A0BFC-28CB-4013-9E64-11B18B096761}" dt="2025-04-28T12:49:11.939" v="27" actId="20577"/>
          <ac:spMkLst>
            <pc:docMk/>
            <pc:sldMk cId="2509961500" sldId="356"/>
            <ac:spMk id="7" creationId="{EDD5C427-13EE-3DBF-8FEB-0C7454C0FDB9}"/>
          </ac:spMkLst>
        </pc:spChg>
      </pc:sldChg>
      <pc:sldChg chg="del">
        <pc:chgData name="Cesar Augusto Lopez Gallego" userId="0dfa9112-9251-4882-b472-cf2dfcee09d1" providerId="ADAL" clId="{501A0BFC-28CB-4013-9E64-11B18B096761}" dt="2025-04-28T12:53:50.737" v="151" actId="47"/>
        <pc:sldMkLst>
          <pc:docMk/>
          <pc:sldMk cId="1680049948" sldId="357"/>
        </pc:sldMkLst>
      </pc:sldChg>
      <pc:sldChg chg="modSp mod">
        <pc:chgData name="Cesar Augusto Lopez Gallego" userId="0dfa9112-9251-4882-b472-cf2dfcee09d1" providerId="ADAL" clId="{501A0BFC-28CB-4013-9E64-11B18B096761}" dt="2025-04-28T18:38:44.182" v="344" actId="1076"/>
        <pc:sldMkLst>
          <pc:docMk/>
          <pc:sldMk cId="2615151999" sldId="361"/>
        </pc:sldMkLst>
        <pc:spChg chg="mod">
          <ac:chgData name="Cesar Augusto Lopez Gallego" userId="0dfa9112-9251-4882-b472-cf2dfcee09d1" providerId="ADAL" clId="{501A0BFC-28CB-4013-9E64-11B18B096761}" dt="2025-04-28T18:38:44.182" v="344" actId="1076"/>
          <ac:spMkLst>
            <pc:docMk/>
            <pc:sldMk cId="2615151999" sldId="361"/>
            <ac:spMk id="2" creationId="{00000000-0000-0000-0000-000000000000}"/>
          </ac:spMkLst>
        </pc:spChg>
      </pc:sldChg>
      <pc:sldChg chg="modSp mod">
        <pc:chgData name="Cesar Augusto Lopez Gallego" userId="0dfa9112-9251-4882-b472-cf2dfcee09d1" providerId="ADAL" clId="{501A0BFC-28CB-4013-9E64-11B18B096761}" dt="2025-04-28T18:38:32.329" v="342" actId="1076"/>
        <pc:sldMkLst>
          <pc:docMk/>
          <pc:sldMk cId="1258091584" sldId="362"/>
        </pc:sldMkLst>
        <pc:spChg chg="mod">
          <ac:chgData name="Cesar Augusto Lopez Gallego" userId="0dfa9112-9251-4882-b472-cf2dfcee09d1" providerId="ADAL" clId="{501A0BFC-28CB-4013-9E64-11B18B096761}" dt="2025-04-28T18:38:32.329" v="342" actId="1076"/>
          <ac:spMkLst>
            <pc:docMk/>
            <pc:sldMk cId="1258091584" sldId="362"/>
            <ac:spMk id="6" creationId="{00000000-0000-0000-0000-000000000000}"/>
          </ac:spMkLst>
        </pc:spChg>
      </pc:sldChg>
      <pc:sldChg chg="del">
        <pc:chgData name="Cesar Augusto Lopez Gallego" userId="0dfa9112-9251-4882-b472-cf2dfcee09d1" providerId="ADAL" clId="{501A0BFC-28CB-4013-9E64-11B18B096761}" dt="2025-04-28T16:46:30.945" v="263" actId="47"/>
        <pc:sldMkLst>
          <pc:docMk/>
          <pc:sldMk cId="3466143394" sldId="363"/>
        </pc:sldMkLst>
      </pc:sldChg>
      <pc:sldChg chg="modSp mod">
        <pc:chgData name="Cesar Augusto Lopez Gallego" userId="0dfa9112-9251-4882-b472-cf2dfcee09d1" providerId="ADAL" clId="{501A0BFC-28CB-4013-9E64-11B18B096761}" dt="2025-04-28T16:48:35.670" v="264" actId="108"/>
        <pc:sldMkLst>
          <pc:docMk/>
          <pc:sldMk cId="1883603881" sldId="364"/>
        </pc:sldMkLst>
        <pc:spChg chg="mod">
          <ac:chgData name="Cesar Augusto Lopez Gallego" userId="0dfa9112-9251-4882-b472-cf2dfcee09d1" providerId="ADAL" clId="{501A0BFC-28CB-4013-9E64-11B18B096761}" dt="2025-04-28T16:48:35.670" v="264" actId="108"/>
          <ac:spMkLst>
            <pc:docMk/>
            <pc:sldMk cId="1883603881" sldId="364"/>
            <ac:spMk id="2" creationId="{00000000-0000-0000-0000-000000000000}"/>
          </ac:spMkLst>
        </pc:spChg>
      </pc:sldChg>
      <pc:sldChg chg="modSp">
        <pc:chgData name="Cesar Augusto Lopez Gallego" userId="0dfa9112-9251-4882-b472-cf2dfcee09d1" providerId="ADAL" clId="{501A0BFC-28CB-4013-9E64-11B18B096761}" dt="2025-04-28T12:54:19.320" v="153"/>
        <pc:sldMkLst>
          <pc:docMk/>
          <pc:sldMk cId="3568851837" sldId="366"/>
        </pc:sldMkLst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3568851837" sldId="366"/>
            <ac:spMk id="9" creationId="{00000000-0000-0000-0000-000000000000}"/>
          </ac:spMkLst>
        </pc:spChg>
      </pc:sldChg>
      <pc:sldChg chg="modSp mod">
        <pc:chgData name="Cesar Augusto Lopez Gallego" userId="0dfa9112-9251-4882-b472-cf2dfcee09d1" providerId="ADAL" clId="{501A0BFC-28CB-4013-9E64-11B18B096761}" dt="2025-04-28T16:33:24.681" v="212" actId="1076"/>
        <pc:sldMkLst>
          <pc:docMk/>
          <pc:sldMk cId="3601551298" sldId="369"/>
        </pc:sldMkLst>
        <pc:spChg chg="mod">
          <ac:chgData name="Cesar Augusto Lopez Gallego" userId="0dfa9112-9251-4882-b472-cf2dfcee09d1" providerId="ADAL" clId="{501A0BFC-28CB-4013-9E64-11B18B096761}" dt="2025-04-28T16:33:24.681" v="212" actId="1076"/>
          <ac:spMkLst>
            <pc:docMk/>
            <pc:sldMk cId="3601551298" sldId="369"/>
            <ac:spMk id="12" creationId="{00000000-0000-0000-0000-000000000000}"/>
          </ac:spMkLst>
        </pc:spChg>
      </pc:sldChg>
      <pc:sldChg chg="modSp mod">
        <pc:chgData name="Cesar Augusto Lopez Gallego" userId="0dfa9112-9251-4882-b472-cf2dfcee09d1" providerId="ADAL" clId="{501A0BFC-28CB-4013-9E64-11B18B096761}" dt="2025-04-28T16:33:35.521" v="214" actId="1076"/>
        <pc:sldMkLst>
          <pc:docMk/>
          <pc:sldMk cId="2403994726" sldId="370"/>
        </pc:sldMkLst>
        <pc:spChg chg="mod">
          <ac:chgData name="Cesar Augusto Lopez Gallego" userId="0dfa9112-9251-4882-b472-cf2dfcee09d1" providerId="ADAL" clId="{501A0BFC-28CB-4013-9E64-11B18B096761}" dt="2025-04-28T16:33:35.521" v="214" actId="1076"/>
          <ac:spMkLst>
            <pc:docMk/>
            <pc:sldMk cId="2403994726" sldId="370"/>
            <ac:spMk id="5" creationId="{00000000-0000-0000-0000-000000000000}"/>
          </ac:spMkLst>
        </pc:spChg>
      </pc:sldChg>
      <pc:sldChg chg="modSp mod">
        <pc:chgData name="Cesar Augusto Lopez Gallego" userId="0dfa9112-9251-4882-b472-cf2dfcee09d1" providerId="ADAL" clId="{501A0BFC-28CB-4013-9E64-11B18B096761}" dt="2025-04-28T16:34:34.975" v="216" actId="1076"/>
        <pc:sldMkLst>
          <pc:docMk/>
          <pc:sldMk cId="1625113722" sldId="374"/>
        </pc:sldMkLst>
        <pc:spChg chg="mod">
          <ac:chgData name="Cesar Augusto Lopez Gallego" userId="0dfa9112-9251-4882-b472-cf2dfcee09d1" providerId="ADAL" clId="{501A0BFC-28CB-4013-9E64-11B18B096761}" dt="2025-04-28T16:34:34.975" v="216" actId="1076"/>
          <ac:spMkLst>
            <pc:docMk/>
            <pc:sldMk cId="1625113722" sldId="374"/>
            <ac:spMk id="2" creationId="{00000000-0000-0000-0000-000000000000}"/>
          </ac:spMkLst>
        </pc:spChg>
      </pc:sldChg>
      <pc:sldChg chg="addSp delSp modSp add del mod">
        <pc:chgData name="Cesar Augusto Lopez Gallego" userId="0dfa9112-9251-4882-b472-cf2dfcee09d1" providerId="ADAL" clId="{501A0BFC-28CB-4013-9E64-11B18B096761}" dt="2025-04-28T16:36:55.418" v="227" actId="47"/>
        <pc:sldMkLst>
          <pc:docMk/>
          <pc:sldMk cId="3829878997" sldId="379"/>
        </pc:sldMkLst>
        <pc:spChg chg="mod">
          <ac:chgData name="Cesar Augusto Lopez Gallego" userId="0dfa9112-9251-4882-b472-cf2dfcee09d1" providerId="ADAL" clId="{501A0BFC-28CB-4013-9E64-11B18B096761}" dt="2025-04-28T16:36:48.509" v="225" actId="108"/>
          <ac:spMkLst>
            <pc:docMk/>
            <pc:sldMk cId="3829878997" sldId="379"/>
            <ac:spMk id="2" creationId="{00000000-0000-0000-0000-000000000000}"/>
          </ac:spMkLst>
        </pc:spChg>
        <pc:spChg chg="del">
          <ac:chgData name="Cesar Augusto Lopez Gallego" userId="0dfa9112-9251-4882-b472-cf2dfcee09d1" providerId="ADAL" clId="{501A0BFC-28CB-4013-9E64-11B18B096761}" dt="2025-04-28T16:36:33.558" v="222" actId="478"/>
          <ac:spMkLst>
            <pc:docMk/>
            <pc:sldMk cId="3829878997" sldId="379"/>
            <ac:spMk id="4" creationId="{00000000-0000-0000-0000-000000000000}"/>
          </ac:spMkLst>
        </pc:spChg>
        <pc:spChg chg="add del mod">
          <ac:chgData name="Cesar Augusto Lopez Gallego" userId="0dfa9112-9251-4882-b472-cf2dfcee09d1" providerId="ADAL" clId="{501A0BFC-28CB-4013-9E64-11B18B096761}" dt="2025-04-28T16:36:37.078" v="223" actId="478"/>
          <ac:spMkLst>
            <pc:docMk/>
            <pc:sldMk cId="3829878997" sldId="379"/>
            <ac:spMk id="8" creationId="{20E92C9D-9030-41E7-8A66-D9AEAC70A3C0}"/>
          </ac:spMkLst>
        </pc:spChg>
      </pc:sldChg>
      <pc:sldChg chg="addSp delSp modSp add mod">
        <pc:chgData name="Cesar Augusto Lopez Gallego" userId="0dfa9112-9251-4882-b472-cf2dfcee09d1" providerId="ADAL" clId="{501A0BFC-28CB-4013-9E64-11B18B096761}" dt="2025-04-28T16:38:23.190" v="250" actId="1076"/>
        <pc:sldMkLst>
          <pc:docMk/>
          <pc:sldMk cId="61576878" sldId="380"/>
        </pc:sldMkLst>
        <pc:spChg chg="mod">
          <ac:chgData name="Cesar Augusto Lopez Gallego" userId="0dfa9112-9251-4882-b472-cf2dfcee09d1" providerId="ADAL" clId="{501A0BFC-28CB-4013-9E64-11B18B096761}" dt="2025-04-28T16:36:44.950" v="224" actId="108"/>
          <ac:spMkLst>
            <pc:docMk/>
            <pc:sldMk cId="61576878" sldId="380"/>
            <ac:spMk id="2" creationId="{00000000-0000-0000-0000-000000000000}"/>
          </ac:spMkLst>
        </pc:spChg>
        <pc:spChg chg="del">
          <ac:chgData name="Cesar Augusto Lopez Gallego" userId="0dfa9112-9251-4882-b472-cf2dfcee09d1" providerId="ADAL" clId="{501A0BFC-28CB-4013-9E64-11B18B096761}" dt="2025-04-28T16:38:11.699" v="247" actId="21"/>
          <ac:spMkLst>
            <pc:docMk/>
            <pc:sldMk cId="61576878" sldId="380"/>
            <ac:spMk id="4" creationId="{00000000-0000-0000-0000-000000000000}"/>
          </ac:spMkLst>
        </pc:spChg>
        <pc:spChg chg="add mod">
          <ac:chgData name="Cesar Augusto Lopez Gallego" userId="0dfa9112-9251-4882-b472-cf2dfcee09d1" providerId="ADAL" clId="{501A0BFC-28CB-4013-9E64-11B18B096761}" dt="2025-04-28T16:38:23.190" v="250" actId="1076"/>
          <ac:spMkLst>
            <pc:docMk/>
            <pc:sldMk cId="61576878" sldId="380"/>
            <ac:spMk id="9" creationId="{CE414AE5-583A-4419-B540-02ABB463ECE1}"/>
          </ac:spMkLst>
        </pc:spChg>
        <pc:graphicFrameChg chg="mod">
          <ac:chgData name="Cesar Augusto Lopez Gallego" userId="0dfa9112-9251-4882-b472-cf2dfcee09d1" providerId="ADAL" clId="{501A0BFC-28CB-4013-9E64-11B18B096761}" dt="2025-04-28T16:38:16.519" v="248" actId="1076"/>
          <ac:graphicFrameMkLst>
            <pc:docMk/>
            <pc:sldMk cId="61576878" sldId="380"/>
            <ac:graphicFrameMk id="3" creationId="{00000000-0000-0000-0000-000000000000}"/>
          </ac:graphicFrameMkLst>
        </pc:graphicFrameChg>
        <pc:picChg chg="add mod">
          <ac:chgData name="Cesar Augusto Lopez Gallego" userId="0dfa9112-9251-4882-b472-cf2dfcee09d1" providerId="ADAL" clId="{501A0BFC-28CB-4013-9E64-11B18B096761}" dt="2025-04-28T16:38:16.519" v="248" actId="1076"/>
          <ac:picMkLst>
            <pc:docMk/>
            <pc:sldMk cId="61576878" sldId="380"/>
            <ac:picMk id="5" creationId="{E0E3802C-B1BB-46A1-9EDF-FEBBE604C1E2}"/>
          </ac:picMkLst>
        </pc:picChg>
        <pc:picChg chg="add mod">
          <ac:chgData name="Cesar Augusto Lopez Gallego" userId="0dfa9112-9251-4882-b472-cf2dfcee09d1" providerId="ADAL" clId="{501A0BFC-28CB-4013-9E64-11B18B096761}" dt="2025-04-28T16:38:16.519" v="248" actId="1076"/>
          <ac:picMkLst>
            <pc:docMk/>
            <pc:sldMk cId="61576878" sldId="380"/>
            <ac:picMk id="6" creationId="{B8B7C989-80F5-46F1-B4DF-4E26CEB36C9B}"/>
          </ac:picMkLst>
        </pc:picChg>
        <pc:picChg chg="add mod">
          <ac:chgData name="Cesar Augusto Lopez Gallego" userId="0dfa9112-9251-4882-b472-cf2dfcee09d1" providerId="ADAL" clId="{501A0BFC-28CB-4013-9E64-11B18B096761}" dt="2025-04-28T16:38:16.519" v="248" actId="1076"/>
          <ac:picMkLst>
            <pc:docMk/>
            <pc:sldMk cId="61576878" sldId="380"/>
            <ac:picMk id="7" creationId="{DC3BCED2-4A62-4ACF-9E1F-9140630BB5D0}"/>
          </ac:picMkLst>
        </pc:picChg>
        <pc:picChg chg="add mod">
          <ac:chgData name="Cesar Augusto Lopez Gallego" userId="0dfa9112-9251-4882-b472-cf2dfcee09d1" providerId="ADAL" clId="{501A0BFC-28CB-4013-9E64-11B18B096761}" dt="2025-04-28T16:38:16.519" v="248" actId="1076"/>
          <ac:picMkLst>
            <pc:docMk/>
            <pc:sldMk cId="61576878" sldId="380"/>
            <ac:picMk id="8" creationId="{BD6368CB-6EC1-4B1C-A27C-8CE89E62E402}"/>
          </ac:picMkLst>
        </pc:picChg>
      </pc:sldChg>
      <pc:sldChg chg="add">
        <pc:chgData name="Cesar Augusto Lopez Gallego" userId="0dfa9112-9251-4882-b472-cf2dfcee09d1" providerId="ADAL" clId="{501A0BFC-28CB-4013-9E64-11B18B096761}" dt="2025-04-28T16:39:50.354" v="251"/>
        <pc:sldMkLst>
          <pc:docMk/>
          <pc:sldMk cId="3814609550" sldId="393"/>
        </pc:sldMkLst>
      </pc:sldChg>
      <pc:sldChg chg="modSp add mod">
        <pc:chgData name="Cesar Augusto Lopez Gallego" userId="0dfa9112-9251-4882-b472-cf2dfcee09d1" providerId="ADAL" clId="{501A0BFC-28CB-4013-9E64-11B18B096761}" dt="2025-04-28T18:39:06.514" v="349" actId="1076"/>
        <pc:sldMkLst>
          <pc:docMk/>
          <pc:sldMk cId="3916281482" sldId="412"/>
        </pc:sldMkLst>
        <pc:spChg chg="mod">
          <ac:chgData name="Cesar Augusto Lopez Gallego" userId="0dfa9112-9251-4882-b472-cf2dfcee09d1" providerId="ADAL" clId="{501A0BFC-28CB-4013-9E64-11B18B096761}" dt="2025-04-28T18:39:06.514" v="349" actId="1076"/>
          <ac:spMkLst>
            <pc:docMk/>
            <pc:sldMk cId="3916281482" sldId="412"/>
            <ac:spMk id="5" creationId="{B02C95AC-BDB3-4C32-B7F4-0A9BE4F8CD6C}"/>
          </ac:spMkLst>
        </pc:spChg>
      </pc:sldChg>
      <pc:sldChg chg="modSp add mod">
        <pc:chgData name="Cesar Augusto Lopez Gallego" userId="0dfa9112-9251-4882-b472-cf2dfcee09d1" providerId="ADAL" clId="{501A0BFC-28CB-4013-9E64-11B18B096761}" dt="2025-04-28T18:38:59.940" v="348" actId="1076"/>
        <pc:sldMkLst>
          <pc:docMk/>
          <pc:sldMk cId="1701694821" sldId="413"/>
        </pc:sldMkLst>
        <pc:spChg chg="mod">
          <ac:chgData name="Cesar Augusto Lopez Gallego" userId="0dfa9112-9251-4882-b472-cf2dfcee09d1" providerId="ADAL" clId="{501A0BFC-28CB-4013-9E64-11B18B096761}" dt="2025-04-28T18:38:59.940" v="348" actId="1076"/>
          <ac:spMkLst>
            <pc:docMk/>
            <pc:sldMk cId="1701694821" sldId="413"/>
            <ac:spMk id="16" creationId="{C3DFF3AA-BC22-4CCD-849A-96659958B50E}"/>
          </ac:spMkLst>
        </pc:spChg>
      </pc:sldChg>
      <pc:sldChg chg="modSp add mod">
        <pc:chgData name="Cesar Augusto Lopez Gallego" userId="0dfa9112-9251-4882-b472-cf2dfcee09d1" providerId="ADAL" clId="{501A0BFC-28CB-4013-9E64-11B18B096761}" dt="2025-04-28T18:38:55.708" v="347" actId="1076"/>
        <pc:sldMkLst>
          <pc:docMk/>
          <pc:sldMk cId="363418056" sldId="414"/>
        </pc:sldMkLst>
        <pc:spChg chg="mod">
          <ac:chgData name="Cesar Augusto Lopez Gallego" userId="0dfa9112-9251-4882-b472-cf2dfcee09d1" providerId="ADAL" clId="{501A0BFC-28CB-4013-9E64-11B18B096761}" dt="2025-04-28T18:38:55.708" v="347" actId="1076"/>
          <ac:spMkLst>
            <pc:docMk/>
            <pc:sldMk cId="363418056" sldId="414"/>
            <ac:spMk id="4" creationId="{58268963-67F4-4A22-96A9-79D921010E16}"/>
          </ac:spMkLst>
        </pc:spChg>
      </pc:sldChg>
      <pc:sldChg chg="modSp add mod">
        <pc:chgData name="Cesar Augusto Lopez Gallego" userId="0dfa9112-9251-4882-b472-cf2dfcee09d1" providerId="ADAL" clId="{501A0BFC-28CB-4013-9E64-11B18B096761}" dt="2025-04-28T18:39:17.799" v="351" actId="1076"/>
        <pc:sldMkLst>
          <pc:docMk/>
          <pc:sldMk cId="807189667" sldId="415"/>
        </pc:sldMkLst>
        <pc:picChg chg="mod">
          <ac:chgData name="Cesar Augusto Lopez Gallego" userId="0dfa9112-9251-4882-b472-cf2dfcee09d1" providerId="ADAL" clId="{501A0BFC-28CB-4013-9E64-11B18B096761}" dt="2025-04-28T18:39:17.799" v="351" actId="1076"/>
          <ac:picMkLst>
            <pc:docMk/>
            <pc:sldMk cId="807189667" sldId="415"/>
            <ac:picMk id="6" creationId="{E822D48E-B745-44E6-B6F2-ECD1D8E836AD}"/>
          </ac:picMkLst>
        </pc:picChg>
      </pc:sldChg>
      <pc:sldChg chg="modSp mod ord">
        <pc:chgData name="Cesar Augusto Lopez Gallego" userId="0dfa9112-9251-4882-b472-cf2dfcee09d1" providerId="ADAL" clId="{501A0BFC-28CB-4013-9E64-11B18B096761}" dt="2025-04-28T16:35:42.147" v="220" actId="108"/>
        <pc:sldMkLst>
          <pc:docMk/>
          <pc:sldMk cId="316407643" sldId="416"/>
        </pc:sldMkLst>
        <pc:spChg chg="mod">
          <ac:chgData name="Cesar Augusto Lopez Gallego" userId="0dfa9112-9251-4882-b472-cf2dfcee09d1" providerId="ADAL" clId="{501A0BFC-28CB-4013-9E64-11B18B096761}" dt="2025-04-28T16:35:42.147" v="220" actId="108"/>
          <ac:spMkLst>
            <pc:docMk/>
            <pc:sldMk cId="316407643" sldId="416"/>
            <ac:spMk id="2" creationId="{B295C99F-068B-4662-A6A6-F4BCD7924F70}"/>
          </ac:spMkLst>
        </pc:spChg>
      </pc:sldChg>
      <pc:sldChg chg="modSp add mod">
        <pc:chgData name="Cesar Augusto Lopez Gallego" userId="0dfa9112-9251-4882-b472-cf2dfcee09d1" providerId="ADAL" clId="{501A0BFC-28CB-4013-9E64-11B18B096761}" dt="2025-04-28T18:39:11.355" v="350" actId="1076"/>
        <pc:sldMkLst>
          <pc:docMk/>
          <pc:sldMk cId="3296586953" sldId="418"/>
        </pc:sldMkLst>
        <pc:spChg chg="mod">
          <ac:chgData name="Cesar Augusto Lopez Gallego" userId="0dfa9112-9251-4882-b472-cf2dfcee09d1" providerId="ADAL" clId="{501A0BFC-28CB-4013-9E64-11B18B096761}" dt="2025-04-28T18:39:11.355" v="350" actId="1076"/>
          <ac:spMkLst>
            <pc:docMk/>
            <pc:sldMk cId="3296586953" sldId="418"/>
            <ac:spMk id="15" creationId="{27E9B951-748F-4D71-93AE-A9381E1E81E1}"/>
          </ac:spMkLst>
        </pc:spChg>
      </pc:sldChg>
      <pc:sldChg chg="modSp mod">
        <pc:chgData name="Cesar Augusto Lopez Gallego" userId="0dfa9112-9251-4882-b472-cf2dfcee09d1" providerId="ADAL" clId="{501A0BFC-28CB-4013-9E64-11B18B096761}" dt="2025-04-28T18:38:38.411" v="343" actId="1076"/>
        <pc:sldMkLst>
          <pc:docMk/>
          <pc:sldMk cId="686872311" sldId="420"/>
        </pc:sldMkLst>
        <pc:spChg chg="mod">
          <ac:chgData name="Cesar Augusto Lopez Gallego" userId="0dfa9112-9251-4882-b472-cf2dfcee09d1" providerId="ADAL" clId="{501A0BFC-28CB-4013-9E64-11B18B096761}" dt="2025-04-28T18:38:38.411" v="343" actId="1076"/>
          <ac:spMkLst>
            <pc:docMk/>
            <pc:sldMk cId="686872311" sldId="420"/>
            <ac:spMk id="18" creationId="{787330F7-C8B2-4D89-ADB6-FCD02C363D2F}"/>
          </ac:spMkLst>
        </pc:spChg>
      </pc:sldChg>
      <pc:sldChg chg="addSp delSp modSp mod">
        <pc:chgData name="Cesar Augusto Lopez Gallego" userId="0dfa9112-9251-4882-b472-cf2dfcee09d1" providerId="ADAL" clId="{501A0BFC-28CB-4013-9E64-11B18B096761}" dt="2025-04-28T18:38:28.682" v="341" actId="1076"/>
        <pc:sldMkLst>
          <pc:docMk/>
          <pc:sldMk cId="199744952" sldId="421"/>
        </pc:sldMkLst>
        <pc:spChg chg="mod">
          <ac:chgData name="Cesar Augusto Lopez Gallego" userId="0dfa9112-9251-4882-b472-cf2dfcee09d1" providerId="ADAL" clId="{501A0BFC-28CB-4013-9E64-11B18B096761}" dt="2025-04-28T18:38:28.682" v="341" actId="1076"/>
          <ac:spMkLst>
            <pc:docMk/>
            <pc:sldMk cId="199744952" sldId="421"/>
            <ac:spMk id="4" creationId="{76773EF8-4442-4CA5-9A06-1E1AC6943A15}"/>
          </ac:spMkLst>
        </pc:spChg>
        <pc:spChg chg="add del mod">
          <ac:chgData name="Cesar Augusto Lopez Gallego" userId="0dfa9112-9251-4882-b472-cf2dfcee09d1" providerId="ADAL" clId="{501A0BFC-28CB-4013-9E64-11B18B096761}" dt="2025-04-28T18:33:35.753" v="284"/>
          <ac:spMkLst>
            <pc:docMk/>
            <pc:sldMk cId="199744952" sldId="421"/>
            <ac:spMk id="16" creationId="{0F6DF0BE-4E91-4435-BF9C-B1BC1A3A7F1E}"/>
          </ac:spMkLst>
        </pc:spChg>
        <pc:spChg chg="add mod">
          <ac:chgData name="Cesar Augusto Lopez Gallego" userId="0dfa9112-9251-4882-b472-cf2dfcee09d1" providerId="ADAL" clId="{501A0BFC-28CB-4013-9E64-11B18B096761}" dt="2025-04-28T18:33:56.628" v="289" actId="1076"/>
          <ac:spMkLst>
            <pc:docMk/>
            <pc:sldMk cId="199744952" sldId="421"/>
            <ac:spMk id="18" creationId="{A703A079-A684-4BC9-A0C5-790008E94B53}"/>
          </ac:spMkLst>
        </pc:spChg>
        <pc:picChg chg="add mod">
          <ac:chgData name="Cesar Augusto Lopez Gallego" userId="0dfa9112-9251-4882-b472-cf2dfcee09d1" providerId="ADAL" clId="{501A0BFC-28CB-4013-9E64-11B18B096761}" dt="2025-04-28T18:34:01.345" v="290" actId="1076"/>
          <ac:picMkLst>
            <pc:docMk/>
            <pc:sldMk cId="199744952" sldId="421"/>
            <ac:picMk id="3" creationId="{3A3EE280-00F1-4A1B-983D-AFB5F3980FAE}"/>
          </ac:picMkLst>
        </pc:picChg>
        <pc:picChg chg="mod">
          <ac:chgData name="Cesar Augusto Lopez Gallego" userId="0dfa9112-9251-4882-b472-cf2dfcee09d1" providerId="ADAL" clId="{501A0BFC-28CB-4013-9E64-11B18B096761}" dt="2025-04-28T18:36:15.967" v="297" actId="1076"/>
          <ac:picMkLst>
            <pc:docMk/>
            <pc:sldMk cId="199744952" sldId="421"/>
            <ac:picMk id="5" creationId="{5F5CAB57-33C8-4B91-80EA-6B0666CF30B1}"/>
          </ac:picMkLst>
        </pc:picChg>
      </pc:sldChg>
      <pc:sldChg chg="modSp mod">
        <pc:chgData name="Cesar Augusto Lopez Gallego" userId="0dfa9112-9251-4882-b472-cf2dfcee09d1" providerId="ADAL" clId="{501A0BFC-28CB-4013-9E64-11B18B096761}" dt="2025-04-28T16:49:11.517" v="274" actId="108"/>
        <pc:sldMkLst>
          <pc:docMk/>
          <pc:sldMk cId="2004065171" sldId="422"/>
        </pc:sldMkLst>
        <pc:spChg chg="mod">
          <ac:chgData name="Cesar Augusto Lopez Gallego" userId="0dfa9112-9251-4882-b472-cf2dfcee09d1" providerId="ADAL" clId="{501A0BFC-28CB-4013-9E64-11B18B096761}" dt="2025-04-28T16:49:11.517" v="274" actId="108"/>
          <ac:spMkLst>
            <pc:docMk/>
            <pc:sldMk cId="2004065171" sldId="422"/>
            <ac:spMk id="4" creationId="{97AA3BFE-D6EE-4A8B-B495-A561E64240D1}"/>
          </ac:spMkLst>
        </pc:spChg>
      </pc:sldChg>
      <pc:sldChg chg="modSp mod">
        <pc:chgData name="Cesar Augusto Lopez Gallego" userId="0dfa9112-9251-4882-b472-cf2dfcee09d1" providerId="ADAL" clId="{501A0BFC-28CB-4013-9E64-11B18B096761}" dt="2025-04-28T16:45:53.941" v="262" actId="14100"/>
        <pc:sldMkLst>
          <pc:docMk/>
          <pc:sldMk cId="1773483496" sldId="423"/>
        </pc:sldMkLst>
        <pc:picChg chg="mod">
          <ac:chgData name="Cesar Augusto Lopez Gallego" userId="0dfa9112-9251-4882-b472-cf2dfcee09d1" providerId="ADAL" clId="{501A0BFC-28CB-4013-9E64-11B18B096761}" dt="2025-04-28T16:45:53.941" v="262" actId="14100"/>
          <ac:picMkLst>
            <pc:docMk/>
            <pc:sldMk cId="1773483496" sldId="423"/>
            <ac:picMk id="4" creationId="{9854F52E-E3B7-4E62-BCB0-319B2D943ABF}"/>
          </ac:picMkLst>
        </pc:picChg>
      </pc:sldChg>
      <pc:sldChg chg="delSp modSp del mod">
        <pc:chgData name="Cesar Augusto Lopez Gallego" userId="0dfa9112-9251-4882-b472-cf2dfcee09d1" providerId="ADAL" clId="{501A0BFC-28CB-4013-9E64-11B18B096761}" dt="2025-04-28T16:45:37.627" v="260" actId="2696"/>
        <pc:sldMkLst>
          <pc:docMk/>
          <pc:sldMk cId="2225893737" sldId="426"/>
        </pc:sldMkLst>
        <pc:picChg chg="del mod">
          <ac:chgData name="Cesar Augusto Lopez Gallego" userId="0dfa9112-9251-4882-b472-cf2dfcee09d1" providerId="ADAL" clId="{501A0BFC-28CB-4013-9E64-11B18B096761}" dt="2025-04-28T16:45:34.159" v="259" actId="478"/>
          <ac:picMkLst>
            <pc:docMk/>
            <pc:sldMk cId="2225893737" sldId="426"/>
            <ac:picMk id="4" creationId="{8A364E4D-20B0-4369-B9FF-AC45119AE01D}"/>
          </ac:picMkLst>
        </pc:picChg>
      </pc:sldChg>
      <pc:sldChg chg="modSp add mod ord">
        <pc:chgData name="Cesar Augusto Lopez Gallego" userId="0dfa9112-9251-4882-b472-cf2dfcee09d1" providerId="ADAL" clId="{501A0BFC-28CB-4013-9E64-11B18B096761}" dt="2025-04-28T18:37:26.629" v="308"/>
        <pc:sldMkLst>
          <pc:docMk/>
          <pc:sldMk cId="3540142093" sldId="427"/>
        </pc:sldMkLst>
        <pc:spChg chg="mod">
          <ac:chgData name="Cesar Augusto Lopez Gallego" userId="0dfa9112-9251-4882-b472-cf2dfcee09d1" providerId="ADAL" clId="{501A0BFC-28CB-4013-9E64-11B18B096761}" dt="2025-04-28T16:45:12.912" v="256" actId="1076"/>
          <ac:spMkLst>
            <pc:docMk/>
            <pc:sldMk cId="3540142093" sldId="427"/>
            <ac:spMk id="5" creationId="{01F6ADCA-A741-4D02-97C3-1D7741455014}"/>
          </ac:spMkLst>
        </pc:spChg>
        <pc:picChg chg="mod">
          <ac:chgData name="Cesar Augusto Lopez Gallego" userId="0dfa9112-9251-4882-b472-cf2dfcee09d1" providerId="ADAL" clId="{501A0BFC-28CB-4013-9E64-11B18B096761}" dt="2025-04-28T18:35:01.396" v="291" actId="1076"/>
          <ac:picMkLst>
            <pc:docMk/>
            <pc:sldMk cId="3540142093" sldId="427"/>
            <ac:picMk id="4" creationId="{13A9028F-FB52-4247-925C-A6D30F5DE797}"/>
          </ac:picMkLst>
        </pc:picChg>
      </pc:sldChg>
      <pc:sldChg chg="modSp mod">
        <pc:chgData name="Cesar Augusto Lopez Gallego" userId="0dfa9112-9251-4882-b472-cf2dfcee09d1" providerId="ADAL" clId="{501A0BFC-28CB-4013-9E64-11B18B096761}" dt="2025-04-28T18:38:51.112" v="346" actId="1076"/>
        <pc:sldMkLst>
          <pc:docMk/>
          <pc:sldMk cId="2546899043" sldId="428"/>
        </pc:sldMkLst>
        <pc:spChg chg="mod">
          <ac:chgData name="Cesar Augusto Lopez Gallego" userId="0dfa9112-9251-4882-b472-cf2dfcee09d1" providerId="ADAL" clId="{501A0BFC-28CB-4013-9E64-11B18B096761}" dt="2025-04-28T18:38:49.382" v="345" actId="1076"/>
          <ac:spMkLst>
            <pc:docMk/>
            <pc:sldMk cId="2546899043" sldId="428"/>
            <ac:spMk id="4" creationId="{2868FFE4-63A8-425E-A28A-F98AE02C8B6E}"/>
          </ac:spMkLst>
        </pc:spChg>
        <pc:picChg chg="mod">
          <ac:chgData name="Cesar Augusto Lopez Gallego" userId="0dfa9112-9251-4882-b472-cf2dfcee09d1" providerId="ADAL" clId="{501A0BFC-28CB-4013-9E64-11B18B096761}" dt="2025-04-28T18:38:51.112" v="346" actId="1076"/>
          <ac:picMkLst>
            <pc:docMk/>
            <pc:sldMk cId="2546899043" sldId="428"/>
            <ac:picMk id="6" creationId="{AFD295DF-9C60-4BD4-A1BD-3950E937E973}"/>
          </ac:picMkLst>
        </pc:picChg>
      </pc:sldChg>
      <pc:sldChg chg="modSp del modNotes">
        <pc:chgData name="Cesar Augusto Lopez Gallego" userId="0dfa9112-9251-4882-b472-cf2dfcee09d1" providerId="ADAL" clId="{501A0BFC-28CB-4013-9E64-11B18B096761}" dt="2025-04-28T13:21:24.073" v="178" actId="47"/>
        <pc:sldMkLst>
          <pc:docMk/>
          <pc:sldMk cId="2045735850" sldId="1059"/>
        </pc:sldMkLst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2045735850" sldId="1059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2045735850" sldId="1059"/>
            <ac:spMk id="3" creationId="{00000000-0000-0000-0000-000000000000}"/>
          </ac:spMkLst>
        </pc:spChg>
      </pc:sldChg>
      <pc:sldChg chg="del">
        <pc:chgData name="Cesar Augusto Lopez Gallego" userId="0dfa9112-9251-4882-b472-cf2dfcee09d1" providerId="ADAL" clId="{501A0BFC-28CB-4013-9E64-11B18B096761}" dt="2025-04-28T12:49:48.125" v="29" actId="47"/>
        <pc:sldMkLst>
          <pc:docMk/>
          <pc:sldMk cId="4290180166" sldId="1061"/>
        </pc:sldMkLst>
      </pc:sldChg>
      <pc:sldChg chg="del">
        <pc:chgData name="Cesar Augusto Lopez Gallego" userId="0dfa9112-9251-4882-b472-cf2dfcee09d1" providerId="ADAL" clId="{501A0BFC-28CB-4013-9E64-11B18B096761}" dt="2025-04-28T12:49:53.102" v="30" actId="47"/>
        <pc:sldMkLst>
          <pc:docMk/>
          <pc:sldMk cId="3932300852" sldId="1064"/>
        </pc:sldMkLst>
      </pc:sldChg>
      <pc:sldChg chg="del">
        <pc:chgData name="Cesar Augusto Lopez Gallego" userId="0dfa9112-9251-4882-b472-cf2dfcee09d1" providerId="ADAL" clId="{501A0BFC-28CB-4013-9E64-11B18B096761}" dt="2025-04-28T14:20:54.727" v="181" actId="47"/>
        <pc:sldMkLst>
          <pc:docMk/>
          <pc:sldMk cId="179401877" sldId="1065"/>
        </pc:sldMkLst>
      </pc:sldChg>
      <pc:sldChg chg="del">
        <pc:chgData name="Cesar Augusto Lopez Gallego" userId="0dfa9112-9251-4882-b472-cf2dfcee09d1" providerId="ADAL" clId="{501A0BFC-28CB-4013-9E64-11B18B096761}" dt="2025-04-28T12:53:46.347" v="146" actId="47"/>
        <pc:sldMkLst>
          <pc:docMk/>
          <pc:sldMk cId="3017964656" sldId="1066"/>
        </pc:sldMkLst>
      </pc:sldChg>
      <pc:sldChg chg="del">
        <pc:chgData name="Cesar Augusto Lopez Gallego" userId="0dfa9112-9251-4882-b472-cf2dfcee09d1" providerId="ADAL" clId="{501A0BFC-28CB-4013-9E64-11B18B096761}" dt="2025-04-28T12:53:49.261" v="150" actId="47"/>
        <pc:sldMkLst>
          <pc:docMk/>
          <pc:sldMk cId="1062557155" sldId="1067"/>
        </pc:sldMkLst>
      </pc:sldChg>
      <pc:sldChg chg="modSp del">
        <pc:chgData name="Cesar Augusto Lopez Gallego" userId="0dfa9112-9251-4882-b472-cf2dfcee09d1" providerId="ADAL" clId="{501A0BFC-28CB-4013-9E64-11B18B096761}" dt="2025-04-28T14:20:54.727" v="181" actId="47"/>
        <pc:sldMkLst>
          <pc:docMk/>
          <pc:sldMk cId="4103755018" sldId="1068"/>
        </pc:sldMkLst>
        <pc:spChg chg="mod">
          <ac:chgData name="Cesar Augusto Lopez Gallego" userId="0dfa9112-9251-4882-b472-cf2dfcee09d1" providerId="ADAL" clId="{501A0BFC-28CB-4013-9E64-11B18B096761}" dt="2025-04-28T12:54:19.320" v="153"/>
          <ac:spMkLst>
            <pc:docMk/>
            <pc:sldMk cId="4103755018" sldId="1068"/>
            <ac:spMk id="6" creationId="{EB04A90E-53FA-40D4-8F89-B31F2751C091}"/>
          </ac:spMkLst>
        </pc:spChg>
      </pc:sldChg>
      <pc:sldChg chg="del">
        <pc:chgData name="Cesar Augusto Lopez Gallego" userId="0dfa9112-9251-4882-b472-cf2dfcee09d1" providerId="ADAL" clId="{501A0BFC-28CB-4013-9E64-11B18B096761}" dt="2025-04-28T14:20:54.727" v="181" actId="47"/>
        <pc:sldMkLst>
          <pc:docMk/>
          <pc:sldMk cId="4283875435" sldId="1069"/>
        </pc:sldMkLst>
      </pc:sldChg>
      <pc:sldChg chg="del">
        <pc:chgData name="Cesar Augusto Lopez Gallego" userId="0dfa9112-9251-4882-b472-cf2dfcee09d1" providerId="ADAL" clId="{501A0BFC-28CB-4013-9E64-11B18B096761}" dt="2025-04-28T12:49:42.672" v="28" actId="47"/>
        <pc:sldMkLst>
          <pc:docMk/>
          <pc:sldMk cId="1134793371" sldId="1071"/>
        </pc:sldMkLst>
      </pc:sldChg>
      <pc:sldChg chg="del">
        <pc:chgData name="Cesar Augusto Lopez Gallego" userId="0dfa9112-9251-4882-b472-cf2dfcee09d1" providerId="ADAL" clId="{501A0BFC-28CB-4013-9E64-11B18B096761}" dt="2025-04-28T12:49:48.125" v="29" actId="47"/>
        <pc:sldMkLst>
          <pc:docMk/>
          <pc:sldMk cId="1434503912" sldId="1072"/>
        </pc:sldMkLst>
      </pc:sldChg>
      <pc:sldChg chg="addSp delSp modSp new mod">
        <pc:chgData name="Cesar Augusto Lopez Gallego" userId="0dfa9112-9251-4882-b472-cf2dfcee09d1" providerId="ADAL" clId="{501A0BFC-28CB-4013-9E64-11B18B096761}" dt="2025-04-28T18:43:19.488" v="392" actId="14100"/>
        <pc:sldMkLst>
          <pc:docMk/>
          <pc:sldMk cId="2533825287" sldId="1074"/>
        </pc:sldMkLst>
        <pc:spChg chg="del">
          <ac:chgData name="Cesar Augusto Lopez Gallego" userId="0dfa9112-9251-4882-b472-cf2dfcee09d1" providerId="ADAL" clId="{501A0BFC-28CB-4013-9E64-11B18B096761}" dt="2025-04-28T16:30:31.855" v="183" actId="478"/>
          <ac:spMkLst>
            <pc:docMk/>
            <pc:sldMk cId="2533825287" sldId="1074"/>
            <ac:spMk id="2" creationId="{DACC579E-5223-49E1-9E95-84B180AE545B}"/>
          </ac:spMkLst>
        </pc:spChg>
        <pc:spChg chg="del">
          <ac:chgData name="Cesar Augusto Lopez Gallego" userId="0dfa9112-9251-4882-b472-cf2dfcee09d1" providerId="ADAL" clId="{501A0BFC-28CB-4013-9E64-11B18B096761}" dt="2025-04-28T16:30:31.855" v="183" actId="478"/>
          <ac:spMkLst>
            <pc:docMk/>
            <pc:sldMk cId="2533825287" sldId="1074"/>
            <ac:spMk id="3" creationId="{EF66A5E1-3752-42A0-9A4B-C640686F2E0C}"/>
          </ac:spMkLst>
        </pc:spChg>
        <pc:spChg chg="add mod">
          <ac:chgData name="Cesar Augusto Lopez Gallego" userId="0dfa9112-9251-4882-b472-cf2dfcee09d1" providerId="ADAL" clId="{501A0BFC-28CB-4013-9E64-11B18B096761}" dt="2025-04-28T16:30:43.295" v="195" actId="20577"/>
          <ac:spMkLst>
            <pc:docMk/>
            <pc:sldMk cId="2533825287" sldId="1074"/>
            <ac:spMk id="5" creationId="{603B9BCA-51C0-4FDA-A2CE-0DDE661C7B72}"/>
          </ac:spMkLst>
        </pc:spChg>
        <pc:spChg chg="add del mod">
          <ac:chgData name="Cesar Augusto Lopez Gallego" userId="0dfa9112-9251-4882-b472-cf2dfcee09d1" providerId="ADAL" clId="{501A0BFC-28CB-4013-9E64-11B18B096761}" dt="2025-04-28T16:30:47.541" v="197"/>
          <ac:spMkLst>
            <pc:docMk/>
            <pc:sldMk cId="2533825287" sldId="1074"/>
            <ac:spMk id="6" creationId="{6AD69867-5C9E-402F-9039-9FA09619A2FC}"/>
          </ac:spMkLst>
        </pc:spChg>
        <pc:spChg chg="add mod">
          <ac:chgData name="Cesar Augusto Lopez Gallego" userId="0dfa9112-9251-4882-b472-cf2dfcee09d1" providerId="ADAL" clId="{501A0BFC-28CB-4013-9E64-11B18B096761}" dt="2025-04-28T18:43:19.488" v="392" actId="14100"/>
          <ac:spMkLst>
            <pc:docMk/>
            <pc:sldMk cId="2533825287" sldId="1074"/>
            <ac:spMk id="8" creationId="{C73CCD42-CD54-4F06-9A40-868FED4C052F}"/>
          </ac:spMkLst>
        </pc:spChg>
      </pc:sldChg>
      <pc:sldChg chg="addSp modSp new mod ord">
        <pc:chgData name="Cesar Augusto Lopez Gallego" userId="0dfa9112-9251-4882-b472-cf2dfcee09d1" providerId="ADAL" clId="{501A0BFC-28CB-4013-9E64-11B18B096761}" dt="2025-04-28T18:38:06.646" v="339" actId="404"/>
        <pc:sldMkLst>
          <pc:docMk/>
          <pc:sldMk cId="507050410" sldId="1075"/>
        </pc:sldMkLst>
        <pc:spChg chg="add mod">
          <ac:chgData name="Cesar Augusto Lopez Gallego" userId="0dfa9112-9251-4882-b472-cf2dfcee09d1" providerId="ADAL" clId="{501A0BFC-28CB-4013-9E64-11B18B096761}" dt="2025-04-28T18:38:06.646" v="339" actId="404"/>
          <ac:spMkLst>
            <pc:docMk/>
            <pc:sldMk cId="507050410" sldId="1075"/>
            <ac:spMk id="9" creationId="{7BF85F53-CA91-4AC5-ABF9-36DCE82FA029}"/>
          </ac:spMkLst>
        </pc:spChg>
        <pc:picChg chg="add mod">
          <ac:chgData name="Cesar Augusto Lopez Gallego" userId="0dfa9112-9251-4882-b472-cf2dfcee09d1" providerId="ADAL" clId="{501A0BFC-28CB-4013-9E64-11B18B096761}" dt="2025-04-28T18:37:50.106" v="313" actId="1076"/>
          <ac:picMkLst>
            <pc:docMk/>
            <pc:sldMk cId="507050410" sldId="1075"/>
            <ac:picMk id="3" creationId="{F1AB0E29-53CC-41F6-BD1A-0D342F840F1F}"/>
          </ac:picMkLst>
        </pc:picChg>
        <pc:picChg chg="add mod">
          <ac:chgData name="Cesar Augusto Lopez Gallego" userId="0dfa9112-9251-4882-b472-cf2dfcee09d1" providerId="ADAL" clId="{501A0BFC-28CB-4013-9E64-11B18B096761}" dt="2025-04-28T18:36:48.383" v="301" actId="1076"/>
          <ac:picMkLst>
            <pc:docMk/>
            <pc:sldMk cId="507050410" sldId="1075"/>
            <ac:picMk id="5" creationId="{E906E4C3-BD06-4749-BAF3-70CF0A5FCD24}"/>
          </ac:picMkLst>
        </pc:picChg>
        <pc:picChg chg="add mod">
          <ac:chgData name="Cesar Augusto Lopez Gallego" userId="0dfa9112-9251-4882-b472-cf2dfcee09d1" providerId="ADAL" clId="{501A0BFC-28CB-4013-9E64-11B18B096761}" dt="2025-04-28T18:37:51.319" v="314" actId="1076"/>
          <ac:picMkLst>
            <pc:docMk/>
            <pc:sldMk cId="507050410" sldId="1075"/>
            <ac:picMk id="7" creationId="{787FF9A3-22D1-4324-8A5D-73659891AFC2}"/>
          </ac:picMkLst>
        </pc:picChg>
      </pc:sldChg>
      <pc:sldChg chg="addSp modSp new mod">
        <pc:chgData name="Cesar Augusto Lopez Gallego" userId="0dfa9112-9251-4882-b472-cf2dfcee09d1" providerId="ADAL" clId="{501A0BFC-28CB-4013-9E64-11B18B096761}" dt="2025-04-28T18:41:38.867" v="360" actId="14100"/>
        <pc:sldMkLst>
          <pc:docMk/>
          <pc:sldMk cId="1590007977" sldId="1076"/>
        </pc:sldMkLst>
        <pc:picChg chg="add mod">
          <ac:chgData name="Cesar Augusto Lopez Gallego" userId="0dfa9112-9251-4882-b472-cf2dfcee09d1" providerId="ADAL" clId="{501A0BFC-28CB-4013-9E64-11B18B096761}" dt="2025-04-28T18:41:38.867" v="360" actId="14100"/>
          <ac:picMkLst>
            <pc:docMk/>
            <pc:sldMk cId="1590007977" sldId="1076"/>
            <ac:picMk id="3" creationId="{6DD286B9-C615-44F5-B96D-A31442BA40BC}"/>
          </ac:picMkLst>
        </pc:picChg>
      </pc:sldChg>
      <pc:sldMasterChg chg="delSldLayout">
        <pc:chgData name="Cesar Augusto Lopez Gallego" userId="0dfa9112-9251-4882-b472-cf2dfcee09d1" providerId="ADAL" clId="{501A0BFC-28CB-4013-9E64-11B18B096761}" dt="2025-04-28T14:20:54.727" v="181" actId="47"/>
        <pc:sldMasterMkLst>
          <pc:docMk/>
          <pc:sldMasterMk cId="1576273726" sldId="2147483672"/>
        </pc:sldMasterMkLst>
        <pc:sldLayoutChg chg="del">
          <pc:chgData name="Cesar Augusto Lopez Gallego" userId="0dfa9112-9251-4882-b472-cf2dfcee09d1" providerId="ADAL" clId="{501A0BFC-28CB-4013-9E64-11B18B096761}" dt="2025-04-28T14:20:54.727" v="181" actId="47"/>
          <pc:sldLayoutMkLst>
            <pc:docMk/>
            <pc:sldMasterMk cId="1576273726" sldId="2147483672"/>
            <pc:sldLayoutMk cId="3751642679" sldId="2147483707"/>
          </pc:sldLayoutMkLst>
        </pc:sldLayoutChg>
        <pc:sldLayoutChg chg="del">
          <pc:chgData name="Cesar Augusto Lopez Gallego" userId="0dfa9112-9251-4882-b472-cf2dfcee09d1" providerId="ADAL" clId="{501A0BFC-28CB-4013-9E64-11B18B096761}" dt="2025-04-28T12:49:42.672" v="28" actId="47"/>
          <pc:sldLayoutMkLst>
            <pc:docMk/>
            <pc:sldMasterMk cId="1576273726" sldId="2147483672"/>
            <pc:sldLayoutMk cId="2165166560" sldId="2147483710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5B4BFD-8EE4-4FF7-81D1-F8F9D4F5306C}" type="doc">
      <dgm:prSet loTypeId="urn:microsoft.com/office/officeart/2005/8/layout/default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s-ES"/>
        </a:p>
      </dgm:t>
    </dgm:pt>
    <dgm:pt modelId="{4EA5CA80-F5CC-4BC3-99E8-8AA61DD5E23C}">
      <dgm:prSet custT="1"/>
      <dgm:spPr>
        <a:ln w="38100">
          <a:solidFill>
            <a:srgbClr val="00B050"/>
          </a:solidFill>
        </a:ln>
      </dgm:spPr>
      <dgm:t>
        <a:bodyPr/>
        <a:lstStyle/>
        <a:p>
          <a:pPr rtl="0"/>
          <a:r>
            <a:rPr lang="es-CO" sz="1600"/>
            <a:t>Diferentes áreas de la compañía dan diferentes respuestas a las mismas interrogantes?</a:t>
          </a:r>
        </a:p>
      </dgm:t>
    </dgm:pt>
    <dgm:pt modelId="{F9615B4E-28CD-4E30-A074-23384B1431C9}" type="parTrans" cxnId="{3D865BC6-25B3-4ADF-B044-8D172FD77F05}">
      <dgm:prSet/>
      <dgm:spPr/>
      <dgm:t>
        <a:bodyPr/>
        <a:lstStyle/>
        <a:p>
          <a:endParaRPr lang="es-ES" sz="2000">
            <a:solidFill>
              <a:schemeClr val="tx1"/>
            </a:solidFill>
          </a:endParaRPr>
        </a:p>
      </dgm:t>
    </dgm:pt>
    <dgm:pt modelId="{3943B859-67AA-4376-AD08-24E6E2273F25}" type="sibTrans" cxnId="{3D865BC6-25B3-4ADF-B044-8D172FD77F05}">
      <dgm:prSet/>
      <dgm:spPr/>
      <dgm:t>
        <a:bodyPr/>
        <a:lstStyle/>
        <a:p>
          <a:endParaRPr lang="es-ES" sz="2000">
            <a:solidFill>
              <a:schemeClr val="tx1"/>
            </a:solidFill>
          </a:endParaRPr>
        </a:p>
      </dgm:t>
    </dgm:pt>
    <dgm:pt modelId="{A269FE60-5ED9-4191-A8DA-331135399847}">
      <dgm:prSet custT="1"/>
      <dgm:spPr>
        <a:ln w="38100">
          <a:solidFill>
            <a:srgbClr val="00B050"/>
          </a:solidFill>
        </a:ln>
      </dgm:spPr>
      <dgm:t>
        <a:bodyPr/>
        <a:lstStyle/>
        <a:p>
          <a:pPr rtl="0"/>
          <a:r>
            <a:rPr lang="es-CO" sz="1600" dirty="0"/>
            <a:t>Cumplir con los lineamientos y disposiciones de los entes reguladores demanda un gran esfuerzo e inversiones de infraestructura </a:t>
          </a:r>
        </a:p>
      </dgm:t>
    </dgm:pt>
    <dgm:pt modelId="{FB9AEC2F-E930-422C-B63F-E5A24C0DF87B}" type="parTrans" cxnId="{DED71067-96E8-4AC2-A446-A17ED4F8817E}">
      <dgm:prSet/>
      <dgm:spPr/>
      <dgm:t>
        <a:bodyPr/>
        <a:lstStyle/>
        <a:p>
          <a:endParaRPr lang="es-ES" sz="2000">
            <a:solidFill>
              <a:schemeClr val="tx1"/>
            </a:solidFill>
          </a:endParaRPr>
        </a:p>
      </dgm:t>
    </dgm:pt>
    <dgm:pt modelId="{ECB6AFED-808E-401B-BB06-9DA04A6CC26C}" type="sibTrans" cxnId="{DED71067-96E8-4AC2-A446-A17ED4F8817E}">
      <dgm:prSet/>
      <dgm:spPr/>
      <dgm:t>
        <a:bodyPr/>
        <a:lstStyle/>
        <a:p>
          <a:endParaRPr lang="es-ES" sz="2000">
            <a:solidFill>
              <a:schemeClr val="tx1"/>
            </a:solidFill>
          </a:endParaRPr>
        </a:p>
      </dgm:t>
    </dgm:pt>
    <dgm:pt modelId="{987CEDE2-1D3F-44BF-B208-33D63A873E31}">
      <dgm:prSet custT="1"/>
      <dgm:spPr>
        <a:ln w="38100">
          <a:solidFill>
            <a:srgbClr val="00B050"/>
          </a:solidFill>
        </a:ln>
      </dgm:spPr>
      <dgm:t>
        <a:bodyPr/>
        <a:lstStyle/>
        <a:p>
          <a:pPr rtl="0"/>
          <a:r>
            <a:rPr lang="es-CO" sz="1600"/>
            <a:t>No existe agilidad para cumplir con las estrategias del negocio. Cada iniciativa que se requiere implementar es “como iniciar desde cero” </a:t>
          </a:r>
        </a:p>
      </dgm:t>
    </dgm:pt>
    <dgm:pt modelId="{74087E35-BD62-4A26-A7AE-4622348A2717}" type="parTrans" cxnId="{8B21DEA4-492E-4B4E-80A0-DDEB9592FAD0}">
      <dgm:prSet/>
      <dgm:spPr/>
      <dgm:t>
        <a:bodyPr/>
        <a:lstStyle/>
        <a:p>
          <a:endParaRPr lang="es-ES" sz="2000">
            <a:solidFill>
              <a:schemeClr val="tx1"/>
            </a:solidFill>
          </a:endParaRPr>
        </a:p>
      </dgm:t>
    </dgm:pt>
    <dgm:pt modelId="{7CA8B68E-9F30-49D4-8C03-AF16043AD613}" type="sibTrans" cxnId="{8B21DEA4-492E-4B4E-80A0-DDEB9592FAD0}">
      <dgm:prSet/>
      <dgm:spPr/>
      <dgm:t>
        <a:bodyPr/>
        <a:lstStyle/>
        <a:p>
          <a:endParaRPr lang="es-ES" sz="2000">
            <a:solidFill>
              <a:schemeClr val="tx1"/>
            </a:solidFill>
          </a:endParaRPr>
        </a:p>
      </dgm:t>
    </dgm:pt>
    <dgm:pt modelId="{6746465E-BA24-4049-9F5C-53065B44A583}">
      <dgm:prSet custT="1"/>
      <dgm:spPr>
        <a:ln w="38100">
          <a:solidFill>
            <a:srgbClr val="00B050"/>
          </a:solidFill>
        </a:ln>
      </dgm:spPr>
      <dgm:t>
        <a:bodyPr/>
        <a:lstStyle/>
        <a:p>
          <a:pPr rtl="0"/>
          <a:r>
            <a:rPr lang="es-CO" sz="1600"/>
            <a:t>Las áreas de Tecnología se convierten en cuellos de botella </a:t>
          </a:r>
        </a:p>
      </dgm:t>
    </dgm:pt>
    <dgm:pt modelId="{850A41B9-D114-4E61-A360-901ACD0CF25F}" type="parTrans" cxnId="{1B3C3563-9564-492B-81D5-A7C33CCB8BC6}">
      <dgm:prSet/>
      <dgm:spPr/>
      <dgm:t>
        <a:bodyPr/>
        <a:lstStyle/>
        <a:p>
          <a:endParaRPr lang="es-ES" sz="2000">
            <a:solidFill>
              <a:schemeClr val="tx1"/>
            </a:solidFill>
          </a:endParaRPr>
        </a:p>
      </dgm:t>
    </dgm:pt>
    <dgm:pt modelId="{56D60132-52D6-4BA7-B27F-AE1E30A7E481}" type="sibTrans" cxnId="{1B3C3563-9564-492B-81D5-A7C33CCB8BC6}">
      <dgm:prSet/>
      <dgm:spPr/>
      <dgm:t>
        <a:bodyPr/>
        <a:lstStyle/>
        <a:p>
          <a:endParaRPr lang="es-ES" sz="2000">
            <a:solidFill>
              <a:schemeClr val="tx1"/>
            </a:solidFill>
          </a:endParaRPr>
        </a:p>
      </dgm:t>
    </dgm:pt>
    <dgm:pt modelId="{6F08ED64-AF83-4B22-8C5B-1A513E9735C2}">
      <dgm:prSet custT="1"/>
      <dgm:spPr>
        <a:ln w="38100">
          <a:solidFill>
            <a:srgbClr val="00B050"/>
          </a:solidFill>
        </a:ln>
      </dgm:spPr>
      <dgm:t>
        <a:bodyPr/>
        <a:lstStyle/>
        <a:p>
          <a:pPr rtl="0"/>
          <a:r>
            <a:rPr lang="es-CO" sz="1600"/>
            <a:t>Existen diferentes procesos de negocio, cada uno con diferentes sistemas y realizando la misma actividad a lo largo de la empresa. </a:t>
          </a:r>
        </a:p>
      </dgm:t>
    </dgm:pt>
    <dgm:pt modelId="{56C87585-C72F-4E7B-9C77-D11D4DCCD511}" type="parTrans" cxnId="{CD551F9C-1650-45EA-AB5F-17C578988C89}">
      <dgm:prSet/>
      <dgm:spPr/>
      <dgm:t>
        <a:bodyPr/>
        <a:lstStyle/>
        <a:p>
          <a:endParaRPr lang="es-ES" sz="2000">
            <a:solidFill>
              <a:schemeClr val="tx1"/>
            </a:solidFill>
          </a:endParaRPr>
        </a:p>
      </dgm:t>
    </dgm:pt>
    <dgm:pt modelId="{63EF283D-1F32-4F22-BE16-A3F4AD55FA49}" type="sibTrans" cxnId="{CD551F9C-1650-45EA-AB5F-17C578988C89}">
      <dgm:prSet/>
      <dgm:spPr/>
      <dgm:t>
        <a:bodyPr/>
        <a:lstStyle/>
        <a:p>
          <a:endParaRPr lang="es-ES" sz="2000">
            <a:solidFill>
              <a:schemeClr val="tx1"/>
            </a:solidFill>
          </a:endParaRPr>
        </a:p>
      </dgm:t>
    </dgm:pt>
    <dgm:pt modelId="{4F6F9D2D-FCE6-4550-92D6-B9DC3875EF58}" type="pres">
      <dgm:prSet presAssocID="{BD5B4BFD-8EE4-4FF7-81D1-F8F9D4F5306C}" presName="diagram" presStyleCnt="0">
        <dgm:presLayoutVars>
          <dgm:dir/>
          <dgm:resizeHandles val="exact"/>
        </dgm:presLayoutVars>
      </dgm:prSet>
      <dgm:spPr/>
    </dgm:pt>
    <dgm:pt modelId="{FC643DB0-2798-486D-8802-360D9618EBC3}" type="pres">
      <dgm:prSet presAssocID="{4EA5CA80-F5CC-4BC3-99E8-8AA61DD5E23C}" presName="node" presStyleLbl="node1" presStyleIdx="0" presStyleCnt="5" custScaleY="72244">
        <dgm:presLayoutVars>
          <dgm:bulletEnabled val="1"/>
        </dgm:presLayoutVars>
      </dgm:prSet>
      <dgm:spPr>
        <a:prstGeom prst="ellipse">
          <a:avLst/>
        </a:prstGeom>
      </dgm:spPr>
    </dgm:pt>
    <dgm:pt modelId="{5D42449C-0136-45FA-BC54-D4CA3B1FAAE1}" type="pres">
      <dgm:prSet presAssocID="{3943B859-67AA-4376-AD08-24E6E2273F25}" presName="sibTrans" presStyleCnt="0"/>
      <dgm:spPr/>
    </dgm:pt>
    <dgm:pt modelId="{F98E5E46-5464-452D-BFA7-FAA68B45A92B}" type="pres">
      <dgm:prSet presAssocID="{A269FE60-5ED9-4191-A8DA-331135399847}" presName="node" presStyleLbl="node1" presStyleIdx="1" presStyleCnt="5">
        <dgm:presLayoutVars>
          <dgm:bulletEnabled val="1"/>
        </dgm:presLayoutVars>
      </dgm:prSet>
      <dgm:spPr>
        <a:prstGeom prst="ellipse">
          <a:avLst/>
        </a:prstGeom>
      </dgm:spPr>
    </dgm:pt>
    <dgm:pt modelId="{D2EB095D-A4A5-4B13-8884-1340CFF84978}" type="pres">
      <dgm:prSet presAssocID="{ECB6AFED-808E-401B-BB06-9DA04A6CC26C}" presName="sibTrans" presStyleCnt="0"/>
      <dgm:spPr/>
    </dgm:pt>
    <dgm:pt modelId="{D39960B1-2D1E-446F-B9B8-8D96275FA4B8}" type="pres">
      <dgm:prSet presAssocID="{987CEDE2-1D3F-44BF-B208-33D63A873E31}" presName="node" presStyleLbl="node1" presStyleIdx="2" presStyleCnt="5">
        <dgm:presLayoutVars>
          <dgm:bulletEnabled val="1"/>
        </dgm:presLayoutVars>
      </dgm:prSet>
      <dgm:spPr>
        <a:prstGeom prst="ellipse">
          <a:avLst/>
        </a:prstGeom>
      </dgm:spPr>
    </dgm:pt>
    <dgm:pt modelId="{991D89A6-D8BA-4485-8662-B5CF73A6038E}" type="pres">
      <dgm:prSet presAssocID="{7CA8B68E-9F30-49D4-8C03-AF16043AD613}" presName="sibTrans" presStyleCnt="0"/>
      <dgm:spPr/>
    </dgm:pt>
    <dgm:pt modelId="{E53CB653-BB21-4821-845A-ECB26939CB57}" type="pres">
      <dgm:prSet presAssocID="{6746465E-BA24-4049-9F5C-53065B44A583}" presName="node" presStyleLbl="node1" presStyleIdx="3" presStyleCnt="5">
        <dgm:presLayoutVars>
          <dgm:bulletEnabled val="1"/>
        </dgm:presLayoutVars>
      </dgm:prSet>
      <dgm:spPr>
        <a:prstGeom prst="ellipse">
          <a:avLst/>
        </a:prstGeom>
      </dgm:spPr>
    </dgm:pt>
    <dgm:pt modelId="{AA65F7E3-45CE-4963-B42C-B96CE35410CA}" type="pres">
      <dgm:prSet presAssocID="{56D60132-52D6-4BA7-B27F-AE1E30A7E481}" presName="sibTrans" presStyleCnt="0"/>
      <dgm:spPr/>
    </dgm:pt>
    <dgm:pt modelId="{1F34AD2C-3907-4611-BE0C-6C45314860B3}" type="pres">
      <dgm:prSet presAssocID="{6F08ED64-AF83-4B22-8C5B-1A513E9735C2}" presName="node" presStyleLbl="node1" presStyleIdx="4" presStyleCnt="5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D5482F01-81D0-49B0-A6CC-5FFF28B66389}" type="presOf" srcId="{987CEDE2-1D3F-44BF-B208-33D63A873E31}" destId="{D39960B1-2D1E-446F-B9B8-8D96275FA4B8}" srcOrd="0" destOrd="0" presId="urn:microsoft.com/office/officeart/2005/8/layout/default"/>
    <dgm:cxn modelId="{DA207917-8B9E-40C5-AF1B-B72DBC255FA9}" type="presOf" srcId="{6F08ED64-AF83-4B22-8C5B-1A513E9735C2}" destId="{1F34AD2C-3907-4611-BE0C-6C45314860B3}" srcOrd="0" destOrd="0" presId="urn:microsoft.com/office/officeart/2005/8/layout/default"/>
    <dgm:cxn modelId="{1B3C3563-9564-492B-81D5-A7C33CCB8BC6}" srcId="{BD5B4BFD-8EE4-4FF7-81D1-F8F9D4F5306C}" destId="{6746465E-BA24-4049-9F5C-53065B44A583}" srcOrd="3" destOrd="0" parTransId="{850A41B9-D114-4E61-A360-901ACD0CF25F}" sibTransId="{56D60132-52D6-4BA7-B27F-AE1E30A7E481}"/>
    <dgm:cxn modelId="{7C0FFB46-E9AA-4C0A-AA76-74F1D9D83F00}" type="presOf" srcId="{A269FE60-5ED9-4191-A8DA-331135399847}" destId="{F98E5E46-5464-452D-BFA7-FAA68B45A92B}" srcOrd="0" destOrd="0" presId="urn:microsoft.com/office/officeart/2005/8/layout/default"/>
    <dgm:cxn modelId="{DED71067-96E8-4AC2-A446-A17ED4F8817E}" srcId="{BD5B4BFD-8EE4-4FF7-81D1-F8F9D4F5306C}" destId="{A269FE60-5ED9-4191-A8DA-331135399847}" srcOrd="1" destOrd="0" parTransId="{FB9AEC2F-E930-422C-B63F-E5A24C0DF87B}" sibTransId="{ECB6AFED-808E-401B-BB06-9DA04A6CC26C}"/>
    <dgm:cxn modelId="{7D385A6B-38C0-444F-B210-EA48C55FC4E1}" type="presOf" srcId="{4EA5CA80-F5CC-4BC3-99E8-8AA61DD5E23C}" destId="{FC643DB0-2798-486D-8802-360D9618EBC3}" srcOrd="0" destOrd="0" presId="urn:microsoft.com/office/officeart/2005/8/layout/default"/>
    <dgm:cxn modelId="{B93B4594-9230-4548-8600-99DE3E63424C}" type="presOf" srcId="{6746465E-BA24-4049-9F5C-53065B44A583}" destId="{E53CB653-BB21-4821-845A-ECB26939CB57}" srcOrd="0" destOrd="0" presId="urn:microsoft.com/office/officeart/2005/8/layout/default"/>
    <dgm:cxn modelId="{CD551F9C-1650-45EA-AB5F-17C578988C89}" srcId="{BD5B4BFD-8EE4-4FF7-81D1-F8F9D4F5306C}" destId="{6F08ED64-AF83-4B22-8C5B-1A513E9735C2}" srcOrd="4" destOrd="0" parTransId="{56C87585-C72F-4E7B-9C77-D11D4DCCD511}" sibTransId="{63EF283D-1F32-4F22-BE16-A3F4AD55FA49}"/>
    <dgm:cxn modelId="{8B21DEA4-492E-4B4E-80A0-DDEB9592FAD0}" srcId="{BD5B4BFD-8EE4-4FF7-81D1-F8F9D4F5306C}" destId="{987CEDE2-1D3F-44BF-B208-33D63A873E31}" srcOrd="2" destOrd="0" parTransId="{74087E35-BD62-4A26-A7AE-4622348A2717}" sibTransId="{7CA8B68E-9F30-49D4-8C03-AF16043AD613}"/>
    <dgm:cxn modelId="{3D865BC6-25B3-4ADF-B044-8D172FD77F05}" srcId="{BD5B4BFD-8EE4-4FF7-81D1-F8F9D4F5306C}" destId="{4EA5CA80-F5CC-4BC3-99E8-8AA61DD5E23C}" srcOrd="0" destOrd="0" parTransId="{F9615B4E-28CD-4E30-A074-23384B1431C9}" sibTransId="{3943B859-67AA-4376-AD08-24E6E2273F25}"/>
    <dgm:cxn modelId="{A30672F0-B16E-45A8-8B2B-04BEAEFF2C54}" type="presOf" srcId="{BD5B4BFD-8EE4-4FF7-81D1-F8F9D4F5306C}" destId="{4F6F9D2D-FCE6-4550-92D6-B9DC3875EF58}" srcOrd="0" destOrd="0" presId="urn:microsoft.com/office/officeart/2005/8/layout/default"/>
    <dgm:cxn modelId="{CBCFAEA7-00B2-4928-8435-29FCAB09A937}" type="presParOf" srcId="{4F6F9D2D-FCE6-4550-92D6-B9DC3875EF58}" destId="{FC643DB0-2798-486D-8802-360D9618EBC3}" srcOrd="0" destOrd="0" presId="urn:microsoft.com/office/officeart/2005/8/layout/default"/>
    <dgm:cxn modelId="{919C2367-763D-4763-A49D-C34D35970EE7}" type="presParOf" srcId="{4F6F9D2D-FCE6-4550-92D6-B9DC3875EF58}" destId="{5D42449C-0136-45FA-BC54-D4CA3B1FAAE1}" srcOrd="1" destOrd="0" presId="urn:microsoft.com/office/officeart/2005/8/layout/default"/>
    <dgm:cxn modelId="{CFD56D65-8733-42BD-A28A-B0BDA9080A80}" type="presParOf" srcId="{4F6F9D2D-FCE6-4550-92D6-B9DC3875EF58}" destId="{F98E5E46-5464-452D-BFA7-FAA68B45A92B}" srcOrd="2" destOrd="0" presId="urn:microsoft.com/office/officeart/2005/8/layout/default"/>
    <dgm:cxn modelId="{FFE64287-ABF0-42C7-8A84-103853F4DB14}" type="presParOf" srcId="{4F6F9D2D-FCE6-4550-92D6-B9DC3875EF58}" destId="{D2EB095D-A4A5-4B13-8884-1340CFF84978}" srcOrd="3" destOrd="0" presId="urn:microsoft.com/office/officeart/2005/8/layout/default"/>
    <dgm:cxn modelId="{81E69730-5A22-4F35-8E7A-A3B1DA136E2F}" type="presParOf" srcId="{4F6F9D2D-FCE6-4550-92D6-B9DC3875EF58}" destId="{D39960B1-2D1E-446F-B9B8-8D96275FA4B8}" srcOrd="4" destOrd="0" presId="urn:microsoft.com/office/officeart/2005/8/layout/default"/>
    <dgm:cxn modelId="{DC017385-3421-44BC-BF49-844B8FA9354F}" type="presParOf" srcId="{4F6F9D2D-FCE6-4550-92D6-B9DC3875EF58}" destId="{991D89A6-D8BA-4485-8662-B5CF73A6038E}" srcOrd="5" destOrd="0" presId="urn:microsoft.com/office/officeart/2005/8/layout/default"/>
    <dgm:cxn modelId="{9FD43302-61E7-44BB-881F-9A5646E6C54F}" type="presParOf" srcId="{4F6F9D2D-FCE6-4550-92D6-B9DC3875EF58}" destId="{E53CB653-BB21-4821-845A-ECB26939CB57}" srcOrd="6" destOrd="0" presId="urn:microsoft.com/office/officeart/2005/8/layout/default"/>
    <dgm:cxn modelId="{4ACD84C3-531B-400B-A21A-6B3FCCFB9D62}" type="presParOf" srcId="{4F6F9D2D-FCE6-4550-92D6-B9DC3875EF58}" destId="{AA65F7E3-45CE-4963-B42C-B96CE35410CA}" srcOrd="7" destOrd="0" presId="urn:microsoft.com/office/officeart/2005/8/layout/default"/>
    <dgm:cxn modelId="{3E374478-534A-421A-8C14-EF2DD9761398}" type="presParOf" srcId="{4F6F9D2D-FCE6-4550-92D6-B9DC3875EF58}" destId="{1F34AD2C-3907-4611-BE0C-6C45314860B3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7303D5A-EB12-4581-AAAF-4321F71CF9D7}" type="doc">
      <dgm:prSet loTypeId="urn:microsoft.com/office/officeart/2005/8/layout/default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s-ES"/>
        </a:p>
      </dgm:t>
    </dgm:pt>
    <dgm:pt modelId="{A83ABC90-6A58-4221-A27F-9272191D20EE}">
      <dgm:prSet custT="1"/>
      <dgm:spPr>
        <a:ln w="38100">
          <a:solidFill>
            <a:srgbClr val="00B050"/>
          </a:solidFill>
        </a:ln>
      </dgm:spPr>
      <dgm:t>
        <a:bodyPr/>
        <a:lstStyle/>
        <a:p>
          <a:pPr rtl="0"/>
          <a:r>
            <a:rPr lang="es-CO" sz="1600" dirty="0"/>
            <a:t>La información para tomar decisiones clave de negocio no está disponible </a:t>
          </a:r>
        </a:p>
      </dgm:t>
    </dgm:pt>
    <dgm:pt modelId="{94C58514-4324-4D77-BBC0-3249704700E1}" type="parTrans" cxnId="{A65184BF-71F1-4EC3-B309-D268AEC29DD5}">
      <dgm:prSet/>
      <dgm:spPr/>
      <dgm:t>
        <a:bodyPr/>
        <a:lstStyle/>
        <a:p>
          <a:endParaRPr lang="es-ES" sz="2000"/>
        </a:p>
      </dgm:t>
    </dgm:pt>
    <dgm:pt modelId="{755BEFD6-D0B0-4AF0-A2B8-05E910275A53}" type="sibTrans" cxnId="{A65184BF-71F1-4EC3-B309-D268AEC29DD5}">
      <dgm:prSet/>
      <dgm:spPr/>
      <dgm:t>
        <a:bodyPr/>
        <a:lstStyle/>
        <a:p>
          <a:endParaRPr lang="es-ES" sz="2000"/>
        </a:p>
      </dgm:t>
    </dgm:pt>
    <dgm:pt modelId="{985089A7-34F3-4EC2-ADE2-6837308C2D5A}">
      <dgm:prSet custT="1"/>
      <dgm:spPr>
        <a:ln w="38100">
          <a:solidFill>
            <a:srgbClr val="00B050"/>
          </a:solidFill>
        </a:ln>
      </dgm:spPr>
      <dgm:t>
        <a:bodyPr/>
        <a:lstStyle/>
        <a:p>
          <a:pPr rtl="0"/>
          <a:r>
            <a:rPr lang="es-CO" sz="1600" dirty="0"/>
            <a:t>Una buena parte del esfuerzo del trabajo de las personas se concentra en tomar información de algunos sistemas, procesarla, modificarla y luego ingresarla en otros sistemas </a:t>
          </a:r>
        </a:p>
      </dgm:t>
    </dgm:pt>
    <dgm:pt modelId="{689FF176-3941-472C-9A2E-705E1CB3E0B2}" type="parTrans" cxnId="{FF038A1A-56C4-4463-B229-D4F5986C15BE}">
      <dgm:prSet/>
      <dgm:spPr/>
      <dgm:t>
        <a:bodyPr/>
        <a:lstStyle/>
        <a:p>
          <a:endParaRPr lang="es-ES" sz="2000"/>
        </a:p>
      </dgm:t>
    </dgm:pt>
    <dgm:pt modelId="{78B36DC4-8892-4C3D-A7C5-5FCF72F8DEA6}" type="sibTrans" cxnId="{FF038A1A-56C4-4463-B229-D4F5986C15BE}">
      <dgm:prSet/>
      <dgm:spPr/>
      <dgm:t>
        <a:bodyPr/>
        <a:lstStyle/>
        <a:p>
          <a:endParaRPr lang="es-ES" sz="2000"/>
        </a:p>
      </dgm:t>
    </dgm:pt>
    <dgm:pt modelId="{21B03542-6B89-4077-8796-AEE3D6FBDB8F}">
      <dgm:prSet custT="1"/>
      <dgm:spPr>
        <a:ln w="38100">
          <a:solidFill>
            <a:srgbClr val="00B050"/>
          </a:solidFill>
        </a:ln>
      </dgm:spPr>
      <dgm:t>
        <a:bodyPr/>
        <a:lstStyle/>
        <a:p>
          <a:pPr rtl="0"/>
          <a:r>
            <a:rPr lang="es-CO" sz="1600"/>
            <a:t>La Alta Gerencia sufre un desgaste analizando aspectos relacionados con las Tecnologías de Información </a:t>
          </a:r>
        </a:p>
      </dgm:t>
    </dgm:pt>
    <dgm:pt modelId="{7ECD21DC-3B6F-4418-8A37-99AFABC8B366}" type="parTrans" cxnId="{96C889FC-F39C-43C6-B075-53A384A8B8B7}">
      <dgm:prSet/>
      <dgm:spPr/>
      <dgm:t>
        <a:bodyPr/>
        <a:lstStyle/>
        <a:p>
          <a:endParaRPr lang="es-ES" sz="2000"/>
        </a:p>
      </dgm:t>
    </dgm:pt>
    <dgm:pt modelId="{23B308AB-F0AC-46AB-895D-302F8F0CE33D}" type="sibTrans" cxnId="{96C889FC-F39C-43C6-B075-53A384A8B8B7}">
      <dgm:prSet/>
      <dgm:spPr/>
      <dgm:t>
        <a:bodyPr/>
        <a:lstStyle/>
        <a:p>
          <a:endParaRPr lang="es-ES" sz="2000"/>
        </a:p>
      </dgm:t>
    </dgm:pt>
    <dgm:pt modelId="{E0552CE0-A2E5-4ACD-97B0-D03D80FAD1E9}">
      <dgm:prSet custT="1"/>
      <dgm:spPr>
        <a:ln w="38100">
          <a:solidFill>
            <a:srgbClr val="00B050"/>
          </a:solidFill>
        </a:ln>
      </dgm:spPr>
      <dgm:t>
        <a:bodyPr/>
        <a:lstStyle/>
        <a:p>
          <a:pPr rtl="0"/>
          <a:r>
            <a:rPr lang="es-CO" sz="1600"/>
            <a:t>La Gerencia no sabe como obtener valor de las tecnologías de información</a:t>
          </a:r>
        </a:p>
      </dgm:t>
    </dgm:pt>
    <dgm:pt modelId="{AA7E3629-C071-49D5-B9EF-ECF0E9D60B3B}" type="parTrans" cxnId="{C6F0E549-8A10-4116-AFDA-FE45AB23BDE5}">
      <dgm:prSet/>
      <dgm:spPr/>
      <dgm:t>
        <a:bodyPr/>
        <a:lstStyle/>
        <a:p>
          <a:endParaRPr lang="es-ES" sz="2000"/>
        </a:p>
      </dgm:t>
    </dgm:pt>
    <dgm:pt modelId="{F686D86F-D194-4E81-90D7-7D38887CA08E}" type="sibTrans" cxnId="{C6F0E549-8A10-4116-AFDA-FE45AB23BDE5}">
      <dgm:prSet/>
      <dgm:spPr/>
      <dgm:t>
        <a:bodyPr/>
        <a:lstStyle/>
        <a:p>
          <a:endParaRPr lang="es-ES" sz="2000"/>
        </a:p>
      </dgm:t>
    </dgm:pt>
    <dgm:pt modelId="{1AAAA909-892D-4DA7-88C3-F8127CC0FD90}" type="pres">
      <dgm:prSet presAssocID="{D7303D5A-EB12-4581-AAAF-4321F71CF9D7}" presName="diagram" presStyleCnt="0">
        <dgm:presLayoutVars>
          <dgm:dir/>
          <dgm:resizeHandles val="exact"/>
        </dgm:presLayoutVars>
      </dgm:prSet>
      <dgm:spPr/>
    </dgm:pt>
    <dgm:pt modelId="{D3C11822-874F-436D-AE6B-DB13D50F0BB3}" type="pres">
      <dgm:prSet presAssocID="{A83ABC90-6A58-4221-A27F-9272191D20EE}" presName="node" presStyleLbl="node1" presStyleIdx="0" presStyleCnt="4" custLinFactNeighborX="-5056" custLinFactNeighborY="4214">
        <dgm:presLayoutVars>
          <dgm:bulletEnabled val="1"/>
        </dgm:presLayoutVars>
      </dgm:prSet>
      <dgm:spPr>
        <a:prstGeom prst="ellipse">
          <a:avLst/>
        </a:prstGeom>
      </dgm:spPr>
    </dgm:pt>
    <dgm:pt modelId="{D042716A-6AE3-49C0-94D7-D40701F82BEB}" type="pres">
      <dgm:prSet presAssocID="{755BEFD6-D0B0-4AF0-A2B8-05E910275A53}" presName="sibTrans" presStyleCnt="0"/>
      <dgm:spPr/>
    </dgm:pt>
    <dgm:pt modelId="{1AE4F4A0-CA58-422F-889E-AAD0F46CFE1E}" type="pres">
      <dgm:prSet presAssocID="{985089A7-34F3-4EC2-ADE2-6837308C2D5A}" presName="node" presStyleLbl="node1" presStyleIdx="1" presStyleCnt="4" custScaleX="111562">
        <dgm:presLayoutVars>
          <dgm:bulletEnabled val="1"/>
        </dgm:presLayoutVars>
      </dgm:prSet>
      <dgm:spPr>
        <a:prstGeom prst="ellipse">
          <a:avLst/>
        </a:prstGeom>
      </dgm:spPr>
    </dgm:pt>
    <dgm:pt modelId="{08EC3322-E899-485B-8F55-4D61637D89A0}" type="pres">
      <dgm:prSet presAssocID="{78B36DC4-8892-4C3D-A7C5-5FCF72F8DEA6}" presName="sibTrans" presStyleCnt="0"/>
      <dgm:spPr/>
    </dgm:pt>
    <dgm:pt modelId="{B68EF340-7F68-47FF-A6B6-3B67C2AB4D11}" type="pres">
      <dgm:prSet presAssocID="{21B03542-6B89-4077-8796-AEE3D6FBDB8F}" presName="node" presStyleLbl="node1" presStyleIdx="2" presStyleCnt="4" custLinFactNeighborX="1517" custLinFactNeighborY="62361">
        <dgm:presLayoutVars>
          <dgm:bulletEnabled val="1"/>
        </dgm:presLayoutVars>
      </dgm:prSet>
      <dgm:spPr>
        <a:prstGeom prst="ellipse">
          <a:avLst/>
        </a:prstGeom>
      </dgm:spPr>
    </dgm:pt>
    <dgm:pt modelId="{9F8C2E11-5B42-4E98-9A0D-CCDF532AE89A}" type="pres">
      <dgm:prSet presAssocID="{23B308AB-F0AC-46AB-895D-302F8F0CE33D}" presName="sibTrans" presStyleCnt="0"/>
      <dgm:spPr/>
    </dgm:pt>
    <dgm:pt modelId="{0C87264C-F620-4982-A36C-0D8808927960}" type="pres">
      <dgm:prSet presAssocID="{E0552CE0-A2E5-4ACD-97B0-D03D80FAD1E9}" presName="node" presStyleLbl="node1" presStyleIdx="3" presStyleCnt="4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FF038A1A-56C4-4463-B229-D4F5986C15BE}" srcId="{D7303D5A-EB12-4581-AAAF-4321F71CF9D7}" destId="{985089A7-34F3-4EC2-ADE2-6837308C2D5A}" srcOrd="1" destOrd="0" parTransId="{689FF176-3941-472C-9A2E-705E1CB3E0B2}" sibTransId="{78B36DC4-8892-4C3D-A7C5-5FCF72F8DEA6}"/>
    <dgm:cxn modelId="{8C5A5F65-3774-4419-9777-151BE6E09166}" type="presOf" srcId="{A83ABC90-6A58-4221-A27F-9272191D20EE}" destId="{D3C11822-874F-436D-AE6B-DB13D50F0BB3}" srcOrd="0" destOrd="0" presId="urn:microsoft.com/office/officeart/2005/8/layout/default"/>
    <dgm:cxn modelId="{C6F0E549-8A10-4116-AFDA-FE45AB23BDE5}" srcId="{D7303D5A-EB12-4581-AAAF-4321F71CF9D7}" destId="{E0552CE0-A2E5-4ACD-97B0-D03D80FAD1E9}" srcOrd="3" destOrd="0" parTransId="{AA7E3629-C071-49D5-B9EF-ECF0E9D60B3B}" sibTransId="{F686D86F-D194-4E81-90D7-7D38887CA08E}"/>
    <dgm:cxn modelId="{EB1E074E-9E39-46B1-9D57-F35A271F6405}" type="presOf" srcId="{D7303D5A-EB12-4581-AAAF-4321F71CF9D7}" destId="{1AAAA909-892D-4DA7-88C3-F8127CC0FD90}" srcOrd="0" destOrd="0" presId="urn:microsoft.com/office/officeart/2005/8/layout/default"/>
    <dgm:cxn modelId="{010D588B-50F9-42A4-958A-2840885C84C6}" type="presOf" srcId="{E0552CE0-A2E5-4ACD-97B0-D03D80FAD1E9}" destId="{0C87264C-F620-4982-A36C-0D8808927960}" srcOrd="0" destOrd="0" presId="urn:microsoft.com/office/officeart/2005/8/layout/default"/>
    <dgm:cxn modelId="{01F378BF-E296-43B3-A302-CA2B44CE92F8}" type="presOf" srcId="{985089A7-34F3-4EC2-ADE2-6837308C2D5A}" destId="{1AE4F4A0-CA58-422F-889E-AAD0F46CFE1E}" srcOrd="0" destOrd="0" presId="urn:microsoft.com/office/officeart/2005/8/layout/default"/>
    <dgm:cxn modelId="{A65184BF-71F1-4EC3-B309-D268AEC29DD5}" srcId="{D7303D5A-EB12-4581-AAAF-4321F71CF9D7}" destId="{A83ABC90-6A58-4221-A27F-9272191D20EE}" srcOrd="0" destOrd="0" parTransId="{94C58514-4324-4D77-BBC0-3249704700E1}" sibTransId="{755BEFD6-D0B0-4AF0-A2B8-05E910275A53}"/>
    <dgm:cxn modelId="{653469CE-DAF0-4018-908E-44F507D0FB82}" type="presOf" srcId="{21B03542-6B89-4077-8796-AEE3D6FBDB8F}" destId="{B68EF340-7F68-47FF-A6B6-3B67C2AB4D11}" srcOrd="0" destOrd="0" presId="urn:microsoft.com/office/officeart/2005/8/layout/default"/>
    <dgm:cxn modelId="{96C889FC-F39C-43C6-B075-53A384A8B8B7}" srcId="{D7303D5A-EB12-4581-AAAF-4321F71CF9D7}" destId="{21B03542-6B89-4077-8796-AEE3D6FBDB8F}" srcOrd="2" destOrd="0" parTransId="{7ECD21DC-3B6F-4418-8A37-99AFABC8B366}" sibTransId="{23B308AB-F0AC-46AB-895D-302F8F0CE33D}"/>
    <dgm:cxn modelId="{7744A789-10F6-4DFC-9189-D35E659CE031}" type="presParOf" srcId="{1AAAA909-892D-4DA7-88C3-F8127CC0FD90}" destId="{D3C11822-874F-436D-AE6B-DB13D50F0BB3}" srcOrd="0" destOrd="0" presId="urn:microsoft.com/office/officeart/2005/8/layout/default"/>
    <dgm:cxn modelId="{F528D11C-AB5E-406E-A669-30A1F201DE81}" type="presParOf" srcId="{1AAAA909-892D-4DA7-88C3-F8127CC0FD90}" destId="{D042716A-6AE3-49C0-94D7-D40701F82BEB}" srcOrd="1" destOrd="0" presId="urn:microsoft.com/office/officeart/2005/8/layout/default"/>
    <dgm:cxn modelId="{ACDFBEB9-412D-4AC8-BFB1-7A609467E42B}" type="presParOf" srcId="{1AAAA909-892D-4DA7-88C3-F8127CC0FD90}" destId="{1AE4F4A0-CA58-422F-889E-AAD0F46CFE1E}" srcOrd="2" destOrd="0" presId="urn:microsoft.com/office/officeart/2005/8/layout/default"/>
    <dgm:cxn modelId="{7658D304-B511-442C-B877-F33705249816}" type="presParOf" srcId="{1AAAA909-892D-4DA7-88C3-F8127CC0FD90}" destId="{08EC3322-E899-485B-8F55-4D61637D89A0}" srcOrd="3" destOrd="0" presId="urn:microsoft.com/office/officeart/2005/8/layout/default"/>
    <dgm:cxn modelId="{F0F4A7D0-BD63-4CFD-B16D-289A799600AB}" type="presParOf" srcId="{1AAAA909-892D-4DA7-88C3-F8127CC0FD90}" destId="{B68EF340-7F68-47FF-A6B6-3B67C2AB4D11}" srcOrd="4" destOrd="0" presId="urn:microsoft.com/office/officeart/2005/8/layout/default"/>
    <dgm:cxn modelId="{6004D1A2-6B9A-4ED3-B3DB-3017D9CBEFE9}" type="presParOf" srcId="{1AAAA909-892D-4DA7-88C3-F8127CC0FD90}" destId="{9F8C2E11-5B42-4E98-9A0D-CCDF532AE89A}" srcOrd="5" destOrd="0" presId="urn:microsoft.com/office/officeart/2005/8/layout/default"/>
    <dgm:cxn modelId="{A1A86C22-ED65-48C7-8D41-38D7E00D0404}" type="presParOf" srcId="{1AAAA909-892D-4DA7-88C3-F8127CC0FD90}" destId="{0C87264C-F620-4982-A36C-0D8808927960}" srcOrd="6" destOrd="0" presId="urn:microsoft.com/office/officeart/2005/8/layout/defaul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93DDDBF-4624-4A8B-AF77-8579FDF60AA6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E6BE038D-1FB6-41B4-AA74-1E6F1E4126C7}">
      <dgm:prSet phldrT="[Texto]" custT="1"/>
      <dgm:spPr/>
      <dgm:t>
        <a:bodyPr/>
        <a:lstStyle/>
        <a:p>
          <a:r>
            <a:rPr lang="es-ES" sz="1600" dirty="0" err="1"/>
            <a:t>Zachman</a:t>
          </a:r>
          <a:endParaRPr lang="es-ES" sz="1600" dirty="0"/>
        </a:p>
      </dgm:t>
    </dgm:pt>
    <dgm:pt modelId="{845A0C7C-BCC8-458F-B5B7-853A04DD565A}" type="parTrans" cxnId="{A3E1FAD2-FBD9-45B3-B157-C019FB71E63A}">
      <dgm:prSet/>
      <dgm:spPr/>
      <dgm:t>
        <a:bodyPr/>
        <a:lstStyle/>
        <a:p>
          <a:endParaRPr lang="es-ES" sz="1200"/>
        </a:p>
      </dgm:t>
    </dgm:pt>
    <dgm:pt modelId="{B6A184EB-F744-4127-A0EF-646C232D6977}" type="sibTrans" cxnId="{A3E1FAD2-FBD9-45B3-B157-C019FB71E63A}">
      <dgm:prSet/>
      <dgm:spPr/>
      <dgm:t>
        <a:bodyPr/>
        <a:lstStyle/>
        <a:p>
          <a:endParaRPr lang="es-ES" sz="1200"/>
        </a:p>
      </dgm:t>
    </dgm:pt>
    <dgm:pt modelId="{193FB144-D6AC-4EA4-A578-8F60D2CFC455}">
      <dgm:prSet phldrT="[Texto]" custT="1"/>
      <dgm:spPr/>
      <dgm:t>
        <a:bodyPr/>
        <a:lstStyle/>
        <a:p>
          <a:r>
            <a:rPr lang="es-ES" sz="1600" dirty="0"/>
            <a:t>Propietario: </a:t>
          </a:r>
          <a:r>
            <a:rPr lang="es-ES" sz="1600" dirty="0" err="1"/>
            <a:t>Zachman</a:t>
          </a:r>
          <a:r>
            <a:rPr lang="es-ES" sz="1600" dirty="0"/>
            <a:t> </a:t>
          </a:r>
          <a:r>
            <a:rPr lang="es-ES" sz="1600" dirty="0" err="1"/>
            <a:t>Institute</a:t>
          </a:r>
          <a:endParaRPr lang="es-ES" sz="1600" dirty="0"/>
        </a:p>
      </dgm:t>
    </dgm:pt>
    <dgm:pt modelId="{966A0009-3F1C-408D-8A7D-D5C2FE24FA7B}" type="parTrans" cxnId="{CC989510-3267-4BC8-8EAE-17E1B5A5FD23}">
      <dgm:prSet/>
      <dgm:spPr/>
      <dgm:t>
        <a:bodyPr/>
        <a:lstStyle/>
        <a:p>
          <a:endParaRPr lang="es-ES" sz="1200"/>
        </a:p>
      </dgm:t>
    </dgm:pt>
    <dgm:pt modelId="{6B39D384-C942-44C3-BA0C-8F8BB92A57DF}" type="sibTrans" cxnId="{CC989510-3267-4BC8-8EAE-17E1B5A5FD23}">
      <dgm:prSet/>
      <dgm:spPr/>
      <dgm:t>
        <a:bodyPr/>
        <a:lstStyle/>
        <a:p>
          <a:endParaRPr lang="es-ES" sz="1200"/>
        </a:p>
      </dgm:t>
    </dgm:pt>
    <dgm:pt modelId="{3ACC0FFA-CF31-4FE4-BF62-CC2424EBD75C}">
      <dgm:prSet phldrT="[Texto]" custT="1"/>
      <dgm:spPr/>
      <dgm:t>
        <a:bodyPr/>
        <a:lstStyle/>
        <a:p>
          <a:r>
            <a:rPr lang="es-ES" sz="1600" dirty="0"/>
            <a:t>1era Versión: 1987</a:t>
          </a:r>
        </a:p>
      </dgm:t>
    </dgm:pt>
    <dgm:pt modelId="{FFE8D6CC-0C45-4A6C-A4BC-3BCD59B9BB8D}" type="parTrans" cxnId="{67397863-2CA3-4BDD-BD54-C74CF5421661}">
      <dgm:prSet/>
      <dgm:spPr/>
      <dgm:t>
        <a:bodyPr/>
        <a:lstStyle/>
        <a:p>
          <a:endParaRPr lang="es-ES" sz="1200"/>
        </a:p>
      </dgm:t>
    </dgm:pt>
    <dgm:pt modelId="{2EAA6BDB-D3C3-41DF-8B00-7CAA103C13A8}" type="sibTrans" cxnId="{67397863-2CA3-4BDD-BD54-C74CF5421661}">
      <dgm:prSet/>
      <dgm:spPr/>
      <dgm:t>
        <a:bodyPr/>
        <a:lstStyle/>
        <a:p>
          <a:endParaRPr lang="es-ES" sz="1200"/>
        </a:p>
      </dgm:t>
    </dgm:pt>
    <dgm:pt modelId="{321C4BD2-841A-44B5-85AE-4DF209496C5F}">
      <dgm:prSet phldrT="[Texto]" custT="1"/>
      <dgm:spPr/>
      <dgm:t>
        <a:bodyPr/>
        <a:lstStyle/>
        <a:p>
          <a:r>
            <a:rPr lang="es-ES" sz="1600" dirty="0"/>
            <a:t>TOGAF</a:t>
          </a:r>
        </a:p>
      </dgm:t>
    </dgm:pt>
    <dgm:pt modelId="{C3BAB6C0-9469-40AF-88BB-676C23EFB357}" type="parTrans" cxnId="{47160F7C-0F3B-4EA8-83BE-C426AC5A68DF}">
      <dgm:prSet/>
      <dgm:spPr/>
      <dgm:t>
        <a:bodyPr/>
        <a:lstStyle/>
        <a:p>
          <a:endParaRPr lang="es-ES" sz="1200"/>
        </a:p>
      </dgm:t>
    </dgm:pt>
    <dgm:pt modelId="{0CDD58D9-8504-4118-89E3-C5F9D6AD77E2}" type="sibTrans" cxnId="{47160F7C-0F3B-4EA8-83BE-C426AC5A68DF}">
      <dgm:prSet/>
      <dgm:spPr/>
      <dgm:t>
        <a:bodyPr/>
        <a:lstStyle/>
        <a:p>
          <a:endParaRPr lang="es-ES" sz="1200"/>
        </a:p>
      </dgm:t>
    </dgm:pt>
    <dgm:pt modelId="{6E6103A8-6715-4BA7-9DF0-0996A9D21F2E}">
      <dgm:prSet phldrT="[Texto]" custT="1"/>
      <dgm:spPr/>
      <dgm:t>
        <a:bodyPr/>
        <a:lstStyle/>
        <a:p>
          <a:r>
            <a:rPr lang="es-ES" sz="1600" dirty="0"/>
            <a:t>Propietario: Open </a:t>
          </a:r>
          <a:r>
            <a:rPr lang="es-ES" sz="1600" dirty="0" err="1"/>
            <a:t>Group</a:t>
          </a:r>
          <a:endParaRPr lang="es-ES" sz="1600" dirty="0"/>
        </a:p>
      </dgm:t>
    </dgm:pt>
    <dgm:pt modelId="{CF72EAF2-9882-433A-A7F8-B247BCB0FFD7}" type="parTrans" cxnId="{4DB5C0F9-0618-4B8F-B146-D338C015BAFC}">
      <dgm:prSet/>
      <dgm:spPr/>
      <dgm:t>
        <a:bodyPr/>
        <a:lstStyle/>
        <a:p>
          <a:endParaRPr lang="es-ES" sz="1200"/>
        </a:p>
      </dgm:t>
    </dgm:pt>
    <dgm:pt modelId="{3295671D-C970-4D1B-8631-6A4A2B8321F9}" type="sibTrans" cxnId="{4DB5C0F9-0618-4B8F-B146-D338C015BAFC}">
      <dgm:prSet/>
      <dgm:spPr/>
      <dgm:t>
        <a:bodyPr/>
        <a:lstStyle/>
        <a:p>
          <a:endParaRPr lang="es-ES" sz="1200"/>
        </a:p>
      </dgm:t>
    </dgm:pt>
    <dgm:pt modelId="{1013E379-2BDC-4016-B48E-F24BA590BDDD}">
      <dgm:prSet phldrT="[Texto]" custT="1"/>
      <dgm:spPr/>
      <dgm:t>
        <a:bodyPr/>
        <a:lstStyle/>
        <a:p>
          <a:r>
            <a:rPr lang="es-ES" sz="1600" dirty="0"/>
            <a:t>1era Versión: 1995, llamada TAFIM</a:t>
          </a:r>
        </a:p>
      </dgm:t>
    </dgm:pt>
    <dgm:pt modelId="{ABB2AC87-727D-43F3-9056-9AE3E6884739}" type="parTrans" cxnId="{8483BE66-C60A-4F35-BD35-3739C7AA5C28}">
      <dgm:prSet/>
      <dgm:spPr/>
      <dgm:t>
        <a:bodyPr/>
        <a:lstStyle/>
        <a:p>
          <a:endParaRPr lang="es-ES" sz="1200"/>
        </a:p>
      </dgm:t>
    </dgm:pt>
    <dgm:pt modelId="{1B1530FD-C2D5-482A-9D7A-60E6DF851984}" type="sibTrans" cxnId="{8483BE66-C60A-4F35-BD35-3739C7AA5C28}">
      <dgm:prSet/>
      <dgm:spPr/>
      <dgm:t>
        <a:bodyPr/>
        <a:lstStyle/>
        <a:p>
          <a:endParaRPr lang="es-ES" sz="1200"/>
        </a:p>
      </dgm:t>
    </dgm:pt>
    <dgm:pt modelId="{D13F3A33-BEE3-4F2F-9A69-4A64C8FC7D2C}">
      <dgm:prSet phldrT="[Texto]" custT="1"/>
      <dgm:spPr/>
      <dgm:t>
        <a:bodyPr/>
        <a:lstStyle/>
        <a:p>
          <a:r>
            <a:rPr lang="es-ES" sz="1600" dirty="0" err="1"/>
            <a:t>DoDAF</a:t>
          </a:r>
          <a:endParaRPr lang="es-ES" sz="1600" dirty="0"/>
        </a:p>
      </dgm:t>
    </dgm:pt>
    <dgm:pt modelId="{D8703931-E517-4806-8789-7D132BCE1AE6}" type="parTrans" cxnId="{3C78289E-2B9F-4B06-8521-1BB37D278B23}">
      <dgm:prSet/>
      <dgm:spPr/>
      <dgm:t>
        <a:bodyPr/>
        <a:lstStyle/>
        <a:p>
          <a:endParaRPr lang="es-ES" sz="1200"/>
        </a:p>
      </dgm:t>
    </dgm:pt>
    <dgm:pt modelId="{79AD4E36-0397-4531-8BC5-D642F899C520}" type="sibTrans" cxnId="{3C78289E-2B9F-4B06-8521-1BB37D278B23}">
      <dgm:prSet/>
      <dgm:spPr/>
      <dgm:t>
        <a:bodyPr/>
        <a:lstStyle/>
        <a:p>
          <a:endParaRPr lang="es-ES" sz="1200"/>
        </a:p>
      </dgm:t>
    </dgm:pt>
    <dgm:pt modelId="{D9D50554-D8EB-4468-AA80-0976979B148A}">
      <dgm:prSet phldrT="[Texto]" custT="1"/>
      <dgm:spPr/>
      <dgm:t>
        <a:bodyPr/>
        <a:lstStyle/>
        <a:p>
          <a:r>
            <a:rPr lang="es-ES" sz="1600" dirty="0"/>
            <a:t>Propietario: Departamento de defensa de USA</a:t>
          </a:r>
        </a:p>
      </dgm:t>
    </dgm:pt>
    <dgm:pt modelId="{FA9AD271-33A9-4E95-AE39-F05225C8865D}" type="parTrans" cxnId="{738685F6-8D54-41FB-8C16-F7F89C0A144D}">
      <dgm:prSet/>
      <dgm:spPr/>
      <dgm:t>
        <a:bodyPr/>
        <a:lstStyle/>
        <a:p>
          <a:endParaRPr lang="es-ES" sz="1200"/>
        </a:p>
      </dgm:t>
    </dgm:pt>
    <dgm:pt modelId="{F9BD0DC5-FFFF-4F34-97C4-6A2536F5804A}" type="sibTrans" cxnId="{738685F6-8D54-41FB-8C16-F7F89C0A144D}">
      <dgm:prSet/>
      <dgm:spPr/>
      <dgm:t>
        <a:bodyPr/>
        <a:lstStyle/>
        <a:p>
          <a:endParaRPr lang="es-ES" sz="1200"/>
        </a:p>
      </dgm:t>
    </dgm:pt>
    <dgm:pt modelId="{4C43743D-5342-4F2F-84E0-29322F524777}">
      <dgm:prSet phldrT="[Texto]" custT="1"/>
      <dgm:spPr/>
      <dgm:t>
        <a:bodyPr/>
        <a:lstStyle/>
        <a:p>
          <a:r>
            <a:rPr lang="es-ES" sz="1600" dirty="0"/>
            <a:t>1ra Versión: 1996, llamada C4ISR.</a:t>
          </a:r>
        </a:p>
      </dgm:t>
    </dgm:pt>
    <dgm:pt modelId="{A21CFE4A-3D6C-41BB-96B9-AE36761E69F6}" type="parTrans" cxnId="{3F99C111-7E78-4102-A867-6B00928B6ABA}">
      <dgm:prSet/>
      <dgm:spPr/>
      <dgm:t>
        <a:bodyPr/>
        <a:lstStyle/>
        <a:p>
          <a:endParaRPr lang="es-ES" sz="1200"/>
        </a:p>
      </dgm:t>
    </dgm:pt>
    <dgm:pt modelId="{A298D772-DFD5-4D60-ABD9-B24BBDCA3D39}" type="sibTrans" cxnId="{3F99C111-7E78-4102-A867-6B00928B6ABA}">
      <dgm:prSet/>
      <dgm:spPr/>
      <dgm:t>
        <a:bodyPr/>
        <a:lstStyle/>
        <a:p>
          <a:endParaRPr lang="es-ES" sz="1200"/>
        </a:p>
      </dgm:t>
    </dgm:pt>
    <dgm:pt modelId="{603D23D7-0964-402E-90F2-13A15AA636CE}">
      <dgm:prSet phldrT="[Texto]" custT="1"/>
      <dgm:spPr/>
      <dgm:t>
        <a:bodyPr/>
        <a:lstStyle/>
        <a:p>
          <a:r>
            <a:rPr lang="es-ES" sz="1600" dirty="0" err="1"/>
            <a:t>EABok</a:t>
          </a:r>
          <a:endParaRPr lang="es-ES" sz="1600" dirty="0"/>
        </a:p>
      </dgm:t>
    </dgm:pt>
    <dgm:pt modelId="{C9949A2D-9690-4CFB-AE4B-BBA2D0E222F6}" type="parTrans" cxnId="{14A35D0D-FCCF-4A34-B089-7B61F712F2A5}">
      <dgm:prSet/>
      <dgm:spPr/>
      <dgm:t>
        <a:bodyPr/>
        <a:lstStyle/>
        <a:p>
          <a:endParaRPr lang="es-ES" sz="1200"/>
        </a:p>
      </dgm:t>
    </dgm:pt>
    <dgm:pt modelId="{E6C86A54-9F31-4990-99B8-5E0F1A1DDE3E}" type="sibTrans" cxnId="{14A35D0D-FCCF-4A34-B089-7B61F712F2A5}">
      <dgm:prSet/>
      <dgm:spPr/>
      <dgm:t>
        <a:bodyPr/>
        <a:lstStyle/>
        <a:p>
          <a:endParaRPr lang="es-ES" sz="1200"/>
        </a:p>
      </dgm:t>
    </dgm:pt>
    <dgm:pt modelId="{72820536-C378-4DB9-876D-4832920EB4CD}">
      <dgm:prSet phldrT="[Texto]" custT="1"/>
      <dgm:spPr/>
      <dgm:t>
        <a:bodyPr/>
        <a:lstStyle/>
        <a:p>
          <a:r>
            <a:rPr lang="es-ES" sz="1600" dirty="0"/>
            <a:t>Versión Actual: 3,0 de 2011 </a:t>
          </a:r>
        </a:p>
      </dgm:t>
    </dgm:pt>
    <dgm:pt modelId="{8FD15123-8C0D-4745-9859-DEEFCB8C3261}" type="parTrans" cxnId="{62D17B12-EEE7-496B-845B-9E620C407649}">
      <dgm:prSet/>
      <dgm:spPr/>
      <dgm:t>
        <a:bodyPr/>
        <a:lstStyle/>
        <a:p>
          <a:endParaRPr lang="es-ES" sz="1200"/>
        </a:p>
      </dgm:t>
    </dgm:pt>
    <dgm:pt modelId="{0352C751-18BA-4177-B934-FC1393577C1D}" type="sibTrans" cxnId="{62D17B12-EEE7-496B-845B-9E620C407649}">
      <dgm:prSet/>
      <dgm:spPr/>
      <dgm:t>
        <a:bodyPr/>
        <a:lstStyle/>
        <a:p>
          <a:endParaRPr lang="es-ES" sz="1200"/>
        </a:p>
      </dgm:t>
    </dgm:pt>
    <dgm:pt modelId="{0A806A4A-91C5-4C00-91DD-A073D616C556}">
      <dgm:prSet phldrT="[Texto]" custT="1"/>
      <dgm:spPr/>
      <dgm:t>
        <a:bodyPr/>
        <a:lstStyle/>
        <a:p>
          <a:r>
            <a:rPr lang="es-ES" sz="1600" dirty="0"/>
            <a:t>Versión Actual: 10th</a:t>
          </a:r>
        </a:p>
      </dgm:t>
    </dgm:pt>
    <dgm:pt modelId="{964A3BDF-116D-4879-9670-63B51970A229}" type="parTrans" cxnId="{DA9593BD-C68D-4B35-AB7B-485184E3CB32}">
      <dgm:prSet/>
      <dgm:spPr/>
      <dgm:t>
        <a:bodyPr/>
        <a:lstStyle/>
        <a:p>
          <a:endParaRPr lang="es-ES" sz="1200"/>
        </a:p>
      </dgm:t>
    </dgm:pt>
    <dgm:pt modelId="{BDA94E14-0910-4857-9F7E-AEB25A5338A1}" type="sibTrans" cxnId="{DA9593BD-C68D-4B35-AB7B-485184E3CB32}">
      <dgm:prSet/>
      <dgm:spPr/>
      <dgm:t>
        <a:bodyPr/>
        <a:lstStyle/>
        <a:p>
          <a:endParaRPr lang="es-ES" sz="1200"/>
        </a:p>
      </dgm:t>
    </dgm:pt>
    <dgm:pt modelId="{8CA27012-1CD2-49BB-BC32-7B88B3B745D1}">
      <dgm:prSet phldrT="[Texto]" custT="1"/>
      <dgm:spPr/>
      <dgm:t>
        <a:bodyPr/>
        <a:lstStyle/>
        <a:p>
          <a:r>
            <a:rPr lang="es-ES" sz="1600" dirty="0"/>
            <a:t>Versión Actual: 2.02 de  2010</a:t>
          </a:r>
        </a:p>
      </dgm:t>
    </dgm:pt>
    <dgm:pt modelId="{AA0E867B-C569-42C7-88C2-8BD003441515}" type="parTrans" cxnId="{9F7E47F8-817C-48C2-B5BB-6E1F1B239105}">
      <dgm:prSet/>
      <dgm:spPr/>
      <dgm:t>
        <a:bodyPr/>
        <a:lstStyle/>
        <a:p>
          <a:endParaRPr lang="es-ES" sz="1200"/>
        </a:p>
      </dgm:t>
    </dgm:pt>
    <dgm:pt modelId="{8889A6F6-37E5-4B64-B127-39C760CF44AF}" type="sibTrans" cxnId="{9F7E47F8-817C-48C2-B5BB-6E1F1B239105}">
      <dgm:prSet/>
      <dgm:spPr/>
      <dgm:t>
        <a:bodyPr/>
        <a:lstStyle/>
        <a:p>
          <a:endParaRPr lang="es-ES" sz="1200"/>
        </a:p>
      </dgm:t>
    </dgm:pt>
    <dgm:pt modelId="{2EF7512B-DCF1-4523-AD59-703F322E880C}">
      <dgm:prSet custT="1"/>
      <dgm:spPr/>
      <dgm:t>
        <a:bodyPr/>
        <a:lstStyle/>
        <a:p>
          <a:r>
            <a:rPr lang="es-ES" sz="1600" dirty="0"/>
            <a:t>Propietario: </a:t>
          </a:r>
          <a:r>
            <a:rPr lang="en-US" sz="1600" dirty="0"/>
            <a:t> MITRE's Center for Innovative Computing and Informatics</a:t>
          </a:r>
          <a:endParaRPr lang="es-ES" sz="1600" dirty="0"/>
        </a:p>
      </dgm:t>
    </dgm:pt>
    <dgm:pt modelId="{3C184BDA-A4DB-4296-96DF-7CB0345EEC2A}" type="parTrans" cxnId="{29363760-5B5E-408A-A9DF-67B09C187CED}">
      <dgm:prSet/>
      <dgm:spPr/>
      <dgm:t>
        <a:bodyPr/>
        <a:lstStyle/>
        <a:p>
          <a:endParaRPr lang="es-ES" sz="1200"/>
        </a:p>
      </dgm:t>
    </dgm:pt>
    <dgm:pt modelId="{D4A335B2-8C93-425A-9F1A-39C59335DFF4}" type="sibTrans" cxnId="{29363760-5B5E-408A-A9DF-67B09C187CED}">
      <dgm:prSet/>
      <dgm:spPr/>
      <dgm:t>
        <a:bodyPr/>
        <a:lstStyle/>
        <a:p>
          <a:endParaRPr lang="es-ES" sz="1200"/>
        </a:p>
      </dgm:t>
    </dgm:pt>
    <dgm:pt modelId="{3E92E3B8-201C-484A-8D98-A27C05C16B46}">
      <dgm:prSet custT="1"/>
      <dgm:spPr/>
      <dgm:t>
        <a:bodyPr/>
        <a:lstStyle/>
        <a:p>
          <a:r>
            <a:rPr lang="es-ES" sz="1600" dirty="0"/>
            <a:t>1ra Versión: 2004</a:t>
          </a:r>
        </a:p>
      </dgm:t>
    </dgm:pt>
    <dgm:pt modelId="{B980DB13-A120-4601-BE00-1973B39C4332}" type="parTrans" cxnId="{BEC7C1E8-EBF4-4F54-9AE0-2A83EF4D4F77}">
      <dgm:prSet/>
      <dgm:spPr/>
      <dgm:t>
        <a:bodyPr/>
        <a:lstStyle/>
        <a:p>
          <a:endParaRPr lang="es-ES" sz="1200"/>
        </a:p>
      </dgm:t>
    </dgm:pt>
    <dgm:pt modelId="{C09C27E4-AA8B-4F67-A207-F9C0E28DD214}" type="sibTrans" cxnId="{BEC7C1E8-EBF4-4F54-9AE0-2A83EF4D4F77}">
      <dgm:prSet/>
      <dgm:spPr/>
      <dgm:t>
        <a:bodyPr/>
        <a:lstStyle/>
        <a:p>
          <a:endParaRPr lang="es-ES" sz="1200"/>
        </a:p>
      </dgm:t>
    </dgm:pt>
    <dgm:pt modelId="{C6BA523C-3636-43F9-8951-EF173597B6C1}">
      <dgm:prSet custT="1"/>
      <dgm:spPr/>
      <dgm:t>
        <a:bodyPr/>
        <a:lstStyle/>
        <a:p>
          <a:r>
            <a:rPr lang="es-ES" sz="1600" dirty="0"/>
            <a:t>MINTIC</a:t>
          </a:r>
        </a:p>
      </dgm:t>
    </dgm:pt>
    <dgm:pt modelId="{42923BCB-ECD7-4D12-BFB8-1E25CE49F1B3}" type="parTrans" cxnId="{6D66D163-1852-4A1D-8F1D-95E2367A8F4B}">
      <dgm:prSet/>
      <dgm:spPr/>
      <dgm:t>
        <a:bodyPr/>
        <a:lstStyle/>
        <a:p>
          <a:endParaRPr lang="es-ES" sz="1400"/>
        </a:p>
      </dgm:t>
    </dgm:pt>
    <dgm:pt modelId="{CE5C6E94-D36C-45CC-9058-00A846D2C040}" type="sibTrans" cxnId="{6D66D163-1852-4A1D-8F1D-95E2367A8F4B}">
      <dgm:prSet/>
      <dgm:spPr/>
      <dgm:t>
        <a:bodyPr/>
        <a:lstStyle/>
        <a:p>
          <a:endParaRPr lang="es-ES" sz="1400"/>
        </a:p>
      </dgm:t>
    </dgm:pt>
    <dgm:pt modelId="{6A8339C1-D1D8-45D5-A705-D32AD5871F91}">
      <dgm:prSet custT="1"/>
      <dgm:spPr/>
      <dgm:t>
        <a:bodyPr/>
        <a:lstStyle/>
        <a:p>
          <a:r>
            <a:rPr lang="es-ES" sz="1600" dirty="0"/>
            <a:t>Propietario: Ministerio de las TIC Colombia</a:t>
          </a:r>
        </a:p>
      </dgm:t>
    </dgm:pt>
    <dgm:pt modelId="{F0EEF17A-9557-4B94-A935-4C31E0D42030}" type="parTrans" cxnId="{0A7A28CE-3CD7-4C56-9206-823ABC229EE0}">
      <dgm:prSet/>
      <dgm:spPr/>
      <dgm:t>
        <a:bodyPr/>
        <a:lstStyle/>
        <a:p>
          <a:endParaRPr lang="es-ES" sz="1400"/>
        </a:p>
      </dgm:t>
    </dgm:pt>
    <dgm:pt modelId="{007944E2-9F8C-40D0-B9CE-1DCB902E9E71}" type="sibTrans" cxnId="{0A7A28CE-3CD7-4C56-9206-823ABC229EE0}">
      <dgm:prSet/>
      <dgm:spPr/>
      <dgm:t>
        <a:bodyPr/>
        <a:lstStyle/>
        <a:p>
          <a:endParaRPr lang="es-ES" sz="1400"/>
        </a:p>
      </dgm:t>
    </dgm:pt>
    <dgm:pt modelId="{084A6407-C4E2-45FE-B81D-9C6EA48140A0}">
      <dgm:prSet custT="1"/>
      <dgm:spPr/>
      <dgm:t>
        <a:bodyPr/>
        <a:lstStyle/>
        <a:p>
          <a:r>
            <a:rPr lang="es-ES" sz="1600" dirty="0"/>
            <a:t>1ra Versión: 2018</a:t>
          </a:r>
        </a:p>
      </dgm:t>
    </dgm:pt>
    <dgm:pt modelId="{5BE16347-CBC7-4B57-B244-64554D7D43A4}" type="parTrans" cxnId="{02BDDA64-0F99-4798-9C38-F2CE14AEB01B}">
      <dgm:prSet/>
      <dgm:spPr/>
      <dgm:t>
        <a:bodyPr/>
        <a:lstStyle/>
        <a:p>
          <a:endParaRPr lang="es-ES" sz="1600"/>
        </a:p>
      </dgm:t>
    </dgm:pt>
    <dgm:pt modelId="{58D082E7-A1D2-4643-91A6-68A77C8107D7}" type="sibTrans" cxnId="{02BDDA64-0F99-4798-9C38-F2CE14AEB01B}">
      <dgm:prSet/>
      <dgm:spPr/>
      <dgm:t>
        <a:bodyPr/>
        <a:lstStyle/>
        <a:p>
          <a:endParaRPr lang="es-ES" sz="1600"/>
        </a:p>
      </dgm:t>
    </dgm:pt>
    <dgm:pt modelId="{10CA9AD2-D737-4F18-8D01-ED1356342347}">
      <dgm:prSet custT="1"/>
      <dgm:spPr/>
      <dgm:t>
        <a:bodyPr/>
        <a:lstStyle/>
        <a:p>
          <a:r>
            <a:rPr lang="es-ES" sz="1600" dirty="0"/>
            <a:t>Versión Actual 2 de 2019</a:t>
          </a:r>
        </a:p>
      </dgm:t>
    </dgm:pt>
    <dgm:pt modelId="{AC6E399B-594E-4B70-90EA-6514250944ED}" type="parTrans" cxnId="{C40F711C-6E16-497E-9CB2-34A6377FD43D}">
      <dgm:prSet/>
      <dgm:spPr/>
      <dgm:t>
        <a:bodyPr/>
        <a:lstStyle/>
        <a:p>
          <a:endParaRPr lang="es-ES" sz="1600"/>
        </a:p>
      </dgm:t>
    </dgm:pt>
    <dgm:pt modelId="{E7A69B21-5612-4994-9EA8-8D646C856BC1}" type="sibTrans" cxnId="{C40F711C-6E16-497E-9CB2-34A6377FD43D}">
      <dgm:prSet/>
      <dgm:spPr/>
      <dgm:t>
        <a:bodyPr/>
        <a:lstStyle/>
        <a:p>
          <a:endParaRPr lang="es-ES" sz="1600"/>
        </a:p>
      </dgm:t>
    </dgm:pt>
    <dgm:pt modelId="{E880FC2B-1579-4718-A5E1-73D0D5E76E03}">
      <dgm:prSet custT="1"/>
      <dgm:spPr/>
      <dgm:t>
        <a:bodyPr/>
        <a:lstStyle/>
        <a:p>
          <a:r>
            <a:rPr lang="es-ES" sz="1600" dirty="0"/>
            <a:t>Oct 2020, terminó operaciones</a:t>
          </a:r>
        </a:p>
      </dgm:t>
    </dgm:pt>
    <dgm:pt modelId="{2623ABA1-315B-45F7-B585-14E5E6695EFA}" type="sibTrans" cxnId="{4E39E8D8-1985-4F36-9258-57AD017D6652}">
      <dgm:prSet/>
      <dgm:spPr/>
      <dgm:t>
        <a:bodyPr/>
        <a:lstStyle/>
        <a:p>
          <a:endParaRPr lang="es-CO" sz="1600"/>
        </a:p>
      </dgm:t>
    </dgm:pt>
    <dgm:pt modelId="{3341D577-B38A-423F-AC5C-CB8C2DA3593D}" type="parTrans" cxnId="{4E39E8D8-1985-4F36-9258-57AD017D6652}">
      <dgm:prSet/>
      <dgm:spPr/>
      <dgm:t>
        <a:bodyPr/>
        <a:lstStyle/>
        <a:p>
          <a:endParaRPr lang="es-CO" sz="1600"/>
        </a:p>
      </dgm:t>
    </dgm:pt>
    <dgm:pt modelId="{651DBEDC-0F30-441E-9870-0A586C5B51A1}" type="pres">
      <dgm:prSet presAssocID="{C93DDDBF-4624-4A8B-AF77-8579FDF60AA6}" presName="Name0" presStyleCnt="0">
        <dgm:presLayoutVars>
          <dgm:dir/>
          <dgm:animLvl val="lvl"/>
          <dgm:resizeHandles val="exact"/>
        </dgm:presLayoutVars>
      </dgm:prSet>
      <dgm:spPr/>
    </dgm:pt>
    <dgm:pt modelId="{3CF2208D-A298-475F-A4EB-251FC4285E4A}" type="pres">
      <dgm:prSet presAssocID="{E6BE038D-1FB6-41B4-AA74-1E6F1E4126C7}" presName="composite" presStyleCnt="0"/>
      <dgm:spPr/>
    </dgm:pt>
    <dgm:pt modelId="{9871386C-7860-461B-B9C4-FCB3B54F5D68}" type="pres">
      <dgm:prSet presAssocID="{E6BE038D-1FB6-41B4-AA74-1E6F1E4126C7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5F99AE9C-A0CB-4E16-8493-6F008DF80C34}" type="pres">
      <dgm:prSet presAssocID="{E6BE038D-1FB6-41B4-AA74-1E6F1E4126C7}" presName="desTx" presStyleLbl="alignAccFollowNode1" presStyleIdx="0" presStyleCnt="5">
        <dgm:presLayoutVars>
          <dgm:bulletEnabled val="1"/>
        </dgm:presLayoutVars>
      </dgm:prSet>
      <dgm:spPr/>
    </dgm:pt>
    <dgm:pt modelId="{C16AD142-84E4-486D-824B-2618D82ECCA7}" type="pres">
      <dgm:prSet presAssocID="{B6A184EB-F744-4127-A0EF-646C232D6977}" presName="space" presStyleCnt="0"/>
      <dgm:spPr/>
    </dgm:pt>
    <dgm:pt modelId="{8315D249-0C31-4D4D-AB1E-05FE0D5905F3}" type="pres">
      <dgm:prSet presAssocID="{321C4BD2-841A-44B5-85AE-4DF209496C5F}" presName="composite" presStyleCnt="0"/>
      <dgm:spPr/>
    </dgm:pt>
    <dgm:pt modelId="{FCB84DB3-573F-4E3D-9841-8C71EB3D7875}" type="pres">
      <dgm:prSet presAssocID="{321C4BD2-841A-44B5-85AE-4DF209496C5F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4926EB63-2852-454B-9FBA-C12A153A0249}" type="pres">
      <dgm:prSet presAssocID="{321C4BD2-841A-44B5-85AE-4DF209496C5F}" presName="desTx" presStyleLbl="alignAccFollowNode1" presStyleIdx="1" presStyleCnt="5">
        <dgm:presLayoutVars>
          <dgm:bulletEnabled val="1"/>
        </dgm:presLayoutVars>
      </dgm:prSet>
      <dgm:spPr/>
    </dgm:pt>
    <dgm:pt modelId="{9883E953-AABA-40BE-8EFF-26DEE7A297C5}" type="pres">
      <dgm:prSet presAssocID="{0CDD58D9-8504-4118-89E3-C5F9D6AD77E2}" presName="space" presStyleCnt="0"/>
      <dgm:spPr/>
    </dgm:pt>
    <dgm:pt modelId="{221902D3-D62A-45B8-9905-9A52E035550D}" type="pres">
      <dgm:prSet presAssocID="{D13F3A33-BEE3-4F2F-9A69-4A64C8FC7D2C}" presName="composite" presStyleCnt="0"/>
      <dgm:spPr/>
    </dgm:pt>
    <dgm:pt modelId="{2B2C9D88-364C-4111-989C-A0F23EA143A9}" type="pres">
      <dgm:prSet presAssocID="{D13F3A33-BEE3-4F2F-9A69-4A64C8FC7D2C}" presName="parTx" presStyleLbl="alignNode1" presStyleIdx="2" presStyleCnt="5" custScaleX="118786">
        <dgm:presLayoutVars>
          <dgm:chMax val="0"/>
          <dgm:chPref val="0"/>
          <dgm:bulletEnabled val="1"/>
        </dgm:presLayoutVars>
      </dgm:prSet>
      <dgm:spPr/>
    </dgm:pt>
    <dgm:pt modelId="{F578CC58-1B8A-4A3F-8828-9DEF86D4C637}" type="pres">
      <dgm:prSet presAssocID="{D13F3A33-BEE3-4F2F-9A69-4A64C8FC7D2C}" presName="desTx" presStyleLbl="alignAccFollowNode1" presStyleIdx="2" presStyleCnt="5" custScaleX="118786">
        <dgm:presLayoutVars>
          <dgm:bulletEnabled val="1"/>
        </dgm:presLayoutVars>
      </dgm:prSet>
      <dgm:spPr/>
    </dgm:pt>
    <dgm:pt modelId="{E006A19B-E264-49FE-B09C-6951E6E34C6C}" type="pres">
      <dgm:prSet presAssocID="{79AD4E36-0397-4531-8BC5-D642F899C520}" presName="space" presStyleCnt="0"/>
      <dgm:spPr/>
    </dgm:pt>
    <dgm:pt modelId="{B9B4FE3B-8D37-4EA0-AAA4-1CB1A31AE8FF}" type="pres">
      <dgm:prSet presAssocID="{603D23D7-0964-402E-90F2-13A15AA636CE}" presName="composite" presStyleCnt="0"/>
      <dgm:spPr/>
    </dgm:pt>
    <dgm:pt modelId="{AD7CB8F3-22EA-415A-8E8B-AEFFB88B604D}" type="pres">
      <dgm:prSet presAssocID="{603D23D7-0964-402E-90F2-13A15AA636CE}" presName="parTx" presStyleLbl="alignNode1" presStyleIdx="3" presStyleCnt="5" custLinFactNeighborX="-2896" custLinFactNeighborY="-5382">
        <dgm:presLayoutVars>
          <dgm:chMax val="0"/>
          <dgm:chPref val="0"/>
          <dgm:bulletEnabled val="1"/>
        </dgm:presLayoutVars>
      </dgm:prSet>
      <dgm:spPr/>
    </dgm:pt>
    <dgm:pt modelId="{4F304573-1BCF-47C1-9945-BA6345A98E6D}" type="pres">
      <dgm:prSet presAssocID="{603D23D7-0964-402E-90F2-13A15AA636CE}" presName="desTx" presStyleLbl="alignAccFollowNode1" presStyleIdx="3" presStyleCnt="5" custScaleX="98856" custLinFactNeighborX="-2013">
        <dgm:presLayoutVars>
          <dgm:bulletEnabled val="1"/>
        </dgm:presLayoutVars>
      </dgm:prSet>
      <dgm:spPr/>
    </dgm:pt>
    <dgm:pt modelId="{0BBA24CF-DFD6-4896-B7BD-AB65A86EB24F}" type="pres">
      <dgm:prSet presAssocID="{E6C86A54-9F31-4990-99B8-5E0F1A1DDE3E}" presName="space" presStyleCnt="0"/>
      <dgm:spPr/>
    </dgm:pt>
    <dgm:pt modelId="{E4378CC7-B237-4BCA-90E8-FE6C28251FD0}" type="pres">
      <dgm:prSet presAssocID="{C6BA523C-3636-43F9-8951-EF173597B6C1}" presName="composite" presStyleCnt="0"/>
      <dgm:spPr/>
    </dgm:pt>
    <dgm:pt modelId="{3EEC800A-D5DC-4C37-B38E-A96EBB297CC2}" type="pres">
      <dgm:prSet presAssocID="{C6BA523C-3636-43F9-8951-EF173597B6C1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5DC46F6F-4B75-4C0F-BA5D-B60D21E3BA5E}" type="pres">
      <dgm:prSet presAssocID="{C6BA523C-3636-43F9-8951-EF173597B6C1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02FB7D07-148E-4CFA-9754-96F6D7828508}" type="presOf" srcId="{193FB144-D6AC-4EA4-A578-8F60D2CFC455}" destId="{5F99AE9C-A0CB-4E16-8493-6F008DF80C34}" srcOrd="0" destOrd="0" presId="urn:microsoft.com/office/officeart/2005/8/layout/hList1"/>
    <dgm:cxn modelId="{4B10DB0B-193D-4C11-8558-9A4B14FE7C82}" type="presOf" srcId="{3E92E3B8-201C-484A-8D98-A27C05C16B46}" destId="{4F304573-1BCF-47C1-9945-BA6345A98E6D}" srcOrd="0" destOrd="1" presId="urn:microsoft.com/office/officeart/2005/8/layout/hList1"/>
    <dgm:cxn modelId="{14A35D0D-FCCF-4A34-B089-7B61F712F2A5}" srcId="{C93DDDBF-4624-4A8B-AF77-8579FDF60AA6}" destId="{603D23D7-0964-402E-90F2-13A15AA636CE}" srcOrd="3" destOrd="0" parTransId="{C9949A2D-9690-4CFB-AE4B-BBA2D0E222F6}" sibTransId="{E6C86A54-9F31-4990-99B8-5E0F1A1DDE3E}"/>
    <dgm:cxn modelId="{CC989510-3267-4BC8-8EAE-17E1B5A5FD23}" srcId="{E6BE038D-1FB6-41B4-AA74-1E6F1E4126C7}" destId="{193FB144-D6AC-4EA4-A578-8F60D2CFC455}" srcOrd="0" destOrd="0" parTransId="{966A0009-3F1C-408D-8A7D-D5C2FE24FA7B}" sibTransId="{6B39D384-C942-44C3-BA0C-8F8BB92A57DF}"/>
    <dgm:cxn modelId="{3F99C111-7E78-4102-A867-6B00928B6ABA}" srcId="{D13F3A33-BEE3-4F2F-9A69-4A64C8FC7D2C}" destId="{4C43743D-5342-4F2F-84E0-29322F524777}" srcOrd="1" destOrd="0" parTransId="{A21CFE4A-3D6C-41BB-96B9-AE36761E69F6}" sibTransId="{A298D772-DFD5-4D60-ABD9-B24BBDCA3D39}"/>
    <dgm:cxn modelId="{62D17B12-EEE7-496B-845B-9E620C407649}" srcId="{E6BE038D-1FB6-41B4-AA74-1E6F1E4126C7}" destId="{72820536-C378-4DB9-876D-4832920EB4CD}" srcOrd="2" destOrd="0" parTransId="{8FD15123-8C0D-4745-9859-DEEFCB8C3261}" sibTransId="{0352C751-18BA-4177-B934-FC1393577C1D}"/>
    <dgm:cxn modelId="{C40F711C-6E16-497E-9CB2-34A6377FD43D}" srcId="{C6BA523C-3636-43F9-8951-EF173597B6C1}" destId="{10CA9AD2-D737-4F18-8D01-ED1356342347}" srcOrd="2" destOrd="0" parTransId="{AC6E399B-594E-4B70-90EA-6514250944ED}" sibTransId="{E7A69B21-5612-4994-9EA8-8D646C856BC1}"/>
    <dgm:cxn modelId="{91CAA322-9A8E-4748-B1F1-5CECF92833A2}" type="presOf" srcId="{8CA27012-1CD2-49BB-BC32-7B88B3B745D1}" destId="{F578CC58-1B8A-4A3F-8828-9DEF86D4C637}" srcOrd="0" destOrd="2" presId="urn:microsoft.com/office/officeart/2005/8/layout/hList1"/>
    <dgm:cxn modelId="{FB342F2E-541B-495C-BFF7-E83B3C678DC2}" type="presOf" srcId="{084A6407-C4E2-45FE-B81D-9C6EA48140A0}" destId="{5DC46F6F-4B75-4C0F-BA5D-B60D21E3BA5E}" srcOrd="0" destOrd="1" presId="urn:microsoft.com/office/officeart/2005/8/layout/hList1"/>
    <dgm:cxn modelId="{0E30BE38-8841-4EEF-BD9C-2C738EBE01F2}" type="presOf" srcId="{E880FC2B-1579-4718-A5E1-73D0D5E76E03}" destId="{4F304573-1BCF-47C1-9945-BA6345A98E6D}" srcOrd="0" destOrd="2" presId="urn:microsoft.com/office/officeart/2005/8/layout/hList1"/>
    <dgm:cxn modelId="{29363760-5B5E-408A-A9DF-67B09C187CED}" srcId="{603D23D7-0964-402E-90F2-13A15AA636CE}" destId="{2EF7512B-DCF1-4523-AD59-703F322E880C}" srcOrd="0" destOrd="0" parTransId="{3C184BDA-A4DB-4296-96DF-7CB0345EEC2A}" sibTransId="{D4A335B2-8C93-425A-9F1A-39C59335DFF4}"/>
    <dgm:cxn modelId="{27F58441-1AE5-4319-9B13-FF587D392382}" type="presOf" srcId="{E6BE038D-1FB6-41B4-AA74-1E6F1E4126C7}" destId="{9871386C-7860-461B-B9C4-FCB3B54F5D68}" srcOrd="0" destOrd="0" presId="urn:microsoft.com/office/officeart/2005/8/layout/hList1"/>
    <dgm:cxn modelId="{67397863-2CA3-4BDD-BD54-C74CF5421661}" srcId="{E6BE038D-1FB6-41B4-AA74-1E6F1E4126C7}" destId="{3ACC0FFA-CF31-4FE4-BF62-CC2424EBD75C}" srcOrd="1" destOrd="0" parTransId="{FFE8D6CC-0C45-4A6C-A4BC-3BCD59B9BB8D}" sibTransId="{2EAA6BDB-D3C3-41DF-8B00-7CAA103C13A8}"/>
    <dgm:cxn modelId="{6D66D163-1852-4A1D-8F1D-95E2367A8F4B}" srcId="{C93DDDBF-4624-4A8B-AF77-8579FDF60AA6}" destId="{C6BA523C-3636-43F9-8951-EF173597B6C1}" srcOrd="4" destOrd="0" parTransId="{42923BCB-ECD7-4D12-BFB8-1E25CE49F1B3}" sibTransId="{CE5C6E94-D36C-45CC-9058-00A846D2C040}"/>
    <dgm:cxn modelId="{02BDDA64-0F99-4798-9C38-F2CE14AEB01B}" srcId="{C6BA523C-3636-43F9-8951-EF173597B6C1}" destId="{084A6407-C4E2-45FE-B81D-9C6EA48140A0}" srcOrd="1" destOrd="0" parTransId="{5BE16347-CBC7-4B57-B244-64554D7D43A4}" sibTransId="{58D082E7-A1D2-4643-91A6-68A77C8107D7}"/>
    <dgm:cxn modelId="{8483BE66-C60A-4F35-BD35-3739C7AA5C28}" srcId="{321C4BD2-841A-44B5-85AE-4DF209496C5F}" destId="{1013E379-2BDC-4016-B48E-F24BA590BDDD}" srcOrd="1" destOrd="0" parTransId="{ABB2AC87-727D-43F3-9056-9AE3E6884739}" sibTransId="{1B1530FD-C2D5-482A-9D7A-60E6DF851984}"/>
    <dgm:cxn modelId="{5BC61771-FE19-487E-907F-33C815B3E3D4}" type="presOf" srcId="{72820536-C378-4DB9-876D-4832920EB4CD}" destId="{5F99AE9C-A0CB-4E16-8493-6F008DF80C34}" srcOrd="0" destOrd="2" presId="urn:microsoft.com/office/officeart/2005/8/layout/hList1"/>
    <dgm:cxn modelId="{CAB72054-4445-43F4-B9AE-AEC1B4570BC3}" type="presOf" srcId="{1013E379-2BDC-4016-B48E-F24BA590BDDD}" destId="{4926EB63-2852-454B-9FBA-C12A153A0249}" srcOrd="0" destOrd="1" presId="urn:microsoft.com/office/officeart/2005/8/layout/hList1"/>
    <dgm:cxn modelId="{47160F7C-0F3B-4EA8-83BE-C426AC5A68DF}" srcId="{C93DDDBF-4624-4A8B-AF77-8579FDF60AA6}" destId="{321C4BD2-841A-44B5-85AE-4DF209496C5F}" srcOrd="1" destOrd="0" parTransId="{C3BAB6C0-9469-40AF-88BB-676C23EFB357}" sibTransId="{0CDD58D9-8504-4118-89E3-C5F9D6AD77E2}"/>
    <dgm:cxn modelId="{E2F8A780-A664-431E-8D30-2B2D8766194F}" type="presOf" srcId="{321C4BD2-841A-44B5-85AE-4DF209496C5F}" destId="{FCB84DB3-573F-4E3D-9841-8C71EB3D7875}" srcOrd="0" destOrd="0" presId="urn:microsoft.com/office/officeart/2005/8/layout/hList1"/>
    <dgm:cxn modelId="{2CA23181-3F0E-4F39-8A53-F9987830EB15}" type="presOf" srcId="{0A806A4A-91C5-4C00-91DD-A073D616C556}" destId="{4926EB63-2852-454B-9FBA-C12A153A0249}" srcOrd="0" destOrd="2" presId="urn:microsoft.com/office/officeart/2005/8/layout/hList1"/>
    <dgm:cxn modelId="{99E7D986-0901-4671-9904-81F6A3C54B2C}" type="presOf" srcId="{4C43743D-5342-4F2F-84E0-29322F524777}" destId="{F578CC58-1B8A-4A3F-8828-9DEF86D4C637}" srcOrd="0" destOrd="1" presId="urn:microsoft.com/office/officeart/2005/8/layout/hList1"/>
    <dgm:cxn modelId="{798E298A-580F-4D6B-8D2D-D7C27FC2E019}" type="presOf" srcId="{603D23D7-0964-402E-90F2-13A15AA636CE}" destId="{AD7CB8F3-22EA-415A-8E8B-AEFFB88B604D}" srcOrd="0" destOrd="0" presId="urn:microsoft.com/office/officeart/2005/8/layout/hList1"/>
    <dgm:cxn modelId="{71A03D90-4B23-4D4F-8548-44FF9362718B}" type="presOf" srcId="{3ACC0FFA-CF31-4FE4-BF62-CC2424EBD75C}" destId="{5F99AE9C-A0CB-4E16-8493-6F008DF80C34}" srcOrd="0" destOrd="1" presId="urn:microsoft.com/office/officeart/2005/8/layout/hList1"/>
    <dgm:cxn modelId="{3C78289E-2B9F-4B06-8521-1BB37D278B23}" srcId="{C93DDDBF-4624-4A8B-AF77-8579FDF60AA6}" destId="{D13F3A33-BEE3-4F2F-9A69-4A64C8FC7D2C}" srcOrd="2" destOrd="0" parTransId="{D8703931-E517-4806-8789-7D132BCE1AE6}" sibTransId="{79AD4E36-0397-4531-8BC5-D642F899C520}"/>
    <dgm:cxn modelId="{0CAEA0AE-56A1-4597-A633-F7102CE77CFA}" type="presOf" srcId="{D9D50554-D8EB-4468-AA80-0976979B148A}" destId="{F578CC58-1B8A-4A3F-8828-9DEF86D4C637}" srcOrd="0" destOrd="0" presId="urn:microsoft.com/office/officeart/2005/8/layout/hList1"/>
    <dgm:cxn modelId="{8C5C60B8-249C-48C3-846F-DE83C4117CEF}" type="presOf" srcId="{D13F3A33-BEE3-4F2F-9A69-4A64C8FC7D2C}" destId="{2B2C9D88-364C-4111-989C-A0F23EA143A9}" srcOrd="0" destOrd="0" presId="urn:microsoft.com/office/officeart/2005/8/layout/hList1"/>
    <dgm:cxn modelId="{95C5AEBB-6D27-404A-930B-1CE7F1083125}" type="presOf" srcId="{C6BA523C-3636-43F9-8951-EF173597B6C1}" destId="{3EEC800A-D5DC-4C37-B38E-A96EBB297CC2}" srcOrd="0" destOrd="0" presId="urn:microsoft.com/office/officeart/2005/8/layout/hList1"/>
    <dgm:cxn modelId="{DA9593BD-C68D-4B35-AB7B-485184E3CB32}" srcId="{321C4BD2-841A-44B5-85AE-4DF209496C5F}" destId="{0A806A4A-91C5-4C00-91DD-A073D616C556}" srcOrd="2" destOrd="0" parTransId="{964A3BDF-116D-4879-9670-63B51970A229}" sibTransId="{BDA94E14-0910-4857-9F7E-AEB25A5338A1}"/>
    <dgm:cxn modelId="{2829E7C9-08A6-404B-AF02-185367DF0DCE}" type="presOf" srcId="{6A8339C1-D1D8-45D5-A705-D32AD5871F91}" destId="{5DC46F6F-4B75-4C0F-BA5D-B60D21E3BA5E}" srcOrd="0" destOrd="0" presId="urn:microsoft.com/office/officeart/2005/8/layout/hList1"/>
    <dgm:cxn modelId="{0A7A28CE-3CD7-4C56-9206-823ABC229EE0}" srcId="{C6BA523C-3636-43F9-8951-EF173597B6C1}" destId="{6A8339C1-D1D8-45D5-A705-D32AD5871F91}" srcOrd="0" destOrd="0" parTransId="{F0EEF17A-9557-4B94-A935-4C31E0D42030}" sibTransId="{007944E2-9F8C-40D0-B9CE-1DCB902E9E71}"/>
    <dgm:cxn modelId="{A3E1FAD2-FBD9-45B3-B157-C019FB71E63A}" srcId="{C93DDDBF-4624-4A8B-AF77-8579FDF60AA6}" destId="{E6BE038D-1FB6-41B4-AA74-1E6F1E4126C7}" srcOrd="0" destOrd="0" parTransId="{845A0C7C-BCC8-458F-B5B7-853A04DD565A}" sibTransId="{B6A184EB-F744-4127-A0EF-646C232D6977}"/>
    <dgm:cxn modelId="{4E39E8D8-1985-4F36-9258-57AD017D6652}" srcId="{603D23D7-0964-402E-90F2-13A15AA636CE}" destId="{E880FC2B-1579-4718-A5E1-73D0D5E76E03}" srcOrd="2" destOrd="0" parTransId="{3341D577-B38A-423F-AC5C-CB8C2DA3593D}" sibTransId="{2623ABA1-315B-45F7-B585-14E5E6695EFA}"/>
    <dgm:cxn modelId="{A1F9CFDB-392D-4A83-9C22-D25079762113}" type="presOf" srcId="{C93DDDBF-4624-4A8B-AF77-8579FDF60AA6}" destId="{651DBEDC-0F30-441E-9870-0A586C5B51A1}" srcOrd="0" destOrd="0" presId="urn:microsoft.com/office/officeart/2005/8/layout/hList1"/>
    <dgm:cxn modelId="{79DA54E4-53E4-4A4A-8EAA-DB7E3CCA98C3}" type="presOf" srcId="{2EF7512B-DCF1-4523-AD59-703F322E880C}" destId="{4F304573-1BCF-47C1-9945-BA6345A98E6D}" srcOrd="0" destOrd="0" presId="urn:microsoft.com/office/officeart/2005/8/layout/hList1"/>
    <dgm:cxn modelId="{BEC7C1E8-EBF4-4F54-9AE0-2A83EF4D4F77}" srcId="{603D23D7-0964-402E-90F2-13A15AA636CE}" destId="{3E92E3B8-201C-484A-8D98-A27C05C16B46}" srcOrd="1" destOrd="0" parTransId="{B980DB13-A120-4601-BE00-1973B39C4332}" sibTransId="{C09C27E4-AA8B-4F67-A207-F9C0E28DD214}"/>
    <dgm:cxn modelId="{F7A6ABF2-92C0-4C88-9B05-41728BCBEBB1}" type="presOf" srcId="{10CA9AD2-D737-4F18-8D01-ED1356342347}" destId="{5DC46F6F-4B75-4C0F-BA5D-B60D21E3BA5E}" srcOrd="0" destOrd="2" presId="urn:microsoft.com/office/officeart/2005/8/layout/hList1"/>
    <dgm:cxn modelId="{738685F6-8D54-41FB-8C16-F7F89C0A144D}" srcId="{D13F3A33-BEE3-4F2F-9A69-4A64C8FC7D2C}" destId="{D9D50554-D8EB-4468-AA80-0976979B148A}" srcOrd="0" destOrd="0" parTransId="{FA9AD271-33A9-4E95-AE39-F05225C8865D}" sibTransId="{F9BD0DC5-FFFF-4F34-97C4-6A2536F5804A}"/>
    <dgm:cxn modelId="{9F7E47F8-817C-48C2-B5BB-6E1F1B239105}" srcId="{D13F3A33-BEE3-4F2F-9A69-4A64C8FC7D2C}" destId="{8CA27012-1CD2-49BB-BC32-7B88B3B745D1}" srcOrd="2" destOrd="0" parTransId="{AA0E867B-C569-42C7-88C2-8BD003441515}" sibTransId="{8889A6F6-37E5-4B64-B127-39C760CF44AF}"/>
    <dgm:cxn modelId="{4DB5C0F9-0618-4B8F-B146-D338C015BAFC}" srcId="{321C4BD2-841A-44B5-85AE-4DF209496C5F}" destId="{6E6103A8-6715-4BA7-9DF0-0996A9D21F2E}" srcOrd="0" destOrd="0" parTransId="{CF72EAF2-9882-433A-A7F8-B247BCB0FFD7}" sibTransId="{3295671D-C970-4D1B-8631-6A4A2B8321F9}"/>
    <dgm:cxn modelId="{63512CFD-0A81-44AA-A8FB-7D83539D75EC}" type="presOf" srcId="{6E6103A8-6715-4BA7-9DF0-0996A9D21F2E}" destId="{4926EB63-2852-454B-9FBA-C12A153A0249}" srcOrd="0" destOrd="0" presId="urn:microsoft.com/office/officeart/2005/8/layout/hList1"/>
    <dgm:cxn modelId="{20CFF49B-AA30-46AD-8C04-5ECCAC87C67B}" type="presParOf" srcId="{651DBEDC-0F30-441E-9870-0A586C5B51A1}" destId="{3CF2208D-A298-475F-A4EB-251FC4285E4A}" srcOrd="0" destOrd="0" presId="urn:microsoft.com/office/officeart/2005/8/layout/hList1"/>
    <dgm:cxn modelId="{CC831F3A-C140-48F5-AE62-67168E3ABF74}" type="presParOf" srcId="{3CF2208D-A298-475F-A4EB-251FC4285E4A}" destId="{9871386C-7860-461B-B9C4-FCB3B54F5D68}" srcOrd="0" destOrd="0" presId="urn:microsoft.com/office/officeart/2005/8/layout/hList1"/>
    <dgm:cxn modelId="{D78765A0-CB9B-4633-8A5F-831047478A88}" type="presParOf" srcId="{3CF2208D-A298-475F-A4EB-251FC4285E4A}" destId="{5F99AE9C-A0CB-4E16-8493-6F008DF80C34}" srcOrd="1" destOrd="0" presId="urn:microsoft.com/office/officeart/2005/8/layout/hList1"/>
    <dgm:cxn modelId="{7C25C148-9DB7-4A96-9397-8D87022BA9F9}" type="presParOf" srcId="{651DBEDC-0F30-441E-9870-0A586C5B51A1}" destId="{C16AD142-84E4-486D-824B-2618D82ECCA7}" srcOrd="1" destOrd="0" presId="urn:microsoft.com/office/officeart/2005/8/layout/hList1"/>
    <dgm:cxn modelId="{D3C51F36-9E0D-40D6-B267-CB3FC755B7A0}" type="presParOf" srcId="{651DBEDC-0F30-441E-9870-0A586C5B51A1}" destId="{8315D249-0C31-4D4D-AB1E-05FE0D5905F3}" srcOrd="2" destOrd="0" presId="urn:microsoft.com/office/officeart/2005/8/layout/hList1"/>
    <dgm:cxn modelId="{13DBDB1E-7781-4B75-8228-7F2BC750A656}" type="presParOf" srcId="{8315D249-0C31-4D4D-AB1E-05FE0D5905F3}" destId="{FCB84DB3-573F-4E3D-9841-8C71EB3D7875}" srcOrd="0" destOrd="0" presId="urn:microsoft.com/office/officeart/2005/8/layout/hList1"/>
    <dgm:cxn modelId="{B91E7D44-3F0C-4FEC-A248-9C636B16E5E3}" type="presParOf" srcId="{8315D249-0C31-4D4D-AB1E-05FE0D5905F3}" destId="{4926EB63-2852-454B-9FBA-C12A153A0249}" srcOrd="1" destOrd="0" presId="urn:microsoft.com/office/officeart/2005/8/layout/hList1"/>
    <dgm:cxn modelId="{0DB15587-B699-49E2-901B-0883D827EC87}" type="presParOf" srcId="{651DBEDC-0F30-441E-9870-0A586C5B51A1}" destId="{9883E953-AABA-40BE-8EFF-26DEE7A297C5}" srcOrd="3" destOrd="0" presId="urn:microsoft.com/office/officeart/2005/8/layout/hList1"/>
    <dgm:cxn modelId="{230753D6-9541-47FF-93BE-C56566F5290D}" type="presParOf" srcId="{651DBEDC-0F30-441E-9870-0A586C5B51A1}" destId="{221902D3-D62A-45B8-9905-9A52E035550D}" srcOrd="4" destOrd="0" presId="urn:microsoft.com/office/officeart/2005/8/layout/hList1"/>
    <dgm:cxn modelId="{1F07A9CF-5113-4DA3-8AA8-961CCCA1A9CB}" type="presParOf" srcId="{221902D3-D62A-45B8-9905-9A52E035550D}" destId="{2B2C9D88-364C-4111-989C-A0F23EA143A9}" srcOrd="0" destOrd="0" presId="urn:microsoft.com/office/officeart/2005/8/layout/hList1"/>
    <dgm:cxn modelId="{03E10EC7-F640-4F40-84F1-BFDD694A5D09}" type="presParOf" srcId="{221902D3-D62A-45B8-9905-9A52E035550D}" destId="{F578CC58-1B8A-4A3F-8828-9DEF86D4C637}" srcOrd="1" destOrd="0" presId="urn:microsoft.com/office/officeart/2005/8/layout/hList1"/>
    <dgm:cxn modelId="{7D28C13B-8F8E-409F-AAB5-E79B4A5ABF06}" type="presParOf" srcId="{651DBEDC-0F30-441E-9870-0A586C5B51A1}" destId="{E006A19B-E264-49FE-B09C-6951E6E34C6C}" srcOrd="5" destOrd="0" presId="urn:microsoft.com/office/officeart/2005/8/layout/hList1"/>
    <dgm:cxn modelId="{9639080E-8FFF-4E22-8544-A7BAD511C9A8}" type="presParOf" srcId="{651DBEDC-0F30-441E-9870-0A586C5B51A1}" destId="{B9B4FE3B-8D37-4EA0-AAA4-1CB1A31AE8FF}" srcOrd="6" destOrd="0" presId="urn:microsoft.com/office/officeart/2005/8/layout/hList1"/>
    <dgm:cxn modelId="{4CA40496-2042-43BC-B9AF-8BA7BA9B26C7}" type="presParOf" srcId="{B9B4FE3B-8D37-4EA0-AAA4-1CB1A31AE8FF}" destId="{AD7CB8F3-22EA-415A-8E8B-AEFFB88B604D}" srcOrd="0" destOrd="0" presId="urn:microsoft.com/office/officeart/2005/8/layout/hList1"/>
    <dgm:cxn modelId="{82648254-F852-490E-A3FB-5209310A7488}" type="presParOf" srcId="{B9B4FE3B-8D37-4EA0-AAA4-1CB1A31AE8FF}" destId="{4F304573-1BCF-47C1-9945-BA6345A98E6D}" srcOrd="1" destOrd="0" presId="urn:microsoft.com/office/officeart/2005/8/layout/hList1"/>
    <dgm:cxn modelId="{439F45FB-69A4-46D6-89F1-794F997D35DD}" type="presParOf" srcId="{651DBEDC-0F30-441E-9870-0A586C5B51A1}" destId="{0BBA24CF-DFD6-4896-B7BD-AB65A86EB24F}" srcOrd="7" destOrd="0" presId="urn:microsoft.com/office/officeart/2005/8/layout/hList1"/>
    <dgm:cxn modelId="{FD6ACBE3-1B86-4383-87AE-BBCDF5889866}" type="presParOf" srcId="{651DBEDC-0F30-441E-9870-0A586C5B51A1}" destId="{E4378CC7-B237-4BCA-90E8-FE6C28251FD0}" srcOrd="8" destOrd="0" presId="urn:microsoft.com/office/officeart/2005/8/layout/hList1"/>
    <dgm:cxn modelId="{8B75AC94-6ADD-4E40-8935-1A19C7F34B1B}" type="presParOf" srcId="{E4378CC7-B237-4BCA-90E8-FE6C28251FD0}" destId="{3EEC800A-D5DC-4C37-B38E-A96EBB297CC2}" srcOrd="0" destOrd="0" presId="urn:microsoft.com/office/officeart/2005/8/layout/hList1"/>
    <dgm:cxn modelId="{F6D7A5DD-A7BB-4C62-823F-F412AF4968B9}" type="presParOf" srcId="{E4378CC7-B237-4BCA-90E8-FE6C28251FD0}" destId="{5DC46F6F-4B75-4C0F-BA5D-B60D21E3BA5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66A0E40-067F-4962-93A6-0EAF45641F34}" type="doc">
      <dgm:prSet loTypeId="urn:microsoft.com/office/officeart/2005/8/layout/process5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416015EF-60C3-4955-AB72-DDB6DFAB9428}">
      <dgm:prSet phldrT="[Texto]"/>
      <dgm:spPr/>
      <dgm:t>
        <a:bodyPr/>
        <a:lstStyle/>
        <a:p>
          <a:r>
            <a:rPr lang="es-ES" dirty="0"/>
            <a:t>Obtener la línea base de la Arquitectura de Aplicaciones</a:t>
          </a:r>
        </a:p>
      </dgm:t>
    </dgm:pt>
    <dgm:pt modelId="{40693457-2375-441E-9F25-155C51DEDB8B}" type="parTrans" cxnId="{09B75E5E-8A2C-42C4-8216-895185AB15E1}">
      <dgm:prSet/>
      <dgm:spPr/>
      <dgm:t>
        <a:bodyPr/>
        <a:lstStyle/>
        <a:p>
          <a:endParaRPr lang="es-ES"/>
        </a:p>
      </dgm:t>
    </dgm:pt>
    <dgm:pt modelId="{536F3C3A-7AD8-4CAA-A833-9309B3F6B83B}" type="sibTrans" cxnId="{09B75E5E-8A2C-42C4-8216-895185AB15E1}">
      <dgm:prSet/>
      <dgm:spPr/>
      <dgm:t>
        <a:bodyPr/>
        <a:lstStyle/>
        <a:p>
          <a:endParaRPr lang="es-ES"/>
        </a:p>
      </dgm:t>
    </dgm:pt>
    <dgm:pt modelId="{6F77441C-6CA0-41C7-85BE-5CB0FFAD576B}">
      <dgm:prSet phldrT="[Texto]"/>
      <dgm:spPr/>
      <dgm:t>
        <a:bodyPr/>
        <a:lstStyle/>
        <a:p>
          <a:r>
            <a:rPr lang="es-ES" dirty="0"/>
            <a:t>Desarrollar la Arquitectura de Aplicaciones objetivo</a:t>
          </a:r>
        </a:p>
      </dgm:t>
    </dgm:pt>
    <dgm:pt modelId="{450883A5-6A51-458D-B54D-F4489C359D2D}" type="parTrans" cxnId="{8EB97058-0718-4C48-AE2C-B5F0A2646CA9}">
      <dgm:prSet/>
      <dgm:spPr/>
      <dgm:t>
        <a:bodyPr/>
        <a:lstStyle/>
        <a:p>
          <a:endParaRPr lang="es-ES"/>
        </a:p>
      </dgm:t>
    </dgm:pt>
    <dgm:pt modelId="{C4144F43-C277-4623-BBBC-E0BD39C5E544}" type="sibTrans" cxnId="{8EB97058-0718-4C48-AE2C-B5F0A2646CA9}">
      <dgm:prSet/>
      <dgm:spPr/>
      <dgm:t>
        <a:bodyPr/>
        <a:lstStyle/>
        <a:p>
          <a:endParaRPr lang="es-ES"/>
        </a:p>
      </dgm:t>
    </dgm:pt>
    <dgm:pt modelId="{DC91D210-9E71-4593-A9EE-DBDBB918AFA6}">
      <dgm:prSet phldrT="[Texto]"/>
      <dgm:spPr/>
      <dgm:t>
        <a:bodyPr/>
        <a:lstStyle/>
        <a:p>
          <a:r>
            <a:rPr lang="es-ES" dirty="0"/>
            <a:t>Realizar Análisis de Brechas</a:t>
          </a:r>
        </a:p>
      </dgm:t>
    </dgm:pt>
    <dgm:pt modelId="{5E8868E6-D296-483F-9EA0-34BA3F7B58C3}" type="parTrans" cxnId="{AD1F552E-0FCD-43C9-8980-FBA01D0D0140}">
      <dgm:prSet/>
      <dgm:spPr/>
      <dgm:t>
        <a:bodyPr/>
        <a:lstStyle/>
        <a:p>
          <a:endParaRPr lang="es-ES"/>
        </a:p>
      </dgm:t>
    </dgm:pt>
    <dgm:pt modelId="{1D959058-C4C1-446E-93C5-9C441F6F567E}" type="sibTrans" cxnId="{AD1F552E-0FCD-43C9-8980-FBA01D0D0140}">
      <dgm:prSet/>
      <dgm:spPr/>
      <dgm:t>
        <a:bodyPr/>
        <a:lstStyle/>
        <a:p>
          <a:endParaRPr lang="es-ES"/>
        </a:p>
      </dgm:t>
    </dgm:pt>
    <dgm:pt modelId="{3F7FCA6B-54FD-422A-B6D8-8640C80EA5F7}">
      <dgm:prSet phldrT="[Texto]"/>
      <dgm:spPr/>
      <dgm:t>
        <a:bodyPr/>
        <a:lstStyle/>
        <a:p>
          <a:r>
            <a:rPr lang="es-ES" dirty="0"/>
            <a:t>Definir los componentes candidatos para el </a:t>
          </a:r>
          <a:r>
            <a:rPr lang="es-ES" dirty="0" err="1"/>
            <a:t>roadmap</a:t>
          </a:r>
          <a:r>
            <a:rPr lang="es-ES" dirty="0"/>
            <a:t> </a:t>
          </a:r>
        </a:p>
      </dgm:t>
    </dgm:pt>
    <dgm:pt modelId="{68FE4457-47B2-4163-B58F-5BE61FA50A73}" type="parTrans" cxnId="{D6FEDBE4-45F5-4F9E-9EAD-7E68985DEDDE}">
      <dgm:prSet/>
      <dgm:spPr/>
      <dgm:t>
        <a:bodyPr/>
        <a:lstStyle/>
        <a:p>
          <a:endParaRPr lang="es-ES"/>
        </a:p>
      </dgm:t>
    </dgm:pt>
    <dgm:pt modelId="{0C50C1EF-E88D-4461-B6A7-DCC539A97023}" type="sibTrans" cxnId="{D6FEDBE4-45F5-4F9E-9EAD-7E68985DEDDE}">
      <dgm:prSet/>
      <dgm:spPr/>
      <dgm:t>
        <a:bodyPr/>
        <a:lstStyle/>
        <a:p>
          <a:endParaRPr lang="es-ES"/>
        </a:p>
      </dgm:t>
    </dgm:pt>
    <dgm:pt modelId="{5FC7256B-B8E6-4B6C-B145-1B0BE26A6813}">
      <dgm:prSet phldrT="[Texto]"/>
      <dgm:spPr/>
      <dgm:t>
        <a:bodyPr/>
        <a:lstStyle/>
        <a:p>
          <a:r>
            <a:rPr lang="es-ES" dirty="0"/>
            <a:t>Llevar a cabo la revisión formal con un interesado</a:t>
          </a:r>
        </a:p>
      </dgm:t>
    </dgm:pt>
    <dgm:pt modelId="{1963E396-65AF-4678-BA32-2AE379863E65}" type="parTrans" cxnId="{955E41ED-28A2-4A48-BF7B-3655EE392465}">
      <dgm:prSet/>
      <dgm:spPr/>
      <dgm:t>
        <a:bodyPr/>
        <a:lstStyle/>
        <a:p>
          <a:endParaRPr lang="es-ES"/>
        </a:p>
      </dgm:t>
    </dgm:pt>
    <dgm:pt modelId="{52BB4C5B-7BE3-4381-8836-711F5672F644}" type="sibTrans" cxnId="{955E41ED-28A2-4A48-BF7B-3655EE392465}">
      <dgm:prSet/>
      <dgm:spPr/>
      <dgm:t>
        <a:bodyPr/>
        <a:lstStyle/>
        <a:p>
          <a:endParaRPr lang="es-ES"/>
        </a:p>
      </dgm:t>
    </dgm:pt>
    <dgm:pt modelId="{E1C42B28-DC2E-41BB-9441-0929C7044A8B}">
      <dgm:prSet phldrT="[Texto]"/>
      <dgm:spPr/>
      <dgm:t>
        <a:bodyPr/>
        <a:lstStyle/>
        <a:p>
          <a:r>
            <a:rPr lang="es-ES" dirty="0"/>
            <a:t>Construir o actualizar el documento de la arquitectura de Aplicaciones</a:t>
          </a:r>
        </a:p>
      </dgm:t>
    </dgm:pt>
    <dgm:pt modelId="{517391A5-1A0C-46A9-8232-400549441379}" type="parTrans" cxnId="{EBB92C56-1CA3-446F-854A-DA4709ED0B8B}">
      <dgm:prSet/>
      <dgm:spPr/>
      <dgm:t>
        <a:bodyPr/>
        <a:lstStyle/>
        <a:p>
          <a:endParaRPr lang="es-ES"/>
        </a:p>
      </dgm:t>
    </dgm:pt>
    <dgm:pt modelId="{9B2B2C49-2551-4092-9A81-BB5090C59EEA}" type="sibTrans" cxnId="{EBB92C56-1CA3-446F-854A-DA4709ED0B8B}">
      <dgm:prSet/>
      <dgm:spPr/>
      <dgm:t>
        <a:bodyPr/>
        <a:lstStyle/>
        <a:p>
          <a:endParaRPr lang="es-ES"/>
        </a:p>
      </dgm:t>
    </dgm:pt>
    <dgm:pt modelId="{E066EFA9-ADD7-4CE5-9C10-5814BB87F7E5}" type="pres">
      <dgm:prSet presAssocID="{766A0E40-067F-4962-93A6-0EAF45641F34}" presName="diagram" presStyleCnt="0">
        <dgm:presLayoutVars>
          <dgm:dir/>
          <dgm:resizeHandles val="exact"/>
        </dgm:presLayoutVars>
      </dgm:prSet>
      <dgm:spPr/>
    </dgm:pt>
    <dgm:pt modelId="{F5B45C25-D1BF-4474-A3EA-4472223B8D2F}" type="pres">
      <dgm:prSet presAssocID="{416015EF-60C3-4955-AB72-DDB6DFAB9428}" presName="node" presStyleLbl="node1" presStyleIdx="0" presStyleCnt="6">
        <dgm:presLayoutVars>
          <dgm:bulletEnabled val="1"/>
        </dgm:presLayoutVars>
      </dgm:prSet>
      <dgm:spPr/>
    </dgm:pt>
    <dgm:pt modelId="{1384EF0C-BDA8-4497-A881-D7208C4B337E}" type="pres">
      <dgm:prSet presAssocID="{536F3C3A-7AD8-4CAA-A833-9309B3F6B83B}" presName="sibTrans" presStyleLbl="sibTrans2D1" presStyleIdx="0" presStyleCnt="5"/>
      <dgm:spPr/>
    </dgm:pt>
    <dgm:pt modelId="{42140614-79A3-4C83-A780-B85400BB5F01}" type="pres">
      <dgm:prSet presAssocID="{536F3C3A-7AD8-4CAA-A833-9309B3F6B83B}" presName="connectorText" presStyleLbl="sibTrans2D1" presStyleIdx="0" presStyleCnt="5"/>
      <dgm:spPr/>
    </dgm:pt>
    <dgm:pt modelId="{5DA4520E-563D-4822-92AC-81FB71B61A3E}" type="pres">
      <dgm:prSet presAssocID="{6F77441C-6CA0-41C7-85BE-5CB0FFAD576B}" presName="node" presStyleLbl="node1" presStyleIdx="1" presStyleCnt="6">
        <dgm:presLayoutVars>
          <dgm:bulletEnabled val="1"/>
        </dgm:presLayoutVars>
      </dgm:prSet>
      <dgm:spPr/>
    </dgm:pt>
    <dgm:pt modelId="{17DDA339-A177-40B3-974D-A32E464DE49B}" type="pres">
      <dgm:prSet presAssocID="{C4144F43-C277-4623-BBBC-E0BD39C5E544}" presName="sibTrans" presStyleLbl="sibTrans2D1" presStyleIdx="1" presStyleCnt="5"/>
      <dgm:spPr/>
    </dgm:pt>
    <dgm:pt modelId="{D6720AA6-AEE3-48FC-A535-616D4C660342}" type="pres">
      <dgm:prSet presAssocID="{C4144F43-C277-4623-BBBC-E0BD39C5E544}" presName="connectorText" presStyleLbl="sibTrans2D1" presStyleIdx="1" presStyleCnt="5"/>
      <dgm:spPr/>
    </dgm:pt>
    <dgm:pt modelId="{AC7E88DB-602B-4475-9966-262FAE79BD4C}" type="pres">
      <dgm:prSet presAssocID="{DC91D210-9E71-4593-A9EE-DBDBB918AFA6}" presName="node" presStyleLbl="node1" presStyleIdx="2" presStyleCnt="6">
        <dgm:presLayoutVars>
          <dgm:bulletEnabled val="1"/>
        </dgm:presLayoutVars>
      </dgm:prSet>
      <dgm:spPr/>
    </dgm:pt>
    <dgm:pt modelId="{64161D8A-DCEF-47FF-BB91-03931210DC0F}" type="pres">
      <dgm:prSet presAssocID="{1D959058-C4C1-446E-93C5-9C441F6F567E}" presName="sibTrans" presStyleLbl="sibTrans2D1" presStyleIdx="2" presStyleCnt="5"/>
      <dgm:spPr/>
    </dgm:pt>
    <dgm:pt modelId="{7AB456B9-B076-44B8-8CE6-480FBDCD69EF}" type="pres">
      <dgm:prSet presAssocID="{1D959058-C4C1-446E-93C5-9C441F6F567E}" presName="connectorText" presStyleLbl="sibTrans2D1" presStyleIdx="2" presStyleCnt="5"/>
      <dgm:spPr/>
    </dgm:pt>
    <dgm:pt modelId="{B0E79E7B-C466-42FC-A5FC-C266DC558D7C}" type="pres">
      <dgm:prSet presAssocID="{3F7FCA6B-54FD-422A-B6D8-8640C80EA5F7}" presName="node" presStyleLbl="node1" presStyleIdx="3" presStyleCnt="6">
        <dgm:presLayoutVars>
          <dgm:bulletEnabled val="1"/>
        </dgm:presLayoutVars>
      </dgm:prSet>
      <dgm:spPr/>
    </dgm:pt>
    <dgm:pt modelId="{B16B3B4A-7840-420B-BEE4-7713DD068243}" type="pres">
      <dgm:prSet presAssocID="{0C50C1EF-E88D-4461-B6A7-DCC539A97023}" presName="sibTrans" presStyleLbl="sibTrans2D1" presStyleIdx="3" presStyleCnt="5"/>
      <dgm:spPr/>
    </dgm:pt>
    <dgm:pt modelId="{9303F1C4-68F2-4F95-AE81-C4D32BB99867}" type="pres">
      <dgm:prSet presAssocID="{0C50C1EF-E88D-4461-B6A7-DCC539A97023}" presName="connectorText" presStyleLbl="sibTrans2D1" presStyleIdx="3" presStyleCnt="5"/>
      <dgm:spPr/>
    </dgm:pt>
    <dgm:pt modelId="{B6FD6269-E9BC-4B9B-8F34-05A05C1EFBFC}" type="pres">
      <dgm:prSet presAssocID="{5FC7256B-B8E6-4B6C-B145-1B0BE26A6813}" presName="node" presStyleLbl="node1" presStyleIdx="4" presStyleCnt="6">
        <dgm:presLayoutVars>
          <dgm:bulletEnabled val="1"/>
        </dgm:presLayoutVars>
      </dgm:prSet>
      <dgm:spPr/>
    </dgm:pt>
    <dgm:pt modelId="{8BE4A493-9A6F-4B92-AF70-600DCC57195C}" type="pres">
      <dgm:prSet presAssocID="{52BB4C5B-7BE3-4381-8836-711F5672F644}" presName="sibTrans" presStyleLbl="sibTrans2D1" presStyleIdx="4" presStyleCnt="5"/>
      <dgm:spPr/>
    </dgm:pt>
    <dgm:pt modelId="{A9A0980A-FFEC-4687-A933-65C10E8BC8EB}" type="pres">
      <dgm:prSet presAssocID="{52BB4C5B-7BE3-4381-8836-711F5672F644}" presName="connectorText" presStyleLbl="sibTrans2D1" presStyleIdx="4" presStyleCnt="5"/>
      <dgm:spPr/>
    </dgm:pt>
    <dgm:pt modelId="{316164DA-BE6A-434A-8343-D62D782C89CC}" type="pres">
      <dgm:prSet presAssocID="{E1C42B28-DC2E-41BB-9441-0929C7044A8B}" presName="node" presStyleLbl="node1" presStyleIdx="5" presStyleCnt="6">
        <dgm:presLayoutVars>
          <dgm:bulletEnabled val="1"/>
        </dgm:presLayoutVars>
      </dgm:prSet>
      <dgm:spPr/>
    </dgm:pt>
  </dgm:ptLst>
  <dgm:cxnLst>
    <dgm:cxn modelId="{D27ED908-CB50-4229-AD7F-629DB9826239}" type="presOf" srcId="{766A0E40-067F-4962-93A6-0EAF45641F34}" destId="{E066EFA9-ADD7-4CE5-9C10-5814BB87F7E5}" srcOrd="0" destOrd="0" presId="urn:microsoft.com/office/officeart/2005/8/layout/process5"/>
    <dgm:cxn modelId="{E7A82A19-B788-43E2-9834-2CC9CA5F53F0}" type="presOf" srcId="{416015EF-60C3-4955-AB72-DDB6DFAB9428}" destId="{F5B45C25-D1BF-4474-A3EA-4472223B8D2F}" srcOrd="0" destOrd="0" presId="urn:microsoft.com/office/officeart/2005/8/layout/process5"/>
    <dgm:cxn modelId="{6C95B41E-F6F6-4752-8A82-EEA6F8DB184B}" type="presOf" srcId="{C4144F43-C277-4623-BBBC-E0BD39C5E544}" destId="{17DDA339-A177-40B3-974D-A32E464DE49B}" srcOrd="0" destOrd="0" presId="urn:microsoft.com/office/officeart/2005/8/layout/process5"/>
    <dgm:cxn modelId="{C978412B-E018-4F98-BFE3-53937C4A15EF}" type="presOf" srcId="{DC91D210-9E71-4593-A9EE-DBDBB918AFA6}" destId="{AC7E88DB-602B-4475-9966-262FAE79BD4C}" srcOrd="0" destOrd="0" presId="urn:microsoft.com/office/officeart/2005/8/layout/process5"/>
    <dgm:cxn modelId="{AD1F552E-0FCD-43C9-8980-FBA01D0D0140}" srcId="{766A0E40-067F-4962-93A6-0EAF45641F34}" destId="{DC91D210-9E71-4593-A9EE-DBDBB918AFA6}" srcOrd="2" destOrd="0" parTransId="{5E8868E6-D296-483F-9EA0-34BA3F7B58C3}" sibTransId="{1D959058-C4C1-446E-93C5-9C441F6F567E}"/>
    <dgm:cxn modelId="{09B75E5E-8A2C-42C4-8216-895185AB15E1}" srcId="{766A0E40-067F-4962-93A6-0EAF45641F34}" destId="{416015EF-60C3-4955-AB72-DDB6DFAB9428}" srcOrd="0" destOrd="0" parTransId="{40693457-2375-441E-9F25-155C51DEDB8B}" sibTransId="{536F3C3A-7AD8-4CAA-A833-9309B3F6B83B}"/>
    <dgm:cxn modelId="{DC11A053-C6D8-4F69-A5D6-4B50F2E65B8F}" type="presOf" srcId="{536F3C3A-7AD8-4CAA-A833-9309B3F6B83B}" destId="{42140614-79A3-4C83-A780-B85400BB5F01}" srcOrd="1" destOrd="0" presId="urn:microsoft.com/office/officeart/2005/8/layout/process5"/>
    <dgm:cxn modelId="{EBB92C56-1CA3-446F-854A-DA4709ED0B8B}" srcId="{766A0E40-067F-4962-93A6-0EAF45641F34}" destId="{E1C42B28-DC2E-41BB-9441-0929C7044A8B}" srcOrd="5" destOrd="0" parTransId="{517391A5-1A0C-46A9-8232-400549441379}" sibTransId="{9B2B2C49-2551-4092-9A81-BB5090C59EEA}"/>
    <dgm:cxn modelId="{8EB97058-0718-4C48-AE2C-B5F0A2646CA9}" srcId="{766A0E40-067F-4962-93A6-0EAF45641F34}" destId="{6F77441C-6CA0-41C7-85BE-5CB0FFAD576B}" srcOrd="1" destOrd="0" parTransId="{450883A5-6A51-458D-B54D-F4489C359D2D}" sibTransId="{C4144F43-C277-4623-BBBC-E0BD39C5E544}"/>
    <dgm:cxn modelId="{646A9183-8498-44EA-8F8E-AB6A91A8F1A1}" type="presOf" srcId="{1D959058-C4C1-446E-93C5-9C441F6F567E}" destId="{7AB456B9-B076-44B8-8CE6-480FBDCD69EF}" srcOrd="1" destOrd="0" presId="urn:microsoft.com/office/officeart/2005/8/layout/process5"/>
    <dgm:cxn modelId="{95F69885-0085-4EB5-9580-84815CB000F2}" type="presOf" srcId="{6F77441C-6CA0-41C7-85BE-5CB0FFAD576B}" destId="{5DA4520E-563D-4822-92AC-81FB71B61A3E}" srcOrd="0" destOrd="0" presId="urn:microsoft.com/office/officeart/2005/8/layout/process5"/>
    <dgm:cxn modelId="{D0B58E86-0B87-4424-93B1-E3F147AA013A}" type="presOf" srcId="{E1C42B28-DC2E-41BB-9441-0929C7044A8B}" destId="{316164DA-BE6A-434A-8343-D62D782C89CC}" srcOrd="0" destOrd="0" presId="urn:microsoft.com/office/officeart/2005/8/layout/process5"/>
    <dgm:cxn modelId="{41A35190-0451-467E-B856-5DDC0E3D1729}" type="presOf" srcId="{52BB4C5B-7BE3-4381-8836-711F5672F644}" destId="{A9A0980A-FFEC-4687-A933-65C10E8BC8EB}" srcOrd="1" destOrd="0" presId="urn:microsoft.com/office/officeart/2005/8/layout/process5"/>
    <dgm:cxn modelId="{EE63A2A8-63A4-40B5-9C4F-116631606317}" type="presOf" srcId="{C4144F43-C277-4623-BBBC-E0BD39C5E544}" destId="{D6720AA6-AEE3-48FC-A535-616D4C660342}" srcOrd="1" destOrd="0" presId="urn:microsoft.com/office/officeart/2005/8/layout/process5"/>
    <dgm:cxn modelId="{276C0EB6-3866-4E45-B716-9BF4F39BF6D1}" type="presOf" srcId="{536F3C3A-7AD8-4CAA-A833-9309B3F6B83B}" destId="{1384EF0C-BDA8-4497-A881-D7208C4B337E}" srcOrd="0" destOrd="0" presId="urn:microsoft.com/office/officeart/2005/8/layout/process5"/>
    <dgm:cxn modelId="{87560DCC-64E2-42EE-A337-48CF56C22B13}" type="presOf" srcId="{52BB4C5B-7BE3-4381-8836-711F5672F644}" destId="{8BE4A493-9A6F-4B92-AF70-600DCC57195C}" srcOrd="0" destOrd="0" presId="urn:microsoft.com/office/officeart/2005/8/layout/process5"/>
    <dgm:cxn modelId="{29B1CDE3-CE97-44C7-AD13-3A6C46B68B1F}" type="presOf" srcId="{1D959058-C4C1-446E-93C5-9C441F6F567E}" destId="{64161D8A-DCEF-47FF-BB91-03931210DC0F}" srcOrd="0" destOrd="0" presId="urn:microsoft.com/office/officeart/2005/8/layout/process5"/>
    <dgm:cxn modelId="{D6FEDBE4-45F5-4F9E-9EAD-7E68985DEDDE}" srcId="{766A0E40-067F-4962-93A6-0EAF45641F34}" destId="{3F7FCA6B-54FD-422A-B6D8-8640C80EA5F7}" srcOrd="3" destOrd="0" parTransId="{68FE4457-47B2-4163-B58F-5BE61FA50A73}" sibTransId="{0C50C1EF-E88D-4461-B6A7-DCC539A97023}"/>
    <dgm:cxn modelId="{61882BED-74C2-49C4-AD68-EE6D03ABEECE}" type="presOf" srcId="{5FC7256B-B8E6-4B6C-B145-1B0BE26A6813}" destId="{B6FD6269-E9BC-4B9B-8F34-05A05C1EFBFC}" srcOrd="0" destOrd="0" presId="urn:microsoft.com/office/officeart/2005/8/layout/process5"/>
    <dgm:cxn modelId="{955E41ED-28A2-4A48-BF7B-3655EE392465}" srcId="{766A0E40-067F-4962-93A6-0EAF45641F34}" destId="{5FC7256B-B8E6-4B6C-B145-1B0BE26A6813}" srcOrd="4" destOrd="0" parTransId="{1963E396-65AF-4678-BA32-2AE379863E65}" sibTransId="{52BB4C5B-7BE3-4381-8836-711F5672F644}"/>
    <dgm:cxn modelId="{71ECE8F0-1617-4964-8B64-B181FECE4049}" type="presOf" srcId="{0C50C1EF-E88D-4461-B6A7-DCC539A97023}" destId="{B16B3B4A-7840-420B-BEE4-7713DD068243}" srcOrd="0" destOrd="0" presId="urn:microsoft.com/office/officeart/2005/8/layout/process5"/>
    <dgm:cxn modelId="{E2C173F6-3729-4C32-B1B1-DE496CEE6902}" type="presOf" srcId="{0C50C1EF-E88D-4461-B6A7-DCC539A97023}" destId="{9303F1C4-68F2-4F95-AE81-C4D32BB99867}" srcOrd="1" destOrd="0" presId="urn:microsoft.com/office/officeart/2005/8/layout/process5"/>
    <dgm:cxn modelId="{FDEA1CFD-E18C-4C61-8046-308C48CE3030}" type="presOf" srcId="{3F7FCA6B-54FD-422A-B6D8-8640C80EA5F7}" destId="{B0E79E7B-C466-42FC-A5FC-C266DC558D7C}" srcOrd="0" destOrd="0" presId="urn:microsoft.com/office/officeart/2005/8/layout/process5"/>
    <dgm:cxn modelId="{6D4F0095-618C-4DDF-BF5C-84C0DB4BBCA3}" type="presParOf" srcId="{E066EFA9-ADD7-4CE5-9C10-5814BB87F7E5}" destId="{F5B45C25-D1BF-4474-A3EA-4472223B8D2F}" srcOrd="0" destOrd="0" presId="urn:microsoft.com/office/officeart/2005/8/layout/process5"/>
    <dgm:cxn modelId="{5E54897B-51B0-4A8C-A3D7-15556A703111}" type="presParOf" srcId="{E066EFA9-ADD7-4CE5-9C10-5814BB87F7E5}" destId="{1384EF0C-BDA8-4497-A881-D7208C4B337E}" srcOrd="1" destOrd="0" presId="urn:microsoft.com/office/officeart/2005/8/layout/process5"/>
    <dgm:cxn modelId="{DF72C1B0-DB85-4174-8D27-A9E9F1396C12}" type="presParOf" srcId="{1384EF0C-BDA8-4497-A881-D7208C4B337E}" destId="{42140614-79A3-4C83-A780-B85400BB5F01}" srcOrd="0" destOrd="0" presId="urn:microsoft.com/office/officeart/2005/8/layout/process5"/>
    <dgm:cxn modelId="{D6656EA4-BA1A-475E-A59C-71AFCC2CA988}" type="presParOf" srcId="{E066EFA9-ADD7-4CE5-9C10-5814BB87F7E5}" destId="{5DA4520E-563D-4822-92AC-81FB71B61A3E}" srcOrd="2" destOrd="0" presId="urn:microsoft.com/office/officeart/2005/8/layout/process5"/>
    <dgm:cxn modelId="{1C149908-91E8-4C7B-92CE-5B106AA170F6}" type="presParOf" srcId="{E066EFA9-ADD7-4CE5-9C10-5814BB87F7E5}" destId="{17DDA339-A177-40B3-974D-A32E464DE49B}" srcOrd="3" destOrd="0" presId="urn:microsoft.com/office/officeart/2005/8/layout/process5"/>
    <dgm:cxn modelId="{51B78153-D83B-4F9D-8BB6-99B1B9DD990B}" type="presParOf" srcId="{17DDA339-A177-40B3-974D-A32E464DE49B}" destId="{D6720AA6-AEE3-48FC-A535-616D4C660342}" srcOrd="0" destOrd="0" presId="urn:microsoft.com/office/officeart/2005/8/layout/process5"/>
    <dgm:cxn modelId="{3DA5A63A-01E5-40A2-86F2-ED82623D6E31}" type="presParOf" srcId="{E066EFA9-ADD7-4CE5-9C10-5814BB87F7E5}" destId="{AC7E88DB-602B-4475-9966-262FAE79BD4C}" srcOrd="4" destOrd="0" presId="urn:microsoft.com/office/officeart/2005/8/layout/process5"/>
    <dgm:cxn modelId="{18FE04C0-1387-4853-9A6C-12F82EA283E5}" type="presParOf" srcId="{E066EFA9-ADD7-4CE5-9C10-5814BB87F7E5}" destId="{64161D8A-DCEF-47FF-BB91-03931210DC0F}" srcOrd="5" destOrd="0" presId="urn:microsoft.com/office/officeart/2005/8/layout/process5"/>
    <dgm:cxn modelId="{A85D61B3-1C7F-49EC-B9F7-F86F9649CC85}" type="presParOf" srcId="{64161D8A-DCEF-47FF-BB91-03931210DC0F}" destId="{7AB456B9-B076-44B8-8CE6-480FBDCD69EF}" srcOrd="0" destOrd="0" presId="urn:microsoft.com/office/officeart/2005/8/layout/process5"/>
    <dgm:cxn modelId="{04BB919D-7ED4-408C-A7CD-1C9C5ECC4186}" type="presParOf" srcId="{E066EFA9-ADD7-4CE5-9C10-5814BB87F7E5}" destId="{B0E79E7B-C466-42FC-A5FC-C266DC558D7C}" srcOrd="6" destOrd="0" presId="urn:microsoft.com/office/officeart/2005/8/layout/process5"/>
    <dgm:cxn modelId="{70D1F41E-E8C3-426E-8F80-2902A0B3BD3F}" type="presParOf" srcId="{E066EFA9-ADD7-4CE5-9C10-5814BB87F7E5}" destId="{B16B3B4A-7840-420B-BEE4-7713DD068243}" srcOrd="7" destOrd="0" presId="urn:microsoft.com/office/officeart/2005/8/layout/process5"/>
    <dgm:cxn modelId="{CCE5E6F2-13E9-444E-A9AA-4E0076FA5B9C}" type="presParOf" srcId="{B16B3B4A-7840-420B-BEE4-7713DD068243}" destId="{9303F1C4-68F2-4F95-AE81-C4D32BB99867}" srcOrd="0" destOrd="0" presId="urn:microsoft.com/office/officeart/2005/8/layout/process5"/>
    <dgm:cxn modelId="{AC335181-90F1-4A4D-AE11-C3B97A4130D8}" type="presParOf" srcId="{E066EFA9-ADD7-4CE5-9C10-5814BB87F7E5}" destId="{B6FD6269-E9BC-4B9B-8F34-05A05C1EFBFC}" srcOrd="8" destOrd="0" presId="urn:microsoft.com/office/officeart/2005/8/layout/process5"/>
    <dgm:cxn modelId="{245BBF10-F366-4DC7-8002-557D52DDD496}" type="presParOf" srcId="{E066EFA9-ADD7-4CE5-9C10-5814BB87F7E5}" destId="{8BE4A493-9A6F-4B92-AF70-600DCC57195C}" srcOrd="9" destOrd="0" presId="urn:microsoft.com/office/officeart/2005/8/layout/process5"/>
    <dgm:cxn modelId="{9D0A050F-3CD4-4094-AB78-0720D406E29A}" type="presParOf" srcId="{8BE4A493-9A6F-4B92-AF70-600DCC57195C}" destId="{A9A0980A-FFEC-4687-A933-65C10E8BC8EB}" srcOrd="0" destOrd="0" presId="urn:microsoft.com/office/officeart/2005/8/layout/process5"/>
    <dgm:cxn modelId="{C5EC4185-E42E-43D9-8A2F-60919802FC02}" type="presParOf" srcId="{E066EFA9-ADD7-4CE5-9C10-5814BB87F7E5}" destId="{316164DA-BE6A-434A-8343-D62D782C89CC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69D09ED-DA12-4494-9400-4113DC5341E5}" type="doc">
      <dgm:prSet loTypeId="urn:microsoft.com/office/officeart/2005/8/layout/radial3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199840B3-E892-4D07-B848-983FE6319628}">
      <dgm:prSet custT="1"/>
      <dgm:spPr/>
      <dgm:t>
        <a:bodyPr/>
        <a:lstStyle/>
        <a:p>
          <a:pPr rtl="0"/>
          <a:r>
            <a:rPr lang="es-ES" sz="1100" dirty="0"/>
            <a:t>Estrategia</a:t>
          </a:r>
          <a:endParaRPr lang="es-CO" sz="1100" dirty="0"/>
        </a:p>
      </dgm:t>
    </dgm:pt>
    <dgm:pt modelId="{8E64D26A-C815-487A-98F6-F005153078E7}" type="parTrans" cxnId="{F5ABE7B8-4FA4-40A2-B97F-B4A4E4D819AB}">
      <dgm:prSet/>
      <dgm:spPr/>
      <dgm:t>
        <a:bodyPr/>
        <a:lstStyle/>
        <a:p>
          <a:endParaRPr lang="es-ES" sz="2000"/>
        </a:p>
      </dgm:t>
    </dgm:pt>
    <dgm:pt modelId="{B670B8B1-7647-4AD3-8CFB-0BDAC14F7A0B}" type="sibTrans" cxnId="{F5ABE7B8-4FA4-40A2-B97F-B4A4E4D819AB}">
      <dgm:prSet/>
      <dgm:spPr/>
      <dgm:t>
        <a:bodyPr/>
        <a:lstStyle/>
        <a:p>
          <a:endParaRPr lang="es-ES" sz="2000"/>
        </a:p>
      </dgm:t>
    </dgm:pt>
    <dgm:pt modelId="{2A4387AE-BFD4-4D48-B31A-5BADCEAFA799}">
      <dgm:prSet custT="1"/>
      <dgm:spPr/>
      <dgm:t>
        <a:bodyPr/>
        <a:lstStyle/>
        <a:p>
          <a:pPr rtl="0"/>
          <a:r>
            <a:rPr lang="es-ES" sz="1100" dirty="0"/>
            <a:t>Procesos</a:t>
          </a:r>
          <a:endParaRPr lang="es-CO" sz="1100" dirty="0"/>
        </a:p>
      </dgm:t>
    </dgm:pt>
    <dgm:pt modelId="{6BCFF8BA-3702-4901-B90A-0CE595AEB139}" type="parTrans" cxnId="{2B1342B8-E349-4D4B-83F3-8A3A47DE33F3}">
      <dgm:prSet/>
      <dgm:spPr/>
      <dgm:t>
        <a:bodyPr/>
        <a:lstStyle/>
        <a:p>
          <a:endParaRPr lang="es-ES" sz="2000"/>
        </a:p>
      </dgm:t>
    </dgm:pt>
    <dgm:pt modelId="{63B6224D-2CB3-41A4-B979-EC73798B8388}" type="sibTrans" cxnId="{2B1342B8-E349-4D4B-83F3-8A3A47DE33F3}">
      <dgm:prSet/>
      <dgm:spPr/>
      <dgm:t>
        <a:bodyPr/>
        <a:lstStyle/>
        <a:p>
          <a:endParaRPr lang="es-ES" sz="2000"/>
        </a:p>
      </dgm:t>
    </dgm:pt>
    <dgm:pt modelId="{6A3A7390-750B-4915-980F-C399D63891B8}">
      <dgm:prSet custT="1"/>
      <dgm:spPr/>
      <dgm:t>
        <a:bodyPr/>
        <a:lstStyle/>
        <a:p>
          <a:pPr rtl="0"/>
          <a:r>
            <a:rPr lang="es-ES" sz="1100" dirty="0"/>
            <a:t>Estructuras organizacionales</a:t>
          </a:r>
          <a:endParaRPr lang="es-CO" sz="1100" dirty="0"/>
        </a:p>
      </dgm:t>
    </dgm:pt>
    <dgm:pt modelId="{23DA8F17-6405-4B0D-A57A-2F8264A9C146}" type="parTrans" cxnId="{3ECEDC22-83BA-4636-A7D1-CD58951A2F0D}">
      <dgm:prSet/>
      <dgm:spPr/>
      <dgm:t>
        <a:bodyPr/>
        <a:lstStyle/>
        <a:p>
          <a:endParaRPr lang="es-ES" sz="2000"/>
        </a:p>
      </dgm:t>
    </dgm:pt>
    <dgm:pt modelId="{C31780DB-BBC5-41F6-BA0D-1CB532B9E0C5}" type="sibTrans" cxnId="{3ECEDC22-83BA-4636-A7D1-CD58951A2F0D}">
      <dgm:prSet/>
      <dgm:spPr/>
      <dgm:t>
        <a:bodyPr/>
        <a:lstStyle/>
        <a:p>
          <a:endParaRPr lang="es-ES" sz="2000"/>
        </a:p>
      </dgm:t>
    </dgm:pt>
    <dgm:pt modelId="{524A62E9-D097-4580-8235-A59FC75B1BE2}">
      <dgm:prSet custT="1"/>
      <dgm:spPr/>
      <dgm:t>
        <a:bodyPr/>
        <a:lstStyle/>
        <a:p>
          <a:pPr rtl="0"/>
          <a:r>
            <a:rPr lang="es-ES" sz="1100" dirty="0"/>
            <a:t>Flujos de información </a:t>
          </a:r>
          <a:endParaRPr lang="es-CO" sz="1100" dirty="0"/>
        </a:p>
      </dgm:t>
    </dgm:pt>
    <dgm:pt modelId="{DA0217F4-7A5D-456F-AB4A-6BEFC44DE68E}" type="parTrans" cxnId="{FFE4767B-F0CE-4FD9-98D7-F12D5C6DECF9}">
      <dgm:prSet/>
      <dgm:spPr/>
      <dgm:t>
        <a:bodyPr/>
        <a:lstStyle/>
        <a:p>
          <a:endParaRPr lang="es-ES" sz="2000"/>
        </a:p>
      </dgm:t>
    </dgm:pt>
    <dgm:pt modelId="{59451E23-A1AA-4023-982D-3C615BDE7086}" type="sibTrans" cxnId="{FFE4767B-F0CE-4FD9-98D7-F12D5C6DECF9}">
      <dgm:prSet/>
      <dgm:spPr/>
      <dgm:t>
        <a:bodyPr/>
        <a:lstStyle/>
        <a:p>
          <a:endParaRPr lang="es-ES" sz="2000"/>
        </a:p>
      </dgm:t>
    </dgm:pt>
    <dgm:pt modelId="{D068BEF0-247B-4493-9B70-F02F0DFB1006}">
      <dgm:prSet custT="1"/>
      <dgm:spPr/>
      <dgm:t>
        <a:bodyPr/>
        <a:lstStyle/>
        <a:p>
          <a:pPr rtl="0"/>
          <a:r>
            <a:rPr lang="es-ES" sz="1100" dirty="0"/>
            <a:t>Sistemas de TI</a:t>
          </a:r>
          <a:endParaRPr lang="es-CO" sz="1100" dirty="0"/>
        </a:p>
      </dgm:t>
    </dgm:pt>
    <dgm:pt modelId="{63A15642-DED4-4A3D-9FEC-1AE23E3FFE2C}" type="parTrans" cxnId="{DC497DAF-D9C4-4966-BCB2-A129315B955F}">
      <dgm:prSet/>
      <dgm:spPr/>
      <dgm:t>
        <a:bodyPr/>
        <a:lstStyle/>
        <a:p>
          <a:endParaRPr lang="es-ES" sz="2000"/>
        </a:p>
      </dgm:t>
    </dgm:pt>
    <dgm:pt modelId="{1BBD2F58-6244-4065-8F83-855839997857}" type="sibTrans" cxnId="{DC497DAF-D9C4-4966-BCB2-A129315B955F}">
      <dgm:prSet/>
      <dgm:spPr/>
      <dgm:t>
        <a:bodyPr/>
        <a:lstStyle/>
        <a:p>
          <a:endParaRPr lang="es-ES" sz="2000"/>
        </a:p>
      </dgm:t>
    </dgm:pt>
    <dgm:pt modelId="{3014DAA6-0EA0-4C34-B31A-FBB0D2F94A27}">
      <dgm:prSet custT="1"/>
      <dgm:spPr/>
      <dgm:t>
        <a:bodyPr/>
        <a:lstStyle/>
        <a:p>
          <a:pPr rtl="0"/>
          <a:r>
            <a:rPr lang="es-ES" sz="1100" dirty="0"/>
            <a:t>Infraestructuras técnicas y físicas</a:t>
          </a:r>
          <a:endParaRPr lang="es-CO" sz="1100" dirty="0"/>
        </a:p>
      </dgm:t>
    </dgm:pt>
    <dgm:pt modelId="{823C2F84-633B-4533-81E4-E4ECC55E1799}" type="parTrans" cxnId="{629FA694-6981-4C06-94D7-6AD73DED100F}">
      <dgm:prSet/>
      <dgm:spPr/>
      <dgm:t>
        <a:bodyPr/>
        <a:lstStyle/>
        <a:p>
          <a:endParaRPr lang="es-ES" sz="2000"/>
        </a:p>
      </dgm:t>
    </dgm:pt>
    <dgm:pt modelId="{A71F394F-D900-4A38-95F3-82D2766483A4}" type="sibTrans" cxnId="{629FA694-6981-4C06-94D7-6AD73DED100F}">
      <dgm:prSet/>
      <dgm:spPr/>
      <dgm:t>
        <a:bodyPr/>
        <a:lstStyle/>
        <a:p>
          <a:endParaRPr lang="es-ES" sz="2000"/>
        </a:p>
      </dgm:t>
    </dgm:pt>
    <dgm:pt modelId="{824AF668-46D1-4E47-8498-E1C797258F87}">
      <dgm:prSet custT="1"/>
      <dgm:spPr/>
      <dgm:t>
        <a:bodyPr/>
        <a:lstStyle/>
        <a:p>
          <a:pPr rtl="0"/>
          <a:r>
            <a:rPr lang="es-ES" sz="2000" b="1" dirty="0"/>
            <a:t>Arquitectura Empresarial</a:t>
          </a:r>
          <a:endParaRPr lang="es-CO" sz="2000" b="1" dirty="0"/>
        </a:p>
      </dgm:t>
    </dgm:pt>
    <dgm:pt modelId="{18E4AAA2-F27B-4DAD-B1E5-C1A8BF9BE61F}" type="parTrans" cxnId="{1B1FBC6B-5651-49B5-95C7-27D80C3C5B28}">
      <dgm:prSet/>
      <dgm:spPr/>
      <dgm:t>
        <a:bodyPr/>
        <a:lstStyle/>
        <a:p>
          <a:endParaRPr lang="es-ES" sz="2000"/>
        </a:p>
      </dgm:t>
    </dgm:pt>
    <dgm:pt modelId="{71B0C369-F7CA-450C-AA6D-B4CBE7CF8E3C}" type="sibTrans" cxnId="{1B1FBC6B-5651-49B5-95C7-27D80C3C5B28}">
      <dgm:prSet/>
      <dgm:spPr/>
      <dgm:t>
        <a:bodyPr/>
        <a:lstStyle/>
        <a:p>
          <a:endParaRPr lang="es-ES" sz="2000"/>
        </a:p>
      </dgm:t>
    </dgm:pt>
    <dgm:pt modelId="{6744F4BC-F726-4148-8CAC-16F185CD4DF0}" type="pres">
      <dgm:prSet presAssocID="{069D09ED-DA12-4494-9400-4113DC5341E5}" presName="composite" presStyleCnt="0">
        <dgm:presLayoutVars>
          <dgm:chMax val="1"/>
          <dgm:dir/>
          <dgm:resizeHandles val="exact"/>
        </dgm:presLayoutVars>
      </dgm:prSet>
      <dgm:spPr/>
    </dgm:pt>
    <dgm:pt modelId="{B66BA912-57DD-47F0-B2D6-6F07406EB1EF}" type="pres">
      <dgm:prSet presAssocID="{069D09ED-DA12-4494-9400-4113DC5341E5}" presName="radial" presStyleCnt="0">
        <dgm:presLayoutVars>
          <dgm:animLvl val="ctr"/>
        </dgm:presLayoutVars>
      </dgm:prSet>
      <dgm:spPr/>
    </dgm:pt>
    <dgm:pt modelId="{005FD589-9A5D-4322-9D7B-6184D8369E0C}" type="pres">
      <dgm:prSet presAssocID="{824AF668-46D1-4E47-8498-E1C797258F87}" presName="centerShape" presStyleLbl="vennNode1" presStyleIdx="0" presStyleCnt="7"/>
      <dgm:spPr/>
    </dgm:pt>
    <dgm:pt modelId="{E9E03A62-AD9D-4227-8477-34CDB5E94432}" type="pres">
      <dgm:prSet presAssocID="{199840B3-E892-4D07-B848-983FE6319628}" presName="node" presStyleLbl="vennNode1" presStyleIdx="1" presStyleCnt="7" custScaleX="153333" custScaleY="124220">
        <dgm:presLayoutVars>
          <dgm:bulletEnabled val="1"/>
        </dgm:presLayoutVars>
      </dgm:prSet>
      <dgm:spPr/>
    </dgm:pt>
    <dgm:pt modelId="{5F0EAA14-9C64-4B3B-8D56-57494B7D873D}" type="pres">
      <dgm:prSet presAssocID="{2A4387AE-BFD4-4D48-B31A-5BADCEAFA799}" presName="node" presStyleLbl="vennNode1" presStyleIdx="2" presStyleCnt="7" custScaleX="153333" custScaleY="124220">
        <dgm:presLayoutVars>
          <dgm:bulletEnabled val="1"/>
        </dgm:presLayoutVars>
      </dgm:prSet>
      <dgm:spPr/>
    </dgm:pt>
    <dgm:pt modelId="{454A0B8D-2C4F-4C20-B264-43B4047890F0}" type="pres">
      <dgm:prSet presAssocID="{6A3A7390-750B-4915-980F-C399D63891B8}" presName="node" presStyleLbl="vennNode1" presStyleIdx="3" presStyleCnt="7" custScaleX="153333" custScaleY="124220">
        <dgm:presLayoutVars>
          <dgm:bulletEnabled val="1"/>
        </dgm:presLayoutVars>
      </dgm:prSet>
      <dgm:spPr/>
    </dgm:pt>
    <dgm:pt modelId="{D336F81E-3C76-446B-82E2-2B5DABC7CE8B}" type="pres">
      <dgm:prSet presAssocID="{524A62E9-D097-4580-8235-A59FC75B1BE2}" presName="node" presStyleLbl="vennNode1" presStyleIdx="4" presStyleCnt="7" custScaleX="153333" custScaleY="124220">
        <dgm:presLayoutVars>
          <dgm:bulletEnabled val="1"/>
        </dgm:presLayoutVars>
      </dgm:prSet>
      <dgm:spPr/>
    </dgm:pt>
    <dgm:pt modelId="{4113EA27-40AF-455F-BC8D-1BC3B5B36034}" type="pres">
      <dgm:prSet presAssocID="{D068BEF0-247B-4493-9B70-F02F0DFB1006}" presName="node" presStyleLbl="vennNode1" presStyleIdx="5" presStyleCnt="7" custScaleX="153333" custScaleY="124220">
        <dgm:presLayoutVars>
          <dgm:bulletEnabled val="1"/>
        </dgm:presLayoutVars>
      </dgm:prSet>
      <dgm:spPr/>
    </dgm:pt>
    <dgm:pt modelId="{57FBA2CA-5297-49DD-A1CC-98A0D3610F77}" type="pres">
      <dgm:prSet presAssocID="{3014DAA6-0EA0-4C34-B31A-FBB0D2F94A27}" presName="node" presStyleLbl="vennNode1" presStyleIdx="6" presStyleCnt="7" custScaleX="153333" custScaleY="124220">
        <dgm:presLayoutVars>
          <dgm:bulletEnabled val="1"/>
        </dgm:presLayoutVars>
      </dgm:prSet>
      <dgm:spPr/>
    </dgm:pt>
  </dgm:ptLst>
  <dgm:cxnLst>
    <dgm:cxn modelId="{3ECEDC22-83BA-4636-A7D1-CD58951A2F0D}" srcId="{824AF668-46D1-4E47-8498-E1C797258F87}" destId="{6A3A7390-750B-4915-980F-C399D63891B8}" srcOrd="2" destOrd="0" parTransId="{23DA8F17-6405-4B0D-A57A-2F8264A9C146}" sibTransId="{C31780DB-BBC5-41F6-BA0D-1CB532B9E0C5}"/>
    <dgm:cxn modelId="{4B953C3B-2041-4F0C-A188-0F88F25EA095}" type="presOf" srcId="{069D09ED-DA12-4494-9400-4113DC5341E5}" destId="{6744F4BC-F726-4148-8CAC-16F185CD4DF0}" srcOrd="0" destOrd="0" presId="urn:microsoft.com/office/officeart/2005/8/layout/radial3"/>
    <dgm:cxn modelId="{162B5D60-38CB-40B3-A6F7-2C39CAEC958E}" type="presOf" srcId="{D068BEF0-247B-4493-9B70-F02F0DFB1006}" destId="{4113EA27-40AF-455F-BC8D-1BC3B5B36034}" srcOrd="0" destOrd="0" presId="urn:microsoft.com/office/officeart/2005/8/layout/radial3"/>
    <dgm:cxn modelId="{76E6EB61-8C33-42C0-BC1F-EF41471B209F}" type="presOf" srcId="{824AF668-46D1-4E47-8498-E1C797258F87}" destId="{005FD589-9A5D-4322-9D7B-6184D8369E0C}" srcOrd="0" destOrd="0" presId="urn:microsoft.com/office/officeart/2005/8/layout/radial3"/>
    <dgm:cxn modelId="{1B1FBC6B-5651-49B5-95C7-27D80C3C5B28}" srcId="{069D09ED-DA12-4494-9400-4113DC5341E5}" destId="{824AF668-46D1-4E47-8498-E1C797258F87}" srcOrd="0" destOrd="0" parTransId="{18E4AAA2-F27B-4DAD-B1E5-C1A8BF9BE61F}" sibTransId="{71B0C369-F7CA-450C-AA6D-B4CBE7CF8E3C}"/>
    <dgm:cxn modelId="{D3D98351-CB35-4064-8D69-6D616A685740}" type="presOf" srcId="{3014DAA6-0EA0-4C34-B31A-FBB0D2F94A27}" destId="{57FBA2CA-5297-49DD-A1CC-98A0D3610F77}" srcOrd="0" destOrd="0" presId="urn:microsoft.com/office/officeart/2005/8/layout/radial3"/>
    <dgm:cxn modelId="{FFE4767B-F0CE-4FD9-98D7-F12D5C6DECF9}" srcId="{824AF668-46D1-4E47-8498-E1C797258F87}" destId="{524A62E9-D097-4580-8235-A59FC75B1BE2}" srcOrd="3" destOrd="0" parTransId="{DA0217F4-7A5D-456F-AB4A-6BEFC44DE68E}" sibTransId="{59451E23-A1AA-4023-982D-3C615BDE7086}"/>
    <dgm:cxn modelId="{629FA694-6981-4C06-94D7-6AD73DED100F}" srcId="{824AF668-46D1-4E47-8498-E1C797258F87}" destId="{3014DAA6-0EA0-4C34-B31A-FBB0D2F94A27}" srcOrd="5" destOrd="0" parTransId="{823C2F84-633B-4533-81E4-E4ECC55E1799}" sibTransId="{A71F394F-D900-4A38-95F3-82D2766483A4}"/>
    <dgm:cxn modelId="{9916D6A0-CB2D-4420-82A3-BAB77CD7A1BA}" type="presOf" srcId="{6A3A7390-750B-4915-980F-C399D63891B8}" destId="{454A0B8D-2C4F-4C20-B264-43B4047890F0}" srcOrd="0" destOrd="0" presId="urn:microsoft.com/office/officeart/2005/8/layout/radial3"/>
    <dgm:cxn modelId="{DC497DAF-D9C4-4966-BCB2-A129315B955F}" srcId="{824AF668-46D1-4E47-8498-E1C797258F87}" destId="{D068BEF0-247B-4493-9B70-F02F0DFB1006}" srcOrd="4" destOrd="0" parTransId="{63A15642-DED4-4A3D-9FEC-1AE23E3FFE2C}" sibTransId="{1BBD2F58-6244-4065-8F83-855839997857}"/>
    <dgm:cxn modelId="{2B1342B8-E349-4D4B-83F3-8A3A47DE33F3}" srcId="{824AF668-46D1-4E47-8498-E1C797258F87}" destId="{2A4387AE-BFD4-4D48-B31A-5BADCEAFA799}" srcOrd="1" destOrd="0" parTransId="{6BCFF8BA-3702-4901-B90A-0CE595AEB139}" sibTransId="{63B6224D-2CB3-41A4-B979-EC73798B8388}"/>
    <dgm:cxn modelId="{F5ABE7B8-4FA4-40A2-B97F-B4A4E4D819AB}" srcId="{824AF668-46D1-4E47-8498-E1C797258F87}" destId="{199840B3-E892-4D07-B848-983FE6319628}" srcOrd="0" destOrd="0" parTransId="{8E64D26A-C815-487A-98F6-F005153078E7}" sibTransId="{B670B8B1-7647-4AD3-8CFB-0BDAC14F7A0B}"/>
    <dgm:cxn modelId="{E14E88B9-9B12-4221-AD3D-18D4F21DD00E}" type="presOf" srcId="{2A4387AE-BFD4-4D48-B31A-5BADCEAFA799}" destId="{5F0EAA14-9C64-4B3B-8D56-57494B7D873D}" srcOrd="0" destOrd="0" presId="urn:microsoft.com/office/officeart/2005/8/layout/radial3"/>
    <dgm:cxn modelId="{C76147E0-2624-4A36-90AE-719BE891613C}" type="presOf" srcId="{199840B3-E892-4D07-B848-983FE6319628}" destId="{E9E03A62-AD9D-4227-8477-34CDB5E94432}" srcOrd="0" destOrd="0" presId="urn:microsoft.com/office/officeart/2005/8/layout/radial3"/>
    <dgm:cxn modelId="{40BAF7FC-44C4-494B-B8B4-8E6350AB1FF4}" type="presOf" srcId="{524A62E9-D097-4580-8235-A59FC75B1BE2}" destId="{D336F81E-3C76-446B-82E2-2B5DABC7CE8B}" srcOrd="0" destOrd="0" presId="urn:microsoft.com/office/officeart/2005/8/layout/radial3"/>
    <dgm:cxn modelId="{B0487310-6430-490B-82B7-99792B983E73}" type="presParOf" srcId="{6744F4BC-F726-4148-8CAC-16F185CD4DF0}" destId="{B66BA912-57DD-47F0-B2D6-6F07406EB1EF}" srcOrd="0" destOrd="0" presId="urn:microsoft.com/office/officeart/2005/8/layout/radial3"/>
    <dgm:cxn modelId="{46B4921C-7280-4118-803A-4F49D9503609}" type="presParOf" srcId="{B66BA912-57DD-47F0-B2D6-6F07406EB1EF}" destId="{005FD589-9A5D-4322-9D7B-6184D8369E0C}" srcOrd="0" destOrd="0" presId="urn:microsoft.com/office/officeart/2005/8/layout/radial3"/>
    <dgm:cxn modelId="{898AE75C-C549-4E12-8C7B-0428C6686B7B}" type="presParOf" srcId="{B66BA912-57DD-47F0-B2D6-6F07406EB1EF}" destId="{E9E03A62-AD9D-4227-8477-34CDB5E94432}" srcOrd="1" destOrd="0" presId="urn:microsoft.com/office/officeart/2005/8/layout/radial3"/>
    <dgm:cxn modelId="{82E17371-6092-41BD-BD84-D25593797334}" type="presParOf" srcId="{B66BA912-57DD-47F0-B2D6-6F07406EB1EF}" destId="{5F0EAA14-9C64-4B3B-8D56-57494B7D873D}" srcOrd="2" destOrd="0" presId="urn:microsoft.com/office/officeart/2005/8/layout/radial3"/>
    <dgm:cxn modelId="{76B714B4-0B3A-4C71-AA33-0E8B2FCD824D}" type="presParOf" srcId="{B66BA912-57DD-47F0-B2D6-6F07406EB1EF}" destId="{454A0B8D-2C4F-4C20-B264-43B4047890F0}" srcOrd="3" destOrd="0" presId="urn:microsoft.com/office/officeart/2005/8/layout/radial3"/>
    <dgm:cxn modelId="{C9454527-4388-451C-BCE4-1E845A42DA97}" type="presParOf" srcId="{B66BA912-57DD-47F0-B2D6-6F07406EB1EF}" destId="{D336F81E-3C76-446B-82E2-2B5DABC7CE8B}" srcOrd="4" destOrd="0" presId="urn:microsoft.com/office/officeart/2005/8/layout/radial3"/>
    <dgm:cxn modelId="{069F92F3-1C68-4F24-8C6B-6BB2BC54FDF0}" type="presParOf" srcId="{B66BA912-57DD-47F0-B2D6-6F07406EB1EF}" destId="{4113EA27-40AF-455F-BC8D-1BC3B5B36034}" srcOrd="5" destOrd="0" presId="urn:microsoft.com/office/officeart/2005/8/layout/radial3"/>
    <dgm:cxn modelId="{02535A6F-72EA-4F09-949C-DC8FAB7E5479}" type="presParOf" srcId="{B66BA912-57DD-47F0-B2D6-6F07406EB1EF}" destId="{57FBA2CA-5297-49DD-A1CC-98A0D3610F77}" srcOrd="6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643DB0-2798-486D-8802-360D9618EBC3}">
      <dsp:nvSpPr>
        <dsp:cNvPr id="0" name=""/>
        <dsp:cNvSpPr/>
      </dsp:nvSpPr>
      <dsp:spPr>
        <a:xfrm>
          <a:off x="0" y="494310"/>
          <a:ext cx="3867105" cy="16762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/>
            <a:t>Diferentes áreas de la compañía dan diferentes respuestas a las mismas interrogantes?</a:t>
          </a:r>
        </a:p>
      </dsp:txBody>
      <dsp:txXfrm>
        <a:off x="566324" y="739791"/>
        <a:ext cx="2734457" cy="1185288"/>
      </dsp:txXfrm>
    </dsp:sp>
    <dsp:sp modelId="{F98E5E46-5464-452D-BFA7-FAA68B45A92B}">
      <dsp:nvSpPr>
        <dsp:cNvPr id="0" name=""/>
        <dsp:cNvSpPr/>
      </dsp:nvSpPr>
      <dsp:spPr>
        <a:xfrm>
          <a:off x="4253815" y="172304"/>
          <a:ext cx="3867105" cy="23202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 dirty="0"/>
            <a:t>Cumplir con los lineamientos y disposiciones de los entes reguladores demanda un gran esfuerzo e inversiones de infraestructura </a:t>
          </a:r>
        </a:p>
      </dsp:txBody>
      <dsp:txXfrm>
        <a:off x="4820139" y="512099"/>
        <a:ext cx="2734457" cy="1640673"/>
      </dsp:txXfrm>
    </dsp:sp>
    <dsp:sp modelId="{D39960B1-2D1E-446F-B9B8-8D96275FA4B8}">
      <dsp:nvSpPr>
        <dsp:cNvPr id="0" name=""/>
        <dsp:cNvSpPr/>
      </dsp:nvSpPr>
      <dsp:spPr>
        <a:xfrm>
          <a:off x="8507631" y="172304"/>
          <a:ext cx="3867105" cy="23202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/>
            <a:t>No existe agilidad para cumplir con las estrategias del negocio. Cada iniciativa que se requiere implementar es “como iniciar desde cero” </a:t>
          </a:r>
        </a:p>
      </dsp:txBody>
      <dsp:txXfrm>
        <a:off x="9073955" y="512099"/>
        <a:ext cx="2734457" cy="1640673"/>
      </dsp:txXfrm>
    </dsp:sp>
    <dsp:sp modelId="{E53CB653-BB21-4821-845A-ECB26939CB57}">
      <dsp:nvSpPr>
        <dsp:cNvPr id="0" name=""/>
        <dsp:cNvSpPr/>
      </dsp:nvSpPr>
      <dsp:spPr>
        <a:xfrm>
          <a:off x="2126907" y="2879277"/>
          <a:ext cx="3867105" cy="23202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/>
            <a:t>Las áreas de Tecnología se convierten en cuellos de botella </a:t>
          </a:r>
        </a:p>
      </dsp:txBody>
      <dsp:txXfrm>
        <a:off x="2693231" y="3219072"/>
        <a:ext cx="2734457" cy="1640673"/>
      </dsp:txXfrm>
    </dsp:sp>
    <dsp:sp modelId="{1F34AD2C-3907-4611-BE0C-6C45314860B3}">
      <dsp:nvSpPr>
        <dsp:cNvPr id="0" name=""/>
        <dsp:cNvSpPr/>
      </dsp:nvSpPr>
      <dsp:spPr>
        <a:xfrm>
          <a:off x="6380723" y="2879277"/>
          <a:ext cx="3867105" cy="23202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/>
            <a:t>Existen diferentes procesos de negocio, cada uno con diferentes sistemas y realizando la misma actividad a lo largo de la empresa. </a:t>
          </a:r>
        </a:p>
      </dsp:txBody>
      <dsp:txXfrm>
        <a:off x="6947047" y="3219072"/>
        <a:ext cx="2734457" cy="16406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11822-874F-436D-AE6B-DB13D50F0BB3}">
      <dsp:nvSpPr>
        <dsp:cNvPr id="0" name=""/>
        <dsp:cNvSpPr/>
      </dsp:nvSpPr>
      <dsp:spPr>
        <a:xfrm>
          <a:off x="1671750" y="93860"/>
          <a:ext cx="3659924" cy="219595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 dirty="0"/>
            <a:t>La información para tomar decisiones clave de negocio no está disponible </a:t>
          </a:r>
        </a:p>
      </dsp:txBody>
      <dsp:txXfrm>
        <a:off x="2207733" y="415450"/>
        <a:ext cx="2587958" cy="1552774"/>
      </dsp:txXfrm>
    </dsp:sp>
    <dsp:sp modelId="{1AE4F4A0-CA58-422F-889E-AAD0F46CFE1E}">
      <dsp:nvSpPr>
        <dsp:cNvPr id="0" name=""/>
        <dsp:cNvSpPr/>
      </dsp:nvSpPr>
      <dsp:spPr>
        <a:xfrm>
          <a:off x="5882713" y="1323"/>
          <a:ext cx="4083085" cy="219595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 dirty="0"/>
            <a:t>Una buena parte del esfuerzo del trabajo de las personas se concentra en tomar información de algunos sistemas, procesarla, modificarla y luego ingresarla en otros sistemas </a:t>
          </a:r>
        </a:p>
      </dsp:txBody>
      <dsp:txXfrm>
        <a:off x="6480667" y="322913"/>
        <a:ext cx="2887177" cy="1552774"/>
      </dsp:txXfrm>
    </dsp:sp>
    <dsp:sp modelId="{B68EF340-7F68-47FF-A6B6-3B67C2AB4D11}">
      <dsp:nvSpPr>
        <dsp:cNvPr id="0" name=""/>
        <dsp:cNvSpPr/>
      </dsp:nvSpPr>
      <dsp:spPr>
        <a:xfrm>
          <a:off x="2123898" y="2564594"/>
          <a:ext cx="3659924" cy="219595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/>
            <a:t>La Alta Gerencia sufre un desgaste analizando aspectos relacionados con las Tecnologías de Información </a:t>
          </a:r>
        </a:p>
      </dsp:txBody>
      <dsp:txXfrm>
        <a:off x="2659881" y="2886184"/>
        <a:ext cx="2587958" cy="1552774"/>
      </dsp:txXfrm>
    </dsp:sp>
    <dsp:sp modelId="{0C87264C-F620-4982-A36C-0D8808927960}">
      <dsp:nvSpPr>
        <dsp:cNvPr id="0" name=""/>
        <dsp:cNvSpPr/>
      </dsp:nvSpPr>
      <dsp:spPr>
        <a:xfrm>
          <a:off x="6094294" y="2563270"/>
          <a:ext cx="3659924" cy="219595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/>
            <a:t>La Gerencia no sabe como obtener valor de las tecnologías de información</a:t>
          </a:r>
        </a:p>
      </dsp:txBody>
      <dsp:txXfrm>
        <a:off x="6630277" y="2884860"/>
        <a:ext cx="2587958" cy="15527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71386C-7860-461B-B9C4-FCB3B54F5D68}">
      <dsp:nvSpPr>
        <dsp:cNvPr id="0" name=""/>
        <dsp:cNvSpPr/>
      </dsp:nvSpPr>
      <dsp:spPr>
        <a:xfrm>
          <a:off x="4270" y="298695"/>
          <a:ext cx="1725872" cy="69034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 err="1"/>
            <a:t>Zachman</a:t>
          </a:r>
          <a:endParaRPr lang="es-ES" sz="1600" kern="1200" dirty="0"/>
        </a:p>
      </dsp:txBody>
      <dsp:txXfrm>
        <a:off x="4270" y="298695"/>
        <a:ext cx="1725872" cy="690348"/>
      </dsp:txXfrm>
    </dsp:sp>
    <dsp:sp modelId="{5F99AE9C-A0CB-4E16-8493-6F008DF80C34}">
      <dsp:nvSpPr>
        <dsp:cNvPr id="0" name=""/>
        <dsp:cNvSpPr/>
      </dsp:nvSpPr>
      <dsp:spPr>
        <a:xfrm>
          <a:off x="4270" y="989044"/>
          <a:ext cx="1725872" cy="28548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 dirty="0"/>
            <a:t>Propietario: </a:t>
          </a:r>
          <a:r>
            <a:rPr lang="es-ES" sz="1600" kern="1200" dirty="0" err="1"/>
            <a:t>Zachman</a:t>
          </a:r>
          <a:r>
            <a:rPr lang="es-ES" sz="1600" kern="1200" dirty="0"/>
            <a:t> </a:t>
          </a:r>
          <a:r>
            <a:rPr lang="es-ES" sz="1600" kern="1200" dirty="0" err="1"/>
            <a:t>Institute</a:t>
          </a:r>
          <a:endParaRPr lang="es-E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 dirty="0"/>
            <a:t>1era Versión: 1987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 dirty="0"/>
            <a:t>Versión Actual: 3,0 de 2011 </a:t>
          </a:r>
        </a:p>
      </dsp:txBody>
      <dsp:txXfrm>
        <a:off x="4270" y="989044"/>
        <a:ext cx="1725872" cy="2854800"/>
      </dsp:txXfrm>
    </dsp:sp>
    <dsp:sp modelId="{FCB84DB3-573F-4E3D-9841-8C71EB3D7875}">
      <dsp:nvSpPr>
        <dsp:cNvPr id="0" name=""/>
        <dsp:cNvSpPr/>
      </dsp:nvSpPr>
      <dsp:spPr>
        <a:xfrm>
          <a:off x="1971765" y="298695"/>
          <a:ext cx="1725872" cy="69034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TOGAF</a:t>
          </a:r>
        </a:p>
      </dsp:txBody>
      <dsp:txXfrm>
        <a:off x="1971765" y="298695"/>
        <a:ext cx="1725872" cy="690348"/>
      </dsp:txXfrm>
    </dsp:sp>
    <dsp:sp modelId="{4926EB63-2852-454B-9FBA-C12A153A0249}">
      <dsp:nvSpPr>
        <dsp:cNvPr id="0" name=""/>
        <dsp:cNvSpPr/>
      </dsp:nvSpPr>
      <dsp:spPr>
        <a:xfrm>
          <a:off x="1971765" y="989044"/>
          <a:ext cx="1725872" cy="285480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 dirty="0"/>
            <a:t>Propietario: Open </a:t>
          </a:r>
          <a:r>
            <a:rPr lang="es-ES" sz="1600" kern="1200" dirty="0" err="1"/>
            <a:t>Group</a:t>
          </a:r>
          <a:endParaRPr lang="es-E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 dirty="0"/>
            <a:t>1era Versión: 1995, llamada TAFIM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 dirty="0"/>
            <a:t>Versión Actual: 10th</a:t>
          </a:r>
        </a:p>
      </dsp:txBody>
      <dsp:txXfrm>
        <a:off x="1971765" y="989044"/>
        <a:ext cx="1725872" cy="2854800"/>
      </dsp:txXfrm>
    </dsp:sp>
    <dsp:sp modelId="{2B2C9D88-364C-4111-989C-A0F23EA143A9}">
      <dsp:nvSpPr>
        <dsp:cNvPr id="0" name=""/>
        <dsp:cNvSpPr/>
      </dsp:nvSpPr>
      <dsp:spPr>
        <a:xfrm>
          <a:off x="3939259" y="298695"/>
          <a:ext cx="2050094" cy="69034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 err="1"/>
            <a:t>DoDAF</a:t>
          </a:r>
          <a:endParaRPr lang="es-ES" sz="1600" kern="1200" dirty="0"/>
        </a:p>
      </dsp:txBody>
      <dsp:txXfrm>
        <a:off x="3939259" y="298695"/>
        <a:ext cx="2050094" cy="690348"/>
      </dsp:txXfrm>
    </dsp:sp>
    <dsp:sp modelId="{F578CC58-1B8A-4A3F-8828-9DEF86D4C637}">
      <dsp:nvSpPr>
        <dsp:cNvPr id="0" name=""/>
        <dsp:cNvSpPr/>
      </dsp:nvSpPr>
      <dsp:spPr>
        <a:xfrm>
          <a:off x="3939259" y="989044"/>
          <a:ext cx="2050094" cy="285480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 dirty="0"/>
            <a:t>Propietario: Departamento de defensa de USA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 dirty="0"/>
            <a:t>1ra Versión: 1996, llamada C4ISR.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 dirty="0"/>
            <a:t>Versión Actual: 2.02 de  2010</a:t>
          </a:r>
        </a:p>
      </dsp:txBody>
      <dsp:txXfrm>
        <a:off x="3939259" y="989044"/>
        <a:ext cx="2050094" cy="2854800"/>
      </dsp:txXfrm>
    </dsp:sp>
    <dsp:sp modelId="{AD7CB8F3-22EA-415A-8E8B-AEFFB88B604D}">
      <dsp:nvSpPr>
        <dsp:cNvPr id="0" name=""/>
        <dsp:cNvSpPr/>
      </dsp:nvSpPr>
      <dsp:spPr>
        <a:xfrm>
          <a:off x="6180995" y="261540"/>
          <a:ext cx="1725872" cy="69034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 err="1"/>
            <a:t>EABok</a:t>
          </a:r>
          <a:endParaRPr lang="es-ES" sz="1600" kern="1200" dirty="0"/>
        </a:p>
      </dsp:txBody>
      <dsp:txXfrm>
        <a:off x="6180995" y="261540"/>
        <a:ext cx="1725872" cy="690348"/>
      </dsp:txXfrm>
    </dsp:sp>
    <dsp:sp modelId="{4F304573-1BCF-47C1-9945-BA6345A98E6D}">
      <dsp:nvSpPr>
        <dsp:cNvPr id="0" name=""/>
        <dsp:cNvSpPr/>
      </dsp:nvSpPr>
      <dsp:spPr>
        <a:xfrm>
          <a:off x="6206106" y="989044"/>
          <a:ext cx="1706128" cy="285480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 dirty="0"/>
            <a:t>Propietario: </a:t>
          </a:r>
          <a:r>
            <a:rPr lang="en-US" sz="1600" kern="1200" dirty="0"/>
            <a:t> MITRE's Center for Innovative Computing and Informatics</a:t>
          </a:r>
          <a:endParaRPr lang="es-E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 dirty="0"/>
            <a:t>1ra Versión: 2004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 dirty="0"/>
            <a:t>Oct 2020, terminó operaciones</a:t>
          </a:r>
        </a:p>
      </dsp:txBody>
      <dsp:txXfrm>
        <a:off x="6206106" y="989044"/>
        <a:ext cx="1706128" cy="2854800"/>
      </dsp:txXfrm>
    </dsp:sp>
    <dsp:sp modelId="{3EEC800A-D5DC-4C37-B38E-A96EBB297CC2}">
      <dsp:nvSpPr>
        <dsp:cNvPr id="0" name=""/>
        <dsp:cNvSpPr/>
      </dsp:nvSpPr>
      <dsp:spPr>
        <a:xfrm>
          <a:off x="8198470" y="298695"/>
          <a:ext cx="1725872" cy="69034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MINTIC</a:t>
          </a:r>
        </a:p>
      </dsp:txBody>
      <dsp:txXfrm>
        <a:off x="8198470" y="298695"/>
        <a:ext cx="1725872" cy="690348"/>
      </dsp:txXfrm>
    </dsp:sp>
    <dsp:sp modelId="{5DC46F6F-4B75-4C0F-BA5D-B60D21E3BA5E}">
      <dsp:nvSpPr>
        <dsp:cNvPr id="0" name=""/>
        <dsp:cNvSpPr/>
      </dsp:nvSpPr>
      <dsp:spPr>
        <a:xfrm>
          <a:off x="8198470" y="989044"/>
          <a:ext cx="1725872" cy="2854800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 dirty="0"/>
            <a:t>Propietario: Ministerio de las TIC Colombia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 dirty="0"/>
            <a:t>1ra Versión: 2018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 dirty="0"/>
            <a:t>Versión Actual 2 de 2019</a:t>
          </a:r>
        </a:p>
      </dsp:txBody>
      <dsp:txXfrm>
        <a:off x="8198470" y="989044"/>
        <a:ext cx="1725872" cy="28548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B45C25-D1BF-4474-A3EA-4472223B8D2F}">
      <dsp:nvSpPr>
        <dsp:cNvPr id="0" name=""/>
        <dsp:cNvSpPr/>
      </dsp:nvSpPr>
      <dsp:spPr>
        <a:xfrm>
          <a:off x="890229" y="1408"/>
          <a:ext cx="2771072" cy="16626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Obtener la línea base de la Arquitectura de Aplicaciones</a:t>
          </a:r>
        </a:p>
      </dsp:txBody>
      <dsp:txXfrm>
        <a:off x="938926" y="50105"/>
        <a:ext cx="2673678" cy="1565249"/>
      </dsp:txXfrm>
    </dsp:sp>
    <dsp:sp modelId="{1384EF0C-BDA8-4497-A881-D7208C4B337E}">
      <dsp:nvSpPr>
        <dsp:cNvPr id="0" name=""/>
        <dsp:cNvSpPr/>
      </dsp:nvSpPr>
      <dsp:spPr>
        <a:xfrm>
          <a:off x="3905155" y="489116"/>
          <a:ext cx="587467" cy="6872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800" kern="1200"/>
        </a:p>
      </dsp:txBody>
      <dsp:txXfrm>
        <a:off x="3905155" y="626561"/>
        <a:ext cx="411227" cy="412335"/>
      </dsp:txXfrm>
    </dsp:sp>
    <dsp:sp modelId="{5DA4520E-563D-4822-92AC-81FB71B61A3E}">
      <dsp:nvSpPr>
        <dsp:cNvPr id="0" name=""/>
        <dsp:cNvSpPr/>
      </dsp:nvSpPr>
      <dsp:spPr>
        <a:xfrm>
          <a:off x="4769730" y="1408"/>
          <a:ext cx="2771072" cy="1662643"/>
        </a:xfrm>
        <a:prstGeom prst="roundRect">
          <a:avLst>
            <a:gd name="adj" fmla="val 10000"/>
          </a:avLst>
        </a:prstGeom>
        <a:solidFill>
          <a:schemeClr val="accent5">
            <a:hueOff val="-1470669"/>
            <a:satOff val="-2046"/>
            <a:lumOff val="-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Desarrollar la Arquitectura de Aplicaciones objetivo</a:t>
          </a:r>
        </a:p>
      </dsp:txBody>
      <dsp:txXfrm>
        <a:off x="4818427" y="50105"/>
        <a:ext cx="2673678" cy="1565249"/>
      </dsp:txXfrm>
    </dsp:sp>
    <dsp:sp modelId="{17DDA339-A177-40B3-974D-A32E464DE49B}">
      <dsp:nvSpPr>
        <dsp:cNvPr id="0" name=""/>
        <dsp:cNvSpPr/>
      </dsp:nvSpPr>
      <dsp:spPr>
        <a:xfrm>
          <a:off x="7784656" y="489116"/>
          <a:ext cx="587467" cy="6872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838336"/>
            <a:satOff val="-2557"/>
            <a:lumOff val="-98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800" kern="1200"/>
        </a:p>
      </dsp:txBody>
      <dsp:txXfrm>
        <a:off x="7784656" y="626561"/>
        <a:ext cx="411227" cy="412335"/>
      </dsp:txXfrm>
    </dsp:sp>
    <dsp:sp modelId="{AC7E88DB-602B-4475-9966-262FAE79BD4C}">
      <dsp:nvSpPr>
        <dsp:cNvPr id="0" name=""/>
        <dsp:cNvSpPr/>
      </dsp:nvSpPr>
      <dsp:spPr>
        <a:xfrm>
          <a:off x="8649231" y="1408"/>
          <a:ext cx="2771072" cy="1662643"/>
        </a:xfrm>
        <a:prstGeom prst="roundRect">
          <a:avLst>
            <a:gd name="adj" fmla="val 10000"/>
          </a:avLst>
        </a:prstGeom>
        <a:solidFill>
          <a:schemeClr val="accent5">
            <a:hueOff val="-2941338"/>
            <a:satOff val="-4091"/>
            <a:lumOff val="-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Realizar Análisis de Brechas</a:t>
          </a:r>
        </a:p>
      </dsp:txBody>
      <dsp:txXfrm>
        <a:off x="8697928" y="50105"/>
        <a:ext cx="2673678" cy="1565249"/>
      </dsp:txXfrm>
    </dsp:sp>
    <dsp:sp modelId="{64161D8A-DCEF-47FF-BB91-03931210DC0F}">
      <dsp:nvSpPr>
        <dsp:cNvPr id="0" name=""/>
        <dsp:cNvSpPr/>
      </dsp:nvSpPr>
      <dsp:spPr>
        <a:xfrm rot="5400000">
          <a:off x="9741033" y="1858026"/>
          <a:ext cx="587467" cy="6872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800" kern="1200"/>
        </a:p>
      </dsp:txBody>
      <dsp:txXfrm rot="-5400000">
        <a:off x="9828599" y="1907905"/>
        <a:ext cx="412335" cy="411227"/>
      </dsp:txXfrm>
    </dsp:sp>
    <dsp:sp modelId="{B0E79E7B-C466-42FC-A5FC-C266DC558D7C}">
      <dsp:nvSpPr>
        <dsp:cNvPr id="0" name=""/>
        <dsp:cNvSpPr/>
      </dsp:nvSpPr>
      <dsp:spPr>
        <a:xfrm>
          <a:off x="8649231" y="2772480"/>
          <a:ext cx="2771072" cy="1662643"/>
        </a:xfrm>
        <a:prstGeom prst="roundRect">
          <a:avLst>
            <a:gd name="adj" fmla="val 10000"/>
          </a:avLst>
        </a:prstGeom>
        <a:solidFill>
          <a:schemeClr val="accent5">
            <a:hueOff val="-4412007"/>
            <a:satOff val="-6137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Definir los componentes candidatos para el </a:t>
          </a:r>
          <a:r>
            <a:rPr lang="es-ES" sz="2200" kern="1200" dirty="0" err="1"/>
            <a:t>roadmap</a:t>
          </a:r>
          <a:r>
            <a:rPr lang="es-ES" sz="2200" kern="1200" dirty="0"/>
            <a:t> </a:t>
          </a:r>
        </a:p>
      </dsp:txBody>
      <dsp:txXfrm>
        <a:off x="8697928" y="2821177"/>
        <a:ext cx="2673678" cy="1565249"/>
      </dsp:txXfrm>
    </dsp:sp>
    <dsp:sp modelId="{B16B3B4A-7840-420B-BEE4-7713DD068243}">
      <dsp:nvSpPr>
        <dsp:cNvPr id="0" name=""/>
        <dsp:cNvSpPr/>
      </dsp:nvSpPr>
      <dsp:spPr>
        <a:xfrm rot="10800000">
          <a:off x="7817909" y="3260189"/>
          <a:ext cx="587467" cy="6872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515009"/>
            <a:satOff val="-7671"/>
            <a:lumOff val="-294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800" kern="1200"/>
        </a:p>
      </dsp:txBody>
      <dsp:txXfrm rot="10800000">
        <a:off x="7994149" y="3397634"/>
        <a:ext cx="411227" cy="412335"/>
      </dsp:txXfrm>
    </dsp:sp>
    <dsp:sp modelId="{B6FD6269-E9BC-4B9B-8F34-05A05C1EFBFC}">
      <dsp:nvSpPr>
        <dsp:cNvPr id="0" name=""/>
        <dsp:cNvSpPr/>
      </dsp:nvSpPr>
      <dsp:spPr>
        <a:xfrm>
          <a:off x="4769730" y="2772480"/>
          <a:ext cx="2771072" cy="1662643"/>
        </a:xfrm>
        <a:prstGeom prst="roundRect">
          <a:avLst>
            <a:gd name="adj" fmla="val 10000"/>
          </a:avLst>
        </a:prstGeom>
        <a:solidFill>
          <a:schemeClr val="accent5">
            <a:hueOff val="-5882676"/>
            <a:satOff val="-8182"/>
            <a:lumOff val="-313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Llevar a cabo la revisión formal con un interesado</a:t>
          </a:r>
        </a:p>
      </dsp:txBody>
      <dsp:txXfrm>
        <a:off x="4818427" y="2821177"/>
        <a:ext cx="2673678" cy="1565249"/>
      </dsp:txXfrm>
    </dsp:sp>
    <dsp:sp modelId="{8BE4A493-9A6F-4B92-AF70-600DCC57195C}">
      <dsp:nvSpPr>
        <dsp:cNvPr id="0" name=""/>
        <dsp:cNvSpPr/>
      </dsp:nvSpPr>
      <dsp:spPr>
        <a:xfrm rot="10800000">
          <a:off x="3938408" y="3260189"/>
          <a:ext cx="587467" cy="6872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800" kern="1200"/>
        </a:p>
      </dsp:txBody>
      <dsp:txXfrm rot="10800000">
        <a:off x="4114648" y="3397634"/>
        <a:ext cx="411227" cy="412335"/>
      </dsp:txXfrm>
    </dsp:sp>
    <dsp:sp modelId="{316164DA-BE6A-434A-8343-D62D782C89CC}">
      <dsp:nvSpPr>
        <dsp:cNvPr id="0" name=""/>
        <dsp:cNvSpPr/>
      </dsp:nvSpPr>
      <dsp:spPr>
        <a:xfrm>
          <a:off x="890229" y="2772480"/>
          <a:ext cx="2771072" cy="1662643"/>
        </a:xfrm>
        <a:prstGeom prst="roundRect">
          <a:avLst>
            <a:gd name="adj" fmla="val 10000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Construir o actualizar el documento de la arquitectura de Aplicaciones</a:t>
          </a:r>
        </a:p>
      </dsp:txBody>
      <dsp:txXfrm>
        <a:off x="938926" y="2821177"/>
        <a:ext cx="2673678" cy="15652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5FD589-9A5D-4322-9D7B-6184D8369E0C}">
      <dsp:nvSpPr>
        <dsp:cNvPr id="0" name=""/>
        <dsp:cNvSpPr/>
      </dsp:nvSpPr>
      <dsp:spPr>
        <a:xfrm>
          <a:off x="3596190" y="979711"/>
          <a:ext cx="2440684" cy="2440684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Arquitectura Empresarial</a:t>
          </a:r>
          <a:endParaRPr lang="es-CO" sz="2000" b="1" kern="1200" dirty="0"/>
        </a:p>
      </dsp:txBody>
      <dsp:txXfrm>
        <a:off x="3953620" y="1337141"/>
        <a:ext cx="1725824" cy="1725824"/>
      </dsp:txXfrm>
    </dsp:sp>
    <dsp:sp modelId="{E9E03A62-AD9D-4227-8477-34CDB5E94432}">
      <dsp:nvSpPr>
        <dsp:cNvPr id="0" name=""/>
        <dsp:cNvSpPr/>
      </dsp:nvSpPr>
      <dsp:spPr>
        <a:xfrm>
          <a:off x="3880939" y="-147347"/>
          <a:ext cx="1871187" cy="1515909"/>
        </a:xfrm>
        <a:prstGeom prst="ellipse">
          <a:avLst/>
        </a:prstGeom>
        <a:solidFill>
          <a:schemeClr val="accent4">
            <a:alpha val="50000"/>
            <a:hueOff val="1732615"/>
            <a:satOff val="-7995"/>
            <a:lumOff val="2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Estrategia</a:t>
          </a:r>
          <a:endParaRPr lang="es-CO" sz="1100" kern="1200" dirty="0"/>
        </a:p>
      </dsp:txBody>
      <dsp:txXfrm>
        <a:off x="4154968" y="74653"/>
        <a:ext cx="1323129" cy="1071909"/>
      </dsp:txXfrm>
    </dsp:sp>
    <dsp:sp modelId="{5F0EAA14-9C64-4B3B-8D56-57494B7D873D}">
      <dsp:nvSpPr>
        <dsp:cNvPr id="0" name=""/>
        <dsp:cNvSpPr/>
      </dsp:nvSpPr>
      <dsp:spPr>
        <a:xfrm>
          <a:off x="5257440" y="647375"/>
          <a:ext cx="1871187" cy="1515909"/>
        </a:xfrm>
        <a:prstGeom prst="ellipse">
          <a:avLst/>
        </a:prstGeom>
        <a:solidFill>
          <a:schemeClr val="accent4">
            <a:alpha val="50000"/>
            <a:hueOff val="3465231"/>
            <a:satOff val="-15989"/>
            <a:lumOff val="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Procesos</a:t>
          </a:r>
          <a:endParaRPr lang="es-CO" sz="1100" kern="1200" dirty="0"/>
        </a:p>
      </dsp:txBody>
      <dsp:txXfrm>
        <a:off x="5531469" y="869375"/>
        <a:ext cx="1323129" cy="1071909"/>
      </dsp:txXfrm>
    </dsp:sp>
    <dsp:sp modelId="{454A0B8D-2C4F-4C20-B264-43B4047890F0}">
      <dsp:nvSpPr>
        <dsp:cNvPr id="0" name=""/>
        <dsp:cNvSpPr/>
      </dsp:nvSpPr>
      <dsp:spPr>
        <a:xfrm>
          <a:off x="5257440" y="2236822"/>
          <a:ext cx="1871187" cy="1515909"/>
        </a:xfrm>
        <a:prstGeom prst="ellipse">
          <a:avLst/>
        </a:prstGeom>
        <a:solidFill>
          <a:schemeClr val="accent4">
            <a:alpha val="50000"/>
            <a:hueOff val="5197846"/>
            <a:satOff val="-23984"/>
            <a:lumOff val="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Estructuras organizacionales</a:t>
          </a:r>
          <a:endParaRPr lang="es-CO" sz="1100" kern="1200" dirty="0"/>
        </a:p>
      </dsp:txBody>
      <dsp:txXfrm>
        <a:off x="5531469" y="2458822"/>
        <a:ext cx="1323129" cy="1071909"/>
      </dsp:txXfrm>
    </dsp:sp>
    <dsp:sp modelId="{D336F81E-3C76-446B-82E2-2B5DABC7CE8B}">
      <dsp:nvSpPr>
        <dsp:cNvPr id="0" name=""/>
        <dsp:cNvSpPr/>
      </dsp:nvSpPr>
      <dsp:spPr>
        <a:xfrm>
          <a:off x="3880939" y="3031546"/>
          <a:ext cx="1871187" cy="1515909"/>
        </a:xfrm>
        <a:prstGeom prst="ellipse">
          <a:avLst/>
        </a:prstGeom>
        <a:solidFill>
          <a:schemeClr val="accent4">
            <a:alpha val="50000"/>
            <a:hueOff val="6930461"/>
            <a:satOff val="-31979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Flujos de información </a:t>
          </a:r>
          <a:endParaRPr lang="es-CO" sz="1100" kern="1200" dirty="0"/>
        </a:p>
      </dsp:txBody>
      <dsp:txXfrm>
        <a:off x="4154968" y="3253546"/>
        <a:ext cx="1323129" cy="1071909"/>
      </dsp:txXfrm>
    </dsp:sp>
    <dsp:sp modelId="{4113EA27-40AF-455F-BC8D-1BC3B5B36034}">
      <dsp:nvSpPr>
        <dsp:cNvPr id="0" name=""/>
        <dsp:cNvSpPr/>
      </dsp:nvSpPr>
      <dsp:spPr>
        <a:xfrm>
          <a:off x="2504437" y="2236822"/>
          <a:ext cx="1871187" cy="1515909"/>
        </a:xfrm>
        <a:prstGeom prst="ellipse">
          <a:avLst/>
        </a:prstGeom>
        <a:solidFill>
          <a:schemeClr val="accent4">
            <a:alpha val="50000"/>
            <a:hueOff val="8663077"/>
            <a:satOff val="-39973"/>
            <a:lumOff val="1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Sistemas de TI</a:t>
          </a:r>
          <a:endParaRPr lang="es-CO" sz="1100" kern="1200" dirty="0"/>
        </a:p>
      </dsp:txBody>
      <dsp:txXfrm>
        <a:off x="2778466" y="2458822"/>
        <a:ext cx="1323129" cy="1071909"/>
      </dsp:txXfrm>
    </dsp:sp>
    <dsp:sp modelId="{57FBA2CA-5297-49DD-A1CC-98A0D3610F77}">
      <dsp:nvSpPr>
        <dsp:cNvPr id="0" name=""/>
        <dsp:cNvSpPr/>
      </dsp:nvSpPr>
      <dsp:spPr>
        <a:xfrm>
          <a:off x="2504437" y="647375"/>
          <a:ext cx="1871187" cy="1515909"/>
        </a:xfrm>
        <a:prstGeom prst="ellipse">
          <a:avLst/>
        </a:prstGeom>
        <a:solidFill>
          <a:schemeClr val="accent4">
            <a:alpha val="50000"/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Infraestructuras técnicas y físicas</a:t>
          </a:r>
          <a:endParaRPr lang="es-CO" sz="1100" kern="1200" dirty="0"/>
        </a:p>
      </dsp:txBody>
      <dsp:txXfrm>
        <a:off x="2778466" y="869375"/>
        <a:ext cx="1323129" cy="10719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840E16BF-FC11-5C4C-B6E8-B149DD7653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36B0671-A2D4-2F43-9AE1-010415B94F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A10675-EB32-8243-A8A2-13523113CDBB}" type="datetimeFigureOut">
              <a:rPr lang="es-ES_tradnl" smtClean="0"/>
              <a:t>16/04/2026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28767C2-F0ED-F34A-B5DE-F8FCAA00E02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05D0DAB-2801-1C4A-831B-6DD67D8DD5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1DC032-80BB-074C-BBC7-9F71856CA8E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389840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0721F-E703-6E45-8B16-A38962066249}" type="datetimeFigureOut">
              <a:rPr lang="es-ES_tradnl" smtClean="0"/>
              <a:t>16/04/2026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0CD98-9B11-7740-959F-FF52FFBFF03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80956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Marcador de imagen de diapositiva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Marcador de notas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CO" altLang="es-CO"/>
              <a:t>Estructura del cambio</a:t>
            </a:r>
          </a:p>
          <a:p>
            <a:r>
              <a:rPr lang="es-CO" altLang="es-CO"/>
              <a:t>1ª ola de internet compra de productos y servicios</a:t>
            </a:r>
          </a:p>
          <a:p>
            <a:r>
              <a:rPr lang="es-CO" altLang="es-CO"/>
              <a:t>2ª ola de internet redes sociales</a:t>
            </a:r>
          </a:p>
          <a:p>
            <a:r>
              <a:rPr lang="es-CO" altLang="es-CO"/>
              <a:t>3ª ola, aplicaciones para resolver problemas reales de las personas</a:t>
            </a:r>
          </a:p>
        </p:txBody>
      </p:sp>
      <p:sp>
        <p:nvSpPr>
          <p:cNvPr id="13316" name="Marcador de número de diapositiva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423C7868-BD8B-4BFB-A174-427DB5226B95}" type="slidenum">
              <a:rPr lang="es-ES" altLang="es-CO" smtClean="0"/>
              <a:pPr/>
              <a:t>2</a:t>
            </a:fld>
            <a:endParaRPr lang="es-ES" altLang="es-CO"/>
          </a:p>
        </p:txBody>
      </p:sp>
    </p:spTree>
    <p:extLst>
      <p:ext uri="{BB962C8B-B14F-4D97-AF65-F5344CB8AC3E}">
        <p14:creationId xmlns:p14="http://schemas.microsoft.com/office/powerpoint/2010/main" val="1241664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https://eabok.org/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7C4D3-007C-4004-8748-4E8B3D8F6D1A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248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imagen de diapositiva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Marcador de notas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s-CO"/>
              <a:t>TAFIM (Technical Architecture Framework for Information Management) </a:t>
            </a:r>
          </a:p>
          <a:p>
            <a:endParaRPr lang="es-CO" altLang="es-CO"/>
          </a:p>
        </p:txBody>
      </p:sp>
      <p:sp>
        <p:nvSpPr>
          <p:cNvPr id="11268" name="Marcador de número de diapositiva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BEEDBE1-6102-4A63-A6DE-0CBAF3F57544}" type="slidenum">
              <a:rPr lang="es-ES" altLang="es-CO" smtClean="0"/>
              <a:pPr/>
              <a:t>10</a:t>
            </a:fld>
            <a:endParaRPr lang="es-ES" altLang="es-CO"/>
          </a:p>
        </p:txBody>
      </p:sp>
    </p:spTree>
    <p:extLst>
      <p:ext uri="{BB962C8B-B14F-4D97-AF65-F5344CB8AC3E}">
        <p14:creationId xmlns:p14="http://schemas.microsoft.com/office/powerpoint/2010/main" val="3816844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https://archimate.visual-paradigm.com/archimate-notation-part-8-relationships/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7C4D3-007C-4004-8748-4E8B3D8F6D1A}" type="slidenum">
              <a:rPr lang="es-CO" smtClean="0"/>
              <a:t>27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3266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96E66B-05E0-5444-8A9C-D3EB1F16D4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6438" y="5237018"/>
            <a:ext cx="5568950" cy="1233055"/>
          </a:xfrm>
        </p:spPr>
        <p:txBody>
          <a:bodyPr>
            <a:noAutofit/>
          </a:bodyPr>
          <a:lstStyle>
            <a:lvl1pPr marL="0" indent="0">
              <a:buNone/>
              <a:defRPr sz="400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72EAC24B-8E5A-8243-AE31-3EF52762FF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6438" y="6580477"/>
            <a:ext cx="5568950" cy="70643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Medellín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38272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4902D8C-5974-7645-9CED-F972FEE3FD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6438" y="5237018"/>
            <a:ext cx="5568950" cy="1233055"/>
          </a:xfrm>
        </p:spPr>
        <p:txBody>
          <a:bodyPr>
            <a:noAutofit/>
          </a:bodyPr>
          <a:lstStyle>
            <a:lvl1pPr marL="0" indent="0">
              <a:buNone/>
              <a:defRPr sz="400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5" name="Marcador de texto 6">
            <a:extLst>
              <a:ext uri="{FF2B5EF4-FFF2-40B4-BE49-F238E27FC236}">
                <a16:creationId xmlns:a16="http://schemas.microsoft.com/office/drawing/2014/main" id="{8716CF4F-DD12-CE44-9367-00355C6C1C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6438" y="6580477"/>
            <a:ext cx="5568950" cy="70643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Bucaramanga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83130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E415E9DB-A2B7-C448-82DB-70C3AF6F1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6438" y="5237018"/>
            <a:ext cx="5568950" cy="1233055"/>
          </a:xfrm>
        </p:spPr>
        <p:txBody>
          <a:bodyPr>
            <a:noAutofit/>
          </a:bodyPr>
          <a:lstStyle>
            <a:lvl1pPr marL="0" indent="0">
              <a:buNone/>
              <a:defRPr sz="400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4" name="Marcador de texto 6">
            <a:extLst>
              <a:ext uri="{FF2B5EF4-FFF2-40B4-BE49-F238E27FC236}">
                <a16:creationId xmlns:a16="http://schemas.microsoft.com/office/drawing/2014/main" id="{4673C5EA-B31B-AF44-864D-09A9EB6DC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6438" y="6580477"/>
            <a:ext cx="5568950" cy="70643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Montería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66741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ACD3065D-D187-F24F-802B-82D917750B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6438" y="5237018"/>
            <a:ext cx="5568950" cy="1233055"/>
          </a:xfrm>
        </p:spPr>
        <p:txBody>
          <a:bodyPr>
            <a:noAutofit/>
          </a:bodyPr>
          <a:lstStyle>
            <a:lvl1pPr marL="0" indent="0">
              <a:buNone/>
              <a:defRPr sz="400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4" name="Marcador de texto 6">
            <a:extLst>
              <a:ext uri="{FF2B5EF4-FFF2-40B4-BE49-F238E27FC236}">
                <a16:creationId xmlns:a16="http://schemas.microsoft.com/office/drawing/2014/main" id="{A2D5DE44-AD08-DB48-B4DE-6FC84952E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6438" y="6580477"/>
            <a:ext cx="5568950" cy="70643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Palmira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45803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F73B532-45B4-2C46-A8D5-63C80078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1364409"/>
            <a:ext cx="10833678" cy="1502305"/>
          </a:xfrm>
        </p:spPr>
        <p:txBody>
          <a:bodyPr>
            <a:normAutofit/>
          </a:bodyPr>
          <a:lstStyle>
            <a:lvl1pPr>
              <a:defRPr sz="4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CB2CCC8-6A51-0448-B720-4D06071CFD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8872" y="3282950"/>
            <a:ext cx="10833677" cy="2701925"/>
          </a:xfrm>
        </p:spPr>
        <p:txBody>
          <a:bodyPr>
            <a:normAutofit/>
          </a:bodyPr>
          <a:lstStyle>
            <a:lvl1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7987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-texto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73F491-1BDC-0443-9398-BE5406EAC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703" y="1364409"/>
            <a:ext cx="12763952" cy="1502305"/>
          </a:xfrm>
        </p:spPr>
        <p:txBody>
          <a:bodyPr>
            <a:normAutofit/>
          </a:bodyPr>
          <a:lstStyle>
            <a:lvl1pPr>
              <a:defRPr sz="4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7058790-96AD-CA4D-A66F-9786E6AA40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0" y="3297238"/>
            <a:ext cx="6848475" cy="36306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4DDFD31F-1FED-CC47-939B-20E7A96EEED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564438" y="3241675"/>
            <a:ext cx="5707062" cy="3686175"/>
          </a:xfr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6433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63E924A9-CAF5-9B4B-98E0-85F673CB3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581" y="602410"/>
            <a:ext cx="10833678" cy="1254100"/>
          </a:xfrm>
        </p:spPr>
        <p:txBody>
          <a:bodyPr>
            <a:normAutofit/>
          </a:bodyPr>
          <a:lstStyle>
            <a:lvl1pPr>
              <a:defRPr sz="4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medios 4">
            <a:extLst>
              <a:ext uri="{FF2B5EF4-FFF2-40B4-BE49-F238E27FC236}">
                <a16:creationId xmlns:a16="http://schemas.microsoft.com/office/drawing/2014/main" id="{BEF3CE8C-793C-1145-84DD-7B818CE544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706438" y="2104714"/>
            <a:ext cx="10833100" cy="4642161"/>
          </a:xfr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089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-gráfico-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9F673202-8B18-514D-9685-8D97863D7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703" y="1516814"/>
            <a:ext cx="11835698" cy="1502305"/>
          </a:xfrm>
        </p:spPr>
        <p:txBody>
          <a:bodyPr>
            <a:normAutofit/>
          </a:bodyPr>
          <a:lstStyle>
            <a:lvl1pPr>
              <a:defRPr sz="4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tabla 4">
            <a:extLst>
              <a:ext uri="{FF2B5EF4-FFF2-40B4-BE49-F238E27FC236}">
                <a16:creationId xmlns:a16="http://schemas.microsoft.com/office/drawing/2014/main" id="{6450A7A0-43E0-1440-B983-790CAD8F434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08702" y="3394080"/>
            <a:ext cx="4285547" cy="3367088"/>
          </a:xfrm>
        </p:spPr>
        <p:txBody>
          <a:bodyPr/>
          <a:lstStyle/>
          <a:p>
            <a:endParaRPr lang="es-CO"/>
          </a:p>
        </p:txBody>
      </p:sp>
      <p:sp>
        <p:nvSpPr>
          <p:cNvPr id="7" name="Marcador de gráfico 6">
            <a:extLst>
              <a:ext uri="{FF2B5EF4-FFF2-40B4-BE49-F238E27FC236}">
                <a16:creationId xmlns:a16="http://schemas.microsoft.com/office/drawing/2014/main" id="{BD301C88-2BAD-5147-A445-06CFDF36B11C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5043488" y="3407935"/>
            <a:ext cx="3698875" cy="3367088"/>
          </a:xfrm>
        </p:spPr>
        <p:txBody>
          <a:bodyPr/>
          <a:lstStyle/>
          <a:p>
            <a:endParaRPr lang="es-CO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E5037AD-8243-C146-BBB8-4B269A3DE6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64613" y="3407935"/>
            <a:ext cx="3379787" cy="33670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0651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legio Mar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5864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legi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0889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egio-text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6558C-9957-AE48-B09C-A4407EA0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703" y="1364409"/>
            <a:ext cx="6086061" cy="1502305"/>
          </a:xfrm>
        </p:spPr>
        <p:txBody>
          <a:bodyPr>
            <a:normAutofit/>
          </a:bodyPr>
          <a:lstStyle>
            <a:lvl1pPr>
              <a:defRPr sz="4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0D30D66-9919-7345-8589-FCCA190222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0" y="3173413"/>
            <a:ext cx="6086475" cy="3657600"/>
          </a:xfrm>
        </p:spPr>
        <p:txBody>
          <a:bodyPr>
            <a:normAutofit/>
          </a:bodyPr>
          <a:lstStyle>
            <a:lvl1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1795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ersonas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7113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43981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gr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4C6B46-AE0A-2242-9732-D30BEEE4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703" y="1364409"/>
            <a:ext cx="6086061" cy="1502305"/>
          </a:xfrm>
        </p:spPr>
        <p:txBody>
          <a:bodyPr>
            <a:normAutofit/>
          </a:bodyPr>
          <a:lstStyle>
            <a:lvl1pPr>
              <a:defRPr sz="4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4">
            <a:extLst>
              <a:ext uri="{FF2B5EF4-FFF2-40B4-BE49-F238E27FC236}">
                <a16:creationId xmlns:a16="http://schemas.microsoft.com/office/drawing/2014/main" id="{95848E47-E960-F840-BCAE-22AFDD09C7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0" y="3173413"/>
            <a:ext cx="6086475" cy="3657600"/>
          </a:xfrm>
        </p:spPr>
        <p:txBody>
          <a:bodyPr>
            <a:normAutofit/>
          </a:bodyPr>
          <a:lstStyle>
            <a:lvl1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0621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n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1344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ersonas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0584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s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40750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D7DA507-BAB2-9D4E-9E47-F7A0ED598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703" y="1364409"/>
            <a:ext cx="6086061" cy="1502305"/>
          </a:xfrm>
        </p:spPr>
        <p:txBody>
          <a:bodyPr>
            <a:normAutofit/>
          </a:bodyPr>
          <a:lstStyle>
            <a:lvl1pPr>
              <a:defRPr sz="4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4" name="Marcador de texto 4">
            <a:extLst>
              <a:ext uri="{FF2B5EF4-FFF2-40B4-BE49-F238E27FC236}">
                <a16:creationId xmlns:a16="http://schemas.microsoft.com/office/drawing/2014/main" id="{F1105376-6298-1040-BAAE-3D749FDA66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0" y="3173413"/>
            <a:ext cx="6086475" cy="3657600"/>
          </a:xfrm>
        </p:spPr>
        <p:txBody>
          <a:bodyPr>
            <a:normAutofit/>
          </a:bodyPr>
          <a:lstStyle>
            <a:lvl1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462397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s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06153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M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35102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Bu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53641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M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21539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27113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84262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0" y="1272011"/>
            <a:ext cx="10363200" cy="2705947"/>
          </a:xfrm>
        </p:spPr>
        <p:txBody>
          <a:bodyPr anchor="b"/>
          <a:lstStyle>
            <a:lvl1pPr algn="ctr">
              <a:defRPr sz="6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4082310"/>
            <a:ext cx="10363200" cy="1876530"/>
          </a:xfrm>
        </p:spPr>
        <p:txBody>
          <a:bodyPr/>
          <a:lstStyle>
            <a:lvl1pPr marL="0" indent="0" algn="ctr">
              <a:buNone/>
              <a:defRPr sz="2720"/>
            </a:lvl1pPr>
            <a:lvl2pPr marL="518157" indent="0" algn="ctr">
              <a:buNone/>
              <a:defRPr sz="2267"/>
            </a:lvl2pPr>
            <a:lvl3pPr marL="1036314" indent="0" algn="ctr">
              <a:buNone/>
              <a:defRPr sz="2040"/>
            </a:lvl3pPr>
            <a:lvl4pPr marL="1554472" indent="0" algn="ctr">
              <a:buNone/>
              <a:defRPr sz="1813"/>
            </a:lvl4pPr>
            <a:lvl5pPr marL="2072629" indent="0" algn="ctr">
              <a:buNone/>
              <a:defRPr sz="1813"/>
            </a:lvl5pPr>
            <a:lvl6pPr marL="2590786" indent="0" algn="ctr">
              <a:buNone/>
              <a:defRPr sz="1813"/>
            </a:lvl6pPr>
            <a:lvl7pPr marL="3108943" indent="0" algn="ctr">
              <a:buNone/>
              <a:defRPr sz="1813"/>
            </a:lvl7pPr>
            <a:lvl8pPr marL="3627099" indent="0" algn="ctr">
              <a:buNone/>
              <a:defRPr sz="1813"/>
            </a:lvl8pPr>
            <a:lvl9pPr marL="4145257" indent="0" algn="ctr">
              <a:buNone/>
              <a:defRPr sz="1813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21880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42763" y="1937704"/>
            <a:ext cx="11917680" cy="3233102"/>
          </a:xfrm>
        </p:spPr>
        <p:txBody>
          <a:bodyPr anchor="b"/>
          <a:lstStyle>
            <a:lvl1pPr>
              <a:defRPr sz="68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42763" y="5201392"/>
            <a:ext cx="11917680" cy="1700212"/>
          </a:xfrm>
        </p:spPr>
        <p:txBody>
          <a:bodyPr/>
          <a:lstStyle>
            <a:lvl1pPr marL="0" indent="0">
              <a:buNone/>
              <a:defRPr sz="2720">
                <a:solidFill>
                  <a:schemeClr val="tx1">
                    <a:tint val="75000"/>
                  </a:schemeClr>
                </a:solidFill>
              </a:defRPr>
            </a:lvl1pPr>
            <a:lvl2pPr marL="518145" indent="0">
              <a:buNone/>
              <a:defRPr sz="2267">
                <a:solidFill>
                  <a:schemeClr val="tx1">
                    <a:tint val="75000"/>
                  </a:schemeClr>
                </a:solidFill>
              </a:defRPr>
            </a:lvl2pPr>
            <a:lvl3pPr marL="1036290" indent="0">
              <a:buNone/>
              <a:defRPr sz="2040">
                <a:solidFill>
                  <a:schemeClr val="tx1">
                    <a:tint val="75000"/>
                  </a:schemeClr>
                </a:solidFill>
              </a:defRPr>
            </a:lvl3pPr>
            <a:lvl4pPr marL="1554434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4pPr>
            <a:lvl5pPr marL="2072579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5pPr>
            <a:lvl6pPr marL="2590724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6pPr>
            <a:lvl7pPr marL="3108869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7pPr>
            <a:lvl8pPr marL="3627013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8pPr>
            <a:lvl9pPr marL="4145158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A987-93D3-4716-9622-626A85331E9D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FA07C-BF6E-4198-8876-DC64C06254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5881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2037" y="325319"/>
            <a:ext cx="12800194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2038" y="1980552"/>
            <a:ext cx="12800194" cy="4725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273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94" r:id="rId3"/>
    <p:sldLayoutId id="2147483695" r:id="rId4"/>
    <p:sldLayoutId id="2147483674" r:id="rId5"/>
    <p:sldLayoutId id="2147483696" r:id="rId6"/>
    <p:sldLayoutId id="2147483698" r:id="rId7"/>
    <p:sldLayoutId id="2147483697" r:id="rId8"/>
    <p:sldLayoutId id="2147483691" r:id="rId9"/>
    <p:sldLayoutId id="2147483687" r:id="rId10"/>
    <p:sldLayoutId id="2147483690" r:id="rId11"/>
    <p:sldLayoutId id="2147483692" r:id="rId12"/>
    <p:sldLayoutId id="2147483689" r:id="rId13"/>
    <p:sldLayoutId id="2147483688" r:id="rId14"/>
    <p:sldLayoutId id="2147483693" r:id="rId15"/>
    <p:sldLayoutId id="2147483679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8" r:id="rId24"/>
    <p:sldLayoutId id="2147483709" r:id="rId25"/>
    <p:sldLayoutId id="2147483710" r:id="rId26"/>
  </p:sldLayoutIdLst>
  <p:hf hdr="0" ftr="0" dt="0"/>
  <p:txStyles>
    <p:titleStyle>
      <a:lvl1pPr algn="l" defTabSz="1036290" rtl="0" eaLnBrk="1" latinLnBrk="0" hangingPunct="1">
        <a:lnSpc>
          <a:spcPct val="90000"/>
        </a:lnSpc>
        <a:spcBef>
          <a:spcPct val="0"/>
        </a:spcBef>
        <a:buNone/>
        <a:defRPr sz="4987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j-ea"/>
          <a:cs typeface="+mj-cs"/>
        </a:defRPr>
      </a:lvl1pPr>
    </p:titleStyle>
    <p:bodyStyle>
      <a:lvl1pPr marL="259072" indent="-259072" algn="l" defTabSz="103629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3173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1pPr>
      <a:lvl2pPr marL="77721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72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2pPr>
      <a:lvl3pPr marL="1295362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267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3pPr>
      <a:lvl4pPr marL="181350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4pPr>
      <a:lvl5pPr marL="233165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5pPr>
      <a:lvl6pPr marL="284979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36794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88608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404230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1pPr>
      <a:lvl2pPr marL="518145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103629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3pPr>
      <a:lvl4pPr marL="155443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07257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59072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10886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627013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145158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esar.lopezg@upb.edu.co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8.png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7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agon1.com/images/archimate-landscape-overview.png" TargetMode="External"/><Relationship Id="rId2" Type="http://schemas.openxmlformats.org/officeDocument/2006/relationships/hyperlink" Target="https://pubs.opengroup.org/architecture/archimate31-doc/chap09.html" TargetMode="External"/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885538E4-9A87-47A3-9BB9-DBC7242B91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784" b="7427"/>
          <a:stretch/>
        </p:blipFill>
        <p:spPr>
          <a:xfrm>
            <a:off x="666295" y="1119688"/>
            <a:ext cx="12186105" cy="567215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0E58795F-F304-48F9-AB39-E771483580D8}"/>
              </a:ext>
            </a:extLst>
          </p:cNvPr>
          <p:cNvSpPr txBox="1">
            <a:spLocks/>
          </p:cNvSpPr>
          <p:nvPr/>
        </p:nvSpPr>
        <p:spPr>
          <a:xfrm>
            <a:off x="7027333" y="3361889"/>
            <a:ext cx="4474475" cy="881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10362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4020202020204" pitchFamily="34" charset="0"/>
                <a:ea typeface="+mj-ea"/>
                <a:cs typeface="Arial Narrow" panose="020B0604020202020204" pitchFamily="34" charset="0"/>
              </a:defRPr>
            </a:lvl1pPr>
          </a:lstStyle>
          <a:p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Arquitectura de Aplicaciones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0EECCFD-9B27-452F-96D2-F5B4D5F05257}"/>
              </a:ext>
            </a:extLst>
          </p:cNvPr>
          <p:cNvSpPr/>
          <p:nvPr/>
        </p:nvSpPr>
        <p:spPr>
          <a:xfrm>
            <a:off x="6908799" y="4410511"/>
            <a:ext cx="459300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" sz="2000" dirty="0"/>
              <a:t>MSc. César Augusto López Gallego</a:t>
            </a:r>
          </a:p>
          <a:p>
            <a:pPr algn="r"/>
            <a:r>
              <a:rPr lang="es-ES" sz="2000" dirty="0">
                <a:hlinkClick r:id="rId3"/>
              </a:rPr>
              <a:t>cesar.lopezg@upb.edu.co</a:t>
            </a:r>
            <a:r>
              <a:rPr lang="es-ES" sz="2000" dirty="0"/>
              <a:t> </a:t>
            </a:r>
          </a:p>
          <a:p>
            <a:pPr algn="r"/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47766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1 Título"/>
          <p:cNvSpPr txBox="1">
            <a:spLocks noChangeArrowheads="1"/>
          </p:cNvSpPr>
          <p:nvPr/>
        </p:nvSpPr>
        <p:spPr bwMode="auto">
          <a:xfrm>
            <a:off x="1192192" y="739547"/>
            <a:ext cx="2708476" cy="6841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ctr" defTabSz="1036290"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6"/>
                </a:solidFill>
                <a:latin typeface="Flama Condensed Light" panose="02000000000000000000" pitchFamily="50" charset="0"/>
                <a:ea typeface="+mj-ea"/>
                <a:cs typeface="+mj-cs"/>
              </a:defRPr>
            </a:lvl1pPr>
          </a:lstStyle>
          <a:p>
            <a:r>
              <a:rPr lang="es-CO" altLang="es-CO" dirty="0"/>
              <a:t>Cambio</a:t>
            </a:r>
          </a:p>
        </p:txBody>
      </p:sp>
      <p:sp>
        <p:nvSpPr>
          <p:cNvPr id="12292" name="CuadroTexto 8"/>
          <p:cNvSpPr txBox="1">
            <a:spLocks noChangeArrowheads="1"/>
          </p:cNvSpPr>
          <p:nvPr/>
        </p:nvSpPr>
        <p:spPr bwMode="auto">
          <a:xfrm>
            <a:off x="2389293" y="5079050"/>
            <a:ext cx="5181600" cy="103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O" altLang="es-CO" sz="2040" b="1"/>
              <a:t>Estructura del cambio </a:t>
            </a:r>
            <a:r>
              <a:rPr lang="es-CO" altLang="es-CO" sz="2040"/>
              <a:t>: uso de medios tecnológicos y desarrollo de la capacidad de respuesta para adaptarse al cambio</a:t>
            </a:r>
          </a:p>
        </p:txBody>
      </p:sp>
      <p:sp>
        <p:nvSpPr>
          <p:cNvPr id="12293" name="CuadroTexto 9"/>
          <p:cNvSpPr txBox="1">
            <a:spLocks noChangeArrowheads="1"/>
          </p:cNvSpPr>
          <p:nvPr/>
        </p:nvSpPr>
        <p:spPr bwMode="auto">
          <a:xfrm>
            <a:off x="5343525" y="3493983"/>
            <a:ext cx="6117167" cy="134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O" altLang="es-CO" sz="2040" b="1"/>
              <a:t>Cultura del cambio</a:t>
            </a:r>
            <a:r>
              <a:rPr lang="es-CO" altLang="es-CO" sz="2040"/>
              <a:t>: cambio en la sociedad y las personas. La ola rompe con las características de la Ola anterior: Familia nuclear, jornadas de trabajo,  ubicación de trabajo, acceso a información</a:t>
            </a:r>
          </a:p>
        </p:txBody>
      </p:sp>
      <p:sp>
        <p:nvSpPr>
          <p:cNvPr id="12294" name="Rectángulo 10"/>
          <p:cNvSpPr>
            <a:spLocks noChangeArrowheads="1"/>
          </p:cNvSpPr>
          <p:nvPr/>
        </p:nvSpPr>
        <p:spPr bwMode="auto">
          <a:xfrm>
            <a:off x="2389293" y="2241763"/>
            <a:ext cx="5181600" cy="103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O" altLang="es-CO" sz="2040" b="1"/>
              <a:t>Aceleración del cambio</a:t>
            </a:r>
            <a:r>
              <a:rPr lang="es-CO" altLang="es-CO" sz="2040"/>
              <a:t>:  lo hace complejo para que las organizaciones y las personas lo asimilen</a:t>
            </a:r>
          </a:p>
        </p:txBody>
      </p:sp>
      <p:pic>
        <p:nvPicPr>
          <p:cNvPr id="12295" name="Imagen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742" y="1577871"/>
            <a:ext cx="3126952" cy="1711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6" name="CuadroTexto 4"/>
          <p:cNvSpPr txBox="1">
            <a:spLocks noChangeArrowheads="1"/>
          </p:cNvSpPr>
          <p:nvPr/>
        </p:nvSpPr>
        <p:spPr bwMode="auto">
          <a:xfrm>
            <a:off x="6642525" y="5841896"/>
            <a:ext cx="5300345" cy="79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s-CO" altLang="es-CO" sz="2267" b="1" i="1" dirty="0">
                <a:solidFill>
                  <a:srgbClr val="FF0000"/>
                </a:solidFill>
              </a:rPr>
              <a:t>Arquitectura Empresarial: Facilita la adaptación a los cambios</a:t>
            </a:r>
          </a:p>
        </p:txBody>
      </p:sp>
    </p:spTree>
    <p:extLst>
      <p:ext uri="{BB962C8B-B14F-4D97-AF65-F5344CB8AC3E}">
        <p14:creationId xmlns:p14="http://schemas.microsoft.com/office/powerpoint/2010/main" val="35635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/>
          <p:cNvGraphicFramePr/>
          <p:nvPr/>
        </p:nvGraphicFramePr>
        <p:xfrm>
          <a:off x="1004894" y="1726379"/>
          <a:ext cx="12374737" cy="5371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1 Título"/>
          <p:cNvSpPr txBox="1">
            <a:spLocks noChangeArrowheads="1"/>
          </p:cNvSpPr>
          <p:nvPr/>
        </p:nvSpPr>
        <p:spPr bwMode="auto">
          <a:xfrm>
            <a:off x="288345" y="576711"/>
            <a:ext cx="10777740" cy="114966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ctr" defTabSz="1036290"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6"/>
                </a:solidFill>
                <a:latin typeface="Flama Condensed Light" panose="02000000000000000000" pitchFamily="50" charset="0"/>
                <a:ea typeface="+mj-ea"/>
                <a:cs typeface="+mj-cs"/>
              </a:defRPr>
            </a:lvl1pPr>
          </a:lstStyle>
          <a:p>
            <a:r>
              <a:rPr lang="es-CO" altLang="es-CO" dirty="0"/>
              <a:t>La Arquitectura Empresarial puede ser de utilidad cuando:</a:t>
            </a:r>
          </a:p>
        </p:txBody>
      </p:sp>
    </p:spTree>
    <p:extLst>
      <p:ext uri="{BB962C8B-B14F-4D97-AF65-F5344CB8AC3E}">
        <p14:creationId xmlns:p14="http://schemas.microsoft.com/office/powerpoint/2010/main" val="3601551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/>
          <p:cNvGraphicFramePr/>
          <p:nvPr/>
        </p:nvGraphicFramePr>
        <p:xfrm>
          <a:off x="929898" y="1952785"/>
          <a:ext cx="11822596" cy="47605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197" name="CuadroTexto 1"/>
          <p:cNvSpPr txBox="1">
            <a:spLocks noChangeArrowheads="1"/>
          </p:cNvSpPr>
          <p:nvPr/>
        </p:nvSpPr>
        <p:spPr bwMode="auto">
          <a:xfrm>
            <a:off x="5156610" y="6847169"/>
            <a:ext cx="8153824" cy="336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s-CO" altLang="es-CO" sz="1587" dirty="0"/>
              <a:t>Fuente: Arquitectura empresarial. Dux </a:t>
            </a:r>
            <a:r>
              <a:rPr lang="es-CO" altLang="es-CO" sz="1587" dirty="0" err="1"/>
              <a:t>Diligens</a:t>
            </a:r>
            <a:r>
              <a:rPr lang="es-CO" altLang="es-CO" sz="1587" dirty="0"/>
              <a:t>. Documento </a:t>
            </a:r>
            <a:r>
              <a:rPr lang="es-CO" altLang="es-CO" sz="1587" dirty="0" err="1"/>
              <a:t>electrónico.Consultado</a:t>
            </a:r>
            <a:r>
              <a:rPr lang="es-CO" altLang="es-CO" sz="1587" dirty="0"/>
              <a:t> 2018</a:t>
            </a:r>
          </a:p>
        </p:txBody>
      </p:sp>
      <p:sp>
        <p:nvSpPr>
          <p:cNvPr id="5" name="1 Título"/>
          <p:cNvSpPr txBox="1">
            <a:spLocks noChangeArrowheads="1"/>
          </p:cNvSpPr>
          <p:nvPr/>
        </p:nvSpPr>
        <p:spPr bwMode="auto">
          <a:xfrm>
            <a:off x="415667" y="588664"/>
            <a:ext cx="10777740" cy="114966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ctr" defTabSz="1036290"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6"/>
                </a:solidFill>
                <a:latin typeface="Flama Condensed Light" panose="02000000000000000000" pitchFamily="50" charset="0"/>
                <a:ea typeface="+mj-ea"/>
                <a:cs typeface="+mj-cs"/>
              </a:defRPr>
            </a:lvl1pPr>
          </a:lstStyle>
          <a:p>
            <a:r>
              <a:rPr lang="es-CO" altLang="es-CO" dirty="0"/>
              <a:t>La Arquitectura Empresarial puede ser de utilidad cuando:</a:t>
            </a:r>
          </a:p>
        </p:txBody>
      </p:sp>
    </p:spTree>
    <p:extLst>
      <p:ext uri="{BB962C8B-B14F-4D97-AF65-F5344CB8AC3E}">
        <p14:creationId xmlns:p14="http://schemas.microsoft.com/office/powerpoint/2010/main" val="2403994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1 Título"/>
          <p:cNvSpPr txBox="1">
            <a:spLocks noChangeArrowheads="1"/>
          </p:cNvSpPr>
          <p:nvPr/>
        </p:nvSpPr>
        <p:spPr bwMode="auto">
          <a:xfrm>
            <a:off x="1030772" y="623675"/>
            <a:ext cx="8697265" cy="114966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s-CO"/>
            </a:defPPr>
            <a:lvl1pPr algn="ctr" defTabSz="1036290"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6"/>
                </a:solidFill>
                <a:latin typeface="Flama Condensed Light" panose="02000000000000000000" pitchFamily="50" charset="0"/>
                <a:ea typeface="+mj-ea"/>
                <a:cs typeface="+mj-cs"/>
              </a:defRPr>
            </a:lvl1pPr>
          </a:lstStyle>
          <a:p>
            <a:r>
              <a:rPr lang="es-CO" altLang="es-CO" dirty="0"/>
              <a:t>Arquitectura Empresarial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32043F-E7C7-7518-92CB-E6DD823DE7B8}"/>
              </a:ext>
            </a:extLst>
          </p:cNvPr>
          <p:cNvSpPr txBox="1"/>
          <p:nvPr/>
        </p:nvSpPr>
        <p:spPr>
          <a:xfrm>
            <a:off x="838718" y="1912891"/>
            <a:ext cx="6386420" cy="428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40" dirty="0"/>
              <a:t>Una arquitectura empresarial (EA) es un modelo conceptual que define la estructura y el funcionamiento de las organizaciones. La intención de la arquitectura empresarial es determinar cómo una organización puede lograr de manera efectiva sus objetivos actuales y futuros. La arquitectura empresarial involucra la práctica de analizar, planificar, diseñar y eventualmente implementar el análisis en una empresa.</a:t>
            </a:r>
          </a:p>
          <a:p>
            <a:pPr algn="r">
              <a:lnSpc>
                <a:spcPct val="150000"/>
              </a:lnSpc>
            </a:pPr>
            <a:r>
              <a:rPr lang="es-MX" sz="2040" dirty="0" err="1"/>
              <a:t>Techtarget</a:t>
            </a:r>
            <a:r>
              <a:rPr lang="es-MX" sz="2040" dirty="0"/>
              <a:t>, 2020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C39E74E9-3F08-1607-4D9A-58970238C518}"/>
              </a:ext>
            </a:extLst>
          </p:cNvPr>
          <p:cNvGrpSpPr/>
          <p:nvPr/>
        </p:nvGrpSpPr>
        <p:grpSpPr>
          <a:xfrm>
            <a:off x="8114910" y="3305648"/>
            <a:ext cx="4863972" cy="3105421"/>
            <a:chOff x="4337700" y="2351016"/>
            <a:chExt cx="5586085" cy="3724320"/>
          </a:xfrm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379555DC-8373-71AC-BE32-98F1A93B3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37700" y="2351016"/>
              <a:ext cx="5508595" cy="3724320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</p:pic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AFF9DDCA-7849-20DE-6797-4F0B88A55788}"/>
                </a:ext>
              </a:extLst>
            </p:cNvPr>
            <p:cNvSpPr txBox="1"/>
            <p:nvPr/>
          </p:nvSpPr>
          <p:spPr>
            <a:xfrm>
              <a:off x="6471318" y="3116552"/>
              <a:ext cx="1213431" cy="424483"/>
            </a:xfrm>
            <a:prstGeom prst="rect">
              <a:avLst/>
            </a:prstGeom>
            <a:noFill/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 wrap="none" rtlCol="0">
              <a:spAutoFit/>
            </a:bodyPr>
            <a:lstStyle/>
            <a:p>
              <a:r>
                <a:rPr lang="es-ES" sz="1700" dirty="0">
                  <a:solidFill>
                    <a:schemeClr val="bg1"/>
                  </a:solidFill>
                </a:rPr>
                <a:t>Estrategia</a:t>
              </a:r>
              <a:endParaRPr lang="es-CO" sz="1700" dirty="0">
                <a:solidFill>
                  <a:schemeClr val="bg1"/>
                </a:solidFill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C9722EB2-79EE-A5D2-E2E6-0CA0A18D34CA}"/>
                </a:ext>
              </a:extLst>
            </p:cNvPr>
            <p:cNvSpPr txBox="1"/>
            <p:nvPr/>
          </p:nvSpPr>
          <p:spPr>
            <a:xfrm>
              <a:off x="8383862" y="2994414"/>
              <a:ext cx="1174330" cy="445323"/>
            </a:xfrm>
            <a:prstGeom prst="rect">
              <a:avLst/>
            </a:prstGeom>
            <a:noFill/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 wrap="none" rtlCol="0">
              <a:spAutoFit/>
            </a:bodyPr>
            <a:lstStyle/>
            <a:p>
              <a:r>
                <a:rPr lang="es-ES" sz="1813" dirty="0"/>
                <a:t>Procesos</a:t>
              </a:r>
              <a:endParaRPr lang="es-CO" sz="1813" dirty="0"/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41E43321-D22E-73D1-9069-82AA3771B485}"/>
                </a:ext>
              </a:extLst>
            </p:cNvPr>
            <p:cNvSpPr txBox="1"/>
            <p:nvPr/>
          </p:nvSpPr>
          <p:spPr>
            <a:xfrm>
              <a:off x="4692921" y="3008997"/>
              <a:ext cx="1267778" cy="445323"/>
            </a:xfrm>
            <a:prstGeom prst="rect">
              <a:avLst/>
            </a:prstGeom>
            <a:noFill/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 wrap="none" rtlCol="0">
              <a:spAutoFit/>
            </a:bodyPr>
            <a:lstStyle/>
            <a:p>
              <a:r>
                <a:rPr lang="es-ES" sz="1813" dirty="0">
                  <a:solidFill>
                    <a:schemeClr val="bg1"/>
                  </a:solidFill>
                </a:rPr>
                <a:t>Portafolio</a:t>
              </a:r>
              <a:endParaRPr lang="es-CO" sz="1813" dirty="0">
                <a:solidFill>
                  <a:schemeClr val="bg1"/>
                </a:solidFill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BEAD453B-7C23-E452-A153-EAFD535AFB5D}"/>
                </a:ext>
              </a:extLst>
            </p:cNvPr>
            <p:cNvSpPr txBox="1"/>
            <p:nvPr/>
          </p:nvSpPr>
          <p:spPr>
            <a:xfrm>
              <a:off x="4566353" y="4928203"/>
              <a:ext cx="1059532" cy="779910"/>
            </a:xfrm>
            <a:prstGeom prst="rect">
              <a:avLst/>
            </a:prstGeom>
            <a:noFill/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813" dirty="0">
                  <a:solidFill>
                    <a:schemeClr val="bg1"/>
                  </a:solidFill>
                </a:rPr>
                <a:t>Aplicaciones</a:t>
              </a:r>
              <a:endParaRPr lang="es-CO" sz="1813" dirty="0">
                <a:solidFill>
                  <a:schemeClr val="bg1"/>
                </a:solidFill>
              </a:endParaRP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3D466E84-C212-F798-EFB0-CE2805B9CE10}"/>
                </a:ext>
              </a:extLst>
            </p:cNvPr>
            <p:cNvSpPr txBox="1"/>
            <p:nvPr/>
          </p:nvSpPr>
          <p:spPr>
            <a:xfrm>
              <a:off x="8265466" y="4774315"/>
              <a:ext cx="1658319" cy="779910"/>
            </a:xfrm>
            <a:prstGeom prst="rect">
              <a:avLst/>
            </a:prstGeom>
            <a:noFill/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813" dirty="0">
                  <a:solidFill>
                    <a:schemeClr val="bg1"/>
                  </a:solidFill>
                </a:rPr>
                <a:t>Aplicaciones de software</a:t>
              </a:r>
              <a:endParaRPr lang="es-CO" sz="1813" dirty="0">
                <a:solidFill>
                  <a:schemeClr val="bg1"/>
                </a:solidFill>
              </a:endParaRP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30012AE1-4438-8B5A-791B-29774B15C7E1}"/>
                </a:ext>
              </a:extLst>
            </p:cNvPr>
            <p:cNvSpPr txBox="1"/>
            <p:nvPr/>
          </p:nvSpPr>
          <p:spPr>
            <a:xfrm>
              <a:off x="6116517" y="4774315"/>
              <a:ext cx="2071459" cy="779910"/>
            </a:xfrm>
            <a:prstGeom prst="rect">
              <a:avLst/>
            </a:prstGeom>
            <a:noFill/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813" dirty="0">
                  <a:solidFill>
                    <a:schemeClr val="bg1"/>
                  </a:solidFill>
                </a:rPr>
                <a:t>Infraestructura Tecnológica</a:t>
              </a:r>
              <a:endParaRPr lang="es-CO" sz="1813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4480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 noChangeArrowheads="1"/>
          </p:cNvSpPr>
          <p:nvPr/>
        </p:nvSpPr>
        <p:spPr bwMode="auto">
          <a:xfrm>
            <a:off x="654918" y="882407"/>
            <a:ext cx="10223890" cy="114966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ctr" defTabSz="1036290"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6"/>
                </a:solidFill>
                <a:latin typeface="Flama Condensed Light" panose="02000000000000000000" pitchFamily="50" charset="0"/>
                <a:ea typeface="+mj-ea"/>
                <a:cs typeface="+mj-cs"/>
              </a:defRPr>
            </a:lvl1pPr>
          </a:lstStyle>
          <a:p>
            <a:r>
              <a:rPr lang="es-CO" altLang="es-CO" dirty="0"/>
              <a:t>Artefactos Arquitectura Empresarial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348349" y="4528933"/>
            <a:ext cx="1022389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dirty="0"/>
              <a:t>Arquitectura de la Información: Entidades, Relaciones, Atributos, Definiciones, Valores de Referencia</a:t>
            </a:r>
            <a:endParaRPr lang="es-CO" sz="2000" dirty="0"/>
          </a:p>
        </p:txBody>
      </p:sp>
      <p:sp>
        <p:nvSpPr>
          <p:cNvPr id="4" name="CuadroTexto 3"/>
          <p:cNvSpPr txBox="1"/>
          <p:nvPr/>
        </p:nvSpPr>
        <p:spPr>
          <a:xfrm>
            <a:off x="1348352" y="3282462"/>
            <a:ext cx="1022389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dirty="0"/>
              <a:t>Arquitectura de Procesos: Funciones, Actividades, Flujos, Ciclos, Procedimientos</a:t>
            </a:r>
            <a:endParaRPr lang="es-CO" sz="2000" dirty="0"/>
          </a:p>
        </p:txBody>
      </p:sp>
      <p:sp>
        <p:nvSpPr>
          <p:cNvPr id="5" name="CuadroTexto 4"/>
          <p:cNvSpPr txBox="1"/>
          <p:nvPr/>
        </p:nvSpPr>
        <p:spPr>
          <a:xfrm>
            <a:off x="1348353" y="2640313"/>
            <a:ext cx="1022389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dirty="0"/>
              <a:t>Arquitectura del Negocio: Metas, Estrategias, Roles, Ubicaciones, Drivers, Objetivos</a:t>
            </a:r>
            <a:endParaRPr lang="es-CO" sz="2000" dirty="0"/>
          </a:p>
        </p:txBody>
      </p:sp>
      <p:sp>
        <p:nvSpPr>
          <p:cNvPr id="6" name="CuadroTexto 5"/>
          <p:cNvSpPr txBox="1"/>
          <p:nvPr/>
        </p:nvSpPr>
        <p:spPr>
          <a:xfrm>
            <a:off x="1348347" y="3905697"/>
            <a:ext cx="1022389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dirty="0"/>
              <a:t>Arquitectura de Sistemas: Aplicaciones, componentes de software, interfaces, proyectos</a:t>
            </a:r>
            <a:endParaRPr lang="es-CO" sz="2000" dirty="0"/>
          </a:p>
        </p:txBody>
      </p:sp>
      <p:sp>
        <p:nvSpPr>
          <p:cNvPr id="7" name="CuadroTexto 6"/>
          <p:cNvSpPr txBox="1"/>
          <p:nvPr/>
        </p:nvSpPr>
        <p:spPr>
          <a:xfrm>
            <a:off x="1348352" y="5507793"/>
            <a:ext cx="1022389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dirty="0"/>
              <a:t>Arquitectura de Tecnología: Redes, Hardware, Software, Protocolos, Contenedores</a:t>
            </a:r>
            <a:endParaRPr lang="es-CO" sz="2000" dirty="0"/>
          </a:p>
        </p:txBody>
      </p:sp>
      <p:sp>
        <p:nvSpPr>
          <p:cNvPr id="8" name="CuadroTexto 7"/>
          <p:cNvSpPr txBox="1"/>
          <p:nvPr/>
        </p:nvSpPr>
        <p:spPr>
          <a:xfrm>
            <a:off x="10397786" y="6705600"/>
            <a:ext cx="2348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Fuente: DMBOK. Dama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25113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33105" y="3099842"/>
            <a:ext cx="10363200" cy="2705947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600" b="1" dirty="0" err="1">
                <a:solidFill>
                  <a:schemeClr val="accent6"/>
                </a:solidFill>
              </a:rPr>
              <a:t>Frameworks</a:t>
            </a:r>
            <a:r>
              <a:rPr lang="es-ES" sz="3600" b="1" dirty="0">
                <a:solidFill>
                  <a:schemeClr val="accent6"/>
                </a:solidFill>
              </a:rPr>
              <a:t> para diseñar Arquitectura Empresarial</a:t>
            </a:r>
            <a:endParaRPr lang="es-CO" sz="3600" b="1" dirty="0">
              <a:solidFill>
                <a:schemeClr val="accent6"/>
              </a:solidFill>
            </a:endParaRPr>
          </a:p>
        </p:txBody>
      </p:sp>
      <p:pic>
        <p:nvPicPr>
          <p:cNvPr id="1026" name="Picture 2" descr="ZF3.0s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517" y="2330698"/>
            <a:ext cx="2094359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300" y="1275805"/>
            <a:ext cx="1594254" cy="2109787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8032" y="1540123"/>
            <a:ext cx="2085874" cy="1845468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005" y="1551467"/>
            <a:ext cx="3246437" cy="184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878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 noChangeArrowheads="1"/>
          </p:cNvSpPr>
          <p:nvPr/>
        </p:nvSpPr>
        <p:spPr bwMode="auto">
          <a:xfrm>
            <a:off x="1348353" y="356238"/>
            <a:ext cx="10223890" cy="114966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ctr" defTabSz="1036290"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6"/>
                </a:solidFill>
                <a:latin typeface="Flama Condensed Light" panose="02000000000000000000" pitchFamily="50" charset="0"/>
                <a:ea typeface="+mj-ea"/>
                <a:cs typeface="+mj-cs"/>
              </a:defRPr>
            </a:lvl1pPr>
          </a:lstStyle>
          <a:p>
            <a:r>
              <a:rPr lang="es-CO" altLang="es-CO" dirty="0" err="1"/>
              <a:t>Frameworks</a:t>
            </a:r>
            <a:r>
              <a:rPr lang="es-CO" altLang="es-CO" dirty="0"/>
              <a:t> Arquitectura Empresarial</a:t>
            </a: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4117568206"/>
              </p:ext>
            </p:extLst>
          </p:nvPr>
        </p:nvGraphicFramePr>
        <p:xfrm>
          <a:off x="757968" y="2900155"/>
          <a:ext cx="9928614" cy="41425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2" descr="ZF3.0sm">
            <a:extLst>
              <a:ext uri="{FF2B5EF4-FFF2-40B4-BE49-F238E27FC236}">
                <a16:creationId xmlns:a16="http://schemas.microsoft.com/office/drawing/2014/main" id="{E0E3802C-B1BB-46A1-9EDF-FEBBE604C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641" y="1601973"/>
            <a:ext cx="1382420" cy="1068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8B7C989-80F5-46F1-B4DF-4E26CEB36C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3637" y="1588489"/>
            <a:ext cx="1022698" cy="113814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C3BCED2-4A62-4ACF-9E1F-9140630BB5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3011" y="1505906"/>
            <a:ext cx="1425212" cy="12609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D6368CB-6EC1-4B1C-A27C-8CE89E62E40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42069" y="1588489"/>
            <a:ext cx="2020209" cy="114966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E414AE5-583A-4419-B540-02ABB463ECE1}"/>
              </a:ext>
            </a:extLst>
          </p:cNvPr>
          <p:cNvSpPr txBox="1"/>
          <p:nvPr/>
        </p:nvSpPr>
        <p:spPr>
          <a:xfrm>
            <a:off x="11009754" y="3848040"/>
            <a:ext cx="255614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/>
              <a:t>Otros </a:t>
            </a:r>
            <a:r>
              <a:rPr lang="es-ES" sz="2000" dirty="0" err="1"/>
              <a:t>frameworks</a:t>
            </a:r>
            <a:r>
              <a:rPr lang="es-ES" sz="2000" dirty="0"/>
              <a:t> son:</a:t>
            </a:r>
          </a:p>
          <a:p>
            <a:endParaRPr lang="es-ES" sz="2000" dirty="0"/>
          </a:p>
          <a:p>
            <a:pPr marL="285757" indent="-285757">
              <a:buFont typeface="Arial" panose="020B0604020202020204" pitchFamily="34" charset="0"/>
              <a:buChar char="•"/>
            </a:pPr>
            <a:r>
              <a:rPr lang="es-ES" sz="2000" dirty="0" err="1"/>
              <a:t>MoDAF</a:t>
            </a:r>
            <a:endParaRPr lang="es-ES" sz="2000" dirty="0"/>
          </a:p>
          <a:p>
            <a:pPr marL="285757" indent="-285757">
              <a:buFont typeface="Arial" panose="020B0604020202020204" pitchFamily="34" charset="0"/>
              <a:buChar char="•"/>
            </a:pPr>
            <a:r>
              <a:rPr lang="es-ES" sz="2000" dirty="0" err="1"/>
              <a:t>Obashi</a:t>
            </a:r>
            <a:endParaRPr lang="es-ES" sz="2000" dirty="0"/>
          </a:p>
          <a:p>
            <a:pPr marL="285757" indent="-285757">
              <a:buFont typeface="Arial" panose="020B0604020202020204" pitchFamily="34" charset="0"/>
              <a:buChar char="•"/>
            </a:pPr>
            <a:r>
              <a:rPr lang="es-ES" sz="2000" dirty="0"/>
              <a:t>SAP</a:t>
            </a:r>
          </a:p>
          <a:p>
            <a:pPr marL="285757" indent="-285757">
              <a:buFont typeface="Arial" panose="020B0604020202020204" pitchFamily="34" charset="0"/>
              <a:buChar char="•"/>
            </a:pPr>
            <a:r>
              <a:rPr lang="es-ES" sz="2000" dirty="0"/>
              <a:t>Oracle</a:t>
            </a:r>
          </a:p>
          <a:p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61576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Framework TOGAF</a:t>
            </a:r>
            <a:endParaRPr lang="es-CO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330" y="1151235"/>
            <a:ext cx="4198620" cy="220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211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Marcador de contenido 2"/>
          <p:cNvSpPr>
            <a:spLocks noGrp="1"/>
          </p:cNvSpPr>
          <p:nvPr>
            <p:ph idx="1"/>
          </p:nvPr>
        </p:nvSpPr>
        <p:spPr>
          <a:xfrm>
            <a:off x="8401050" y="3295651"/>
            <a:ext cx="3048000" cy="23350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altLang="es-CO" sz="2000" dirty="0"/>
              <a:t>Contexto 2:</a:t>
            </a:r>
          </a:p>
          <a:p>
            <a:pPr marL="0" indent="0">
              <a:buNone/>
            </a:pPr>
            <a:r>
              <a:rPr lang="es-CO" altLang="es-CO" sz="2000" dirty="0"/>
              <a:t>Estructura de sus componentes, sus interacciones, las nociones y principios, así como las guías para la evolución en el tiempo</a:t>
            </a:r>
          </a:p>
          <a:p>
            <a:pPr lvl="1"/>
            <a:endParaRPr lang="es-CO" altLang="es-CO" sz="1800" dirty="0"/>
          </a:p>
        </p:txBody>
      </p:sp>
      <p:sp>
        <p:nvSpPr>
          <p:cNvPr id="10244" name="1 Título"/>
          <p:cNvSpPr txBox="1">
            <a:spLocks noChangeArrowheads="1"/>
          </p:cNvSpPr>
          <p:nvPr/>
        </p:nvSpPr>
        <p:spPr bwMode="auto">
          <a:xfrm>
            <a:off x="3224530" y="1002982"/>
            <a:ext cx="10353040" cy="114966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es-CO"/>
            </a:defPPr>
            <a:lvl1pPr algn="ctr" defTabSz="1036290">
              <a:lnSpc>
                <a:spcPct val="90000"/>
              </a:lnSpc>
              <a:spcBef>
                <a:spcPct val="0"/>
              </a:spcBef>
              <a:buNone/>
              <a:defRPr sz="3530" b="1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altLang="es-CO" sz="4001" dirty="0"/>
              <a:t>TOGAF – Contextualización de la Arquitectura Empresarial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1981202" y="2533650"/>
            <a:ext cx="3879850" cy="3657600"/>
            <a:chOff x="857251" y="2324100"/>
            <a:chExt cx="3879850" cy="3657600"/>
          </a:xfrm>
        </p:grpSpPr>
        <p:sp>
          <p:nvSpPr>
            <p:cNvPr id="2" name="Rectángulo 1"/>
            <p:cNvSpPr/>
            <p:nvPr/>
          </p:nvSpPr>
          <p:spPr>
            <a:xfrm>
              <a:off x="1352551" y="3230558"/>
              <a:ext cx="3384550" cy="225584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/>
            <a:p>
              <a:pPr defTabSz="1036314">
                <a:lnSpc>
                  <a:spcPct val="90000"/>
                </a:lnSpc>
                <a:spcBef>
                  <a:spcPts val="1133"/>
                </a:spcBef>
              </a:pPr>
              <a:r>
                <a:rPr lang="es-CO" altLang="es-CO" sz="2000" dirty="0"/>
                <a:t>Contexto 1:</a:t>
              </a:r>
            </a:p>
            <a:p>
              <a:pPr defTabSz="1036314">
                <a:lnSpc>
                  <a:spcPct val="90000"/>
                </a:lnSpc>
                <a:spcBef>
                  <a:spcPts val="1133"/>
                </a:spcBef>
              </a:pPr>
              <a:r>
                <a:rPr lang="es-CO" altLang="es-CO" sz="2000" dirty="0"/>
                <a:t>Descripción formal de un sistema o un plan detallado del sistema en un nivel de componentes para guiar su implementación</a:t>
              </a:r>
            </a:p>
          </p:txBody>
        </p:sp>
        <p:sp>
          <p:nvSpPr>
            <p:cNvPr id="3" name="Anillo 2"/>
            <p:cNvSpPr/>
            <p:nvPr/>
          </p:nvSpPr>
          <p:spPr>
            <a:xfrm>
              <a:off x="857251" y="2324100"/>
              <a:ext cx="3879850" cy="3657600"/>
            </a:xfrm>
            <a:prstGeom prst="donut">
              <a:avLst>
                <a:gd name="adj" fmla="val 454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</p:grpSp>
      <p:sp>
        <p:nvSpPr>
          <p:cNvPr id="7" name="Anillo 6"/>
          <p:cNvSpPr/>
          <p:nvPr/>
        </p:nvSpPr>
        <p:spPr>
          <a:xfrm>
            <a:off x="7901941" y="2533650"/>
            <a:ext cx="3879850" cy="3657600"/>
          </a:xfrm>
          <a:prstGeom prst="donut">
            <a:avLst>
              <a:gd name="adj" fmla="val 4549"/>
            </a:avLst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7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1 Título"/>
          <p:cNvSpPr txBox="1">
            <a:spLocks noChangeArrowheads="1"/>
          </p:cNvSpPr>
          <p:nvPr/>
        </p:nvSpPr>
        <p:spPr bwMode="auto">
          <a:xfrm>
            <a:off x="876301" y="356237"/>
            <a:ext cx="11214101" cy="114966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es-CO"/>
            </a:defPPr>
            <a:lvl1pPr algn="ctr" defTabSz="1036290">
              <a:lnSpc>
                <a:spcPct val="90000"/>
              </a:lnSpc>
              <a:spcBef>
                <a:spcPct val="0"/>
              </a:spcBef>
              <a:buNone/>
              <a:defRPr sz="3530" b="1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altLang="es-CO" sz="4001" dirty="0"/>
              <a:t>Dominios TOGAF</a:t>
            </a:r>
          </a:p>
        </p:txBody>
      </p:sp>
      <p:pic>
        <p:nvPicPr>
          <p:cNvPr id="12292" name="Imagen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419" y="1415453"/>
            <a:ext cx="7417406" cy="5187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3" name="CuadroTexto 3"/>
          <p:cNvSpPr txBox="1">
            <a:spLocks noChangeArrowheads="1"/>
          </p:cNvSpPr>
          <p:nvPr/>
        </p:nvSpPr>
        <p:spPr bwMode="auto">
          <a:xfrm>
            <a:off x="9503883" y="6602817"/>
            <a:ext cx="3767771" cy="336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s-CO" sz="1587" dirty="0"/>
              <a:t>Fuente: </a:t>
            </a:r>
            <a:r>
              <a:rPr lang="en-US" altLang="es-CO" sz="1587" dirty="0" err="1"/>
              <a:t>Adaptación</a:t>
            </a:r>
            <a:r>
              <a:rPr lang="en-US" altLang="es-CO" sz="1587" dirty="0"/>
              <a:t>  Colombia Digital</a:t>
            </a:r>
            <a:endParaRPr lang="es-CO" altLang="es-CO" sz="1587" dirty="0"/>
          </a:p>
        </p:txBody>
      </p:sp>
    </p:spTree>
    <p:extLst>
      <p:ext uri="{BB962C8B-B14F-4D97-AF65-F5344CB8AC3E}">
        <p14:creationId xmlns:p14="http://schemas.microsoft.com/office/powerpoint/2010/main" val="2094816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1 Título"/>
          <p:cNvSpPr txBox="1">
            <a:spLocks noChangeArrowheads="1"/>
          </p:cNvSpPr>
          <p:nvPr/>
        </p:nvSpPr>
        <p:spPr bwMode="auto">
          <a:xfrm>
            <a:off x="1898469" y="356237"/>
            <a:ext cx="10543541" cy="114966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es-CO"/>
            </a:defPPr>
            <a:lvl1pPr algn="ctr" defTabSz="1036290">
              <a:lnSpc>
                <a:spcPct val="90000"/>
              </a:lnSpc>
              <a:spcBef>
                <a:spcPct val="0"/>
              </a:spcBef>
              <a:buNone/>
              <a:defRPr sz="3530" b="1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altLang="es-CO" sz="4001" dirty="0"/>
              <a:t>TOGAF ADM</a:t>
            </a:r>
          </a:p>
          <a:p>
            <a:r>
              <a:rPr lang="es-CO" altLang="es-CO" sz="4001" dirty="0" err="1"/>
              <a:t>Architecture</a:t>
            </a:r>
            <a:r>
              <a:rPr lang="es-CO" altLang="es-CO" sz="4001" dirty="0"/>
              <a:t> </a:t>
            </a:r>
            <a:r>
              <a:rPr lang="es-CO" altLang="es-CO" sz="4001" dirty="0" err="1"/>
              <a:t>Development</a:t>
            </a:r>
            <a:r>
              <a:rPr lang="es-CO" altLang="es-CO" sz="4001" dirty="0"/>
              <a:t> </a:t>
            </a:r>
            <a:r>
              <a:rPr lang="es-CO" altLang="es-CO" sz="4001" dirty="0" err="1"/>
              <a:t>Method</a:t>
            </a:r>
            <a:r>
              <a:rPr lang="es-CO" altLang="es-CO" sz="4001" dirty="0"/>
              <a:t> </a:t>
            </a:r>
          </a:p>
        </p:txBody>
      </p:sp>
      <p:sp>
        <p:nvSpPr>
          <p:cNvPr id="15364" name="Marcador de contenido 2"/>
          <p:cNvSpPr>
            <a:spLocks noGrp="1"/>
          </p:cNvSpPr>
          <p:nvPr>
            <p:ph idx="1"/>
          </p:nvPr>
        </p:nvSpPr>
        <p:spPr>
          <a:xfrm>
            <a:off x="1028700" y="2420515"/>
            <a:ext cx="5848350" cy="3751685"/>
          </a:xfrm>
        </p:spPr>
        <p:txBody>
          <a:bodyPr>
            <a:noAutofit/>
          </a:bodyPr>
          <a:lstStyle/>
          <a:p>
            <a:r>
              <a:rPr lang="es-CO" altLang="es-CO" sz="2000" dirty="0"/>
              <a:t>Es un proceso iterativo para desarrollar la arquitectura empresarial</a:t>
            </a:r>
          </a:p>
          <a:p>
            <a:r>
              <a:rPr lang="es-CO" altLang="es-CO" sz="2000" dirty="0"/>
              <a:t>Integrador de todos los elementos de TOGAF</a:t>
            </a:r>
          </a:p>
          <a:p>
            <a:r>
              <a:rPr lang="es-CO" altLang="es-CO" sz="2000" dirty="0"/>
              <a:t>Direcciona necesidades del negocio y TI para proveer</a:t>
            </a:r>
          </a:p>
          <a:p>
            <a:pPr lvl="1"/>
            <a:r>
              <a:rPr lang="es-CO" altLang="es-CO" sz="1800" dirty="0"/>
              <a:t>Conjunto de vistas de la arquitectura</a:t>
            </a:r>
          </a:p>
          <a:p>
            <a:pPr lvl="1"/>
            <a:r>
              <a:rPr lang="es-CO" altLang="es-CO" sz="1800" dirty="0"/>
              <a:t>Conjunto de entregables</a:t>
            </a:r>
          </a:p>
          <a:p>
            <a:pPr lvl="1"/>
            <a:r>
              <a:rPr lang="es-CO" altLang="es-CO" sz="1800" dirty="0"/>
              <a:t>Metodología para manejar los requerimientos</a:t>
            </a:r>
          </a:p>
          <a:p>
            <a:pPr lvl="1"/>
            <a:r>
              <a:rPr lang="es-CO" altLang="es-CO" sz="1800" dirty="0"/>
              <a:t>Herramientas para desarrollar la arquitectura</a:t>
            </a:r>
          </a:p>
        </p:txBody>
      </p:sp>
      <p:pic>
        <p:nvPicPr>
          <p:cNvPr id="4" name="Imagen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363" y="1505904"/>
            <a:ext cx="3987971" cy="5356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4609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609" y="280980"/>
            <a:ext cx="5249381" cy="6936119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7457440" y="2747150"/>
            <a:ext cx="6087110" cy="155053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 defTabSz="1036290">
              <a:lnSpc>
                <a:spcPct val="90000"/>
              </a:lnSpc>
              <a:spcBef>
                <a:spcPct val="0"/>
              </a:spcBef>
            </a:pPr>
            <a:r>
              <a:rPr lang="es-ES" sz="4000" b="1" dirty="0">
                <a:solidFill>
                  <a:schemeClr val="accent6"/>
                </a:solidFill>
                <a:latin typeface="Flama Condensed Light" panose="02000000000000000000" pitchFamily="50" charset="0"/>
                <a:ea typeface="+mj-ea"/>
                <a:cs typeface="+mj-cs"/>
              </a:rPr>
              <a:t>Arquitectura de Aplicaciones en TOGAF ©</a:t>
            </a:r>
            <a:endParaRPr lang="es-CO" sz="4000" b="1" dirty="0">
              <a:solidFill>
                <a:schemeClr val="accent6"/>
              </a:solidFill>
              <a:latin typeface="Flama Condensed Light" panose="02000000000000000000" pitchFamily="50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43527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/>
          <p:cNvSpPr txBox="1">
            <a:spLocks/>
          </p:cNvSpPr>
          <p:nvPr/>
        </p:nvSpPr>
        <p:spPr>
          <a:xfrm>
            <a:off x="949961" y="413810"/>
            <a:ext cx="9640873" cy="150230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s-CO"/>
            </a:defPPr>
            <a:lvl1pPr algn="ctr" defTabSz="1036290"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6"/>
                </a:solidFill>
                <a:latin typeface="Flama Condensed Light" panose="02000000000000000000" pitchFamily="50" charset="0"/>
                <a:ea typeface="+mj-ea"/>
                <a:cs typeface="+mj-cs"/>
              </a:defRPr>
            </a:lvl1pPr>
          </a:lstStyle>
          <a:p>
            <a:r>
              <a:rPr lang="es-ES" dirty="0"/>
              <a:t>Arquitectura de Aplicaciones Basada en TOGAF - Objetivos</a:t>
            </a:r>
          </a:p>
        </p:txBody>
      </p:sp>
      <p:sp>
        <p:nvSpPr>
          <p:cNvPr id="7" name="Rectángulo 6"/>
          <p:cNvSpPr/>
          <p:nvPr/>
        </p:nvSpPr>
        <p:spPr>
          <a:xfrm>
            <a:off x="1215095" y="3008787"/>
            <a:ext cx="779088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/>
              <a:t>Desarrollar la arquitectura de Aplicaciones que habilita la Arquitectura del negocio y la visión de la arquitectura</a:t>
            </a:r>
          </a:p>
          <a:p>
            <a:endParaRPr lang="es-CO" sz="2000" dirty="0"/>
          </a:p>
          <a:p>
            <a:r>
              <a:rPr lang="es-CO" sz="2000" dirty="0"/>
              <a:t>Atender las solicitudes para el trabajo de arquitectura y las preocupaciones de los interesados</a:t>
            </a:r>
          </a:p>
          <a:p>
            <a:endParaRPr lang="es-CO" sz="2000" dirty="0"/>
          </a:p>
          <a:p>
            <a:r>
              <a:rPr lang="es-CO" sz="2000" dirty="0"/>
              <a:t>Identificar los componentes </a:t>
            </a:r>
            <a:r>
              <a:rPr lang="es-CO" sz="2000" dirty="0" err="1"/>
              <a:t>candiAplicaciones</a:t>
            </a:r>
            <a:r>
              <a:rPr lang="es-CO" sz="2000" dirty="0"/>
              <a:t> para el </a:t>
            </a:r>
            <a:r>
              <a:rPr lang="es-CO" sz="2000" dirty="0" err="1"/>
              <a:t>roadmap</a:t>
            </a:r>
            <a:r>
              <a:rPr lang="es-CO" sz="2000" dirty="0"/>
              <a:t> de la arquitectura en función de las brechas entre las arquitecturas de Aplicaciones (As </a:t>
            </a:r>
            <a:r>
              <a:rPr lang="es-CO" sz="2000" dirty="0" err="1"/>
              <a:t>Is</a:t>
            </a:r>
            <a:r>
              <a:rPr lang="es-CO" sz="2000" dirty="0"/>
              <a:t> &amp; To Be)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8426" y="3538447"/>
            <a:ext cx="2185972" cy="168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657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949961" y="413810"/>
            <a:ext cx="9941815" cy="150230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s-CO"/>
            </a:defPPr>
            <a:lvl1pPr algn="ctr" defTabSz="1036290"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6"/>
                </a:solidFill>
                <a:latin typeface="Flama Condensed Light" panose="02000000000000000000" pitchFamily="50" charset="0"/>
                <a:ea typeface="+mj-ea"/>
                <a:cs typeface="+mj-cs"/>
              </a:defRPr>
            </a:lvl1pPr>
          </a:lstStyle>
          <a:p>
            <a:r>
              <a:rPr lang="es-ES" dirty="0"/>
              <a:t>Arquitectura de Aplicaciones Basada en TOGAF - Entradas</a:t>
            </a:r>
            <a:endParaRPr lang="es-CO" dirty="0"/>
          </a:p>
        </p:txBody>
      </p:sp>
      <p:sp>
        <p:nvSpPr>
          <p:cNvPr id="4" name="Esquina doblada 3"/>
          <p:cNvSpPr/>
          <p:nvPr/>
        </p:nvSpPr>
        <p:spPr>
          <a:xfrm>
            <a:off x="4859435" y="2539309"/>
            <a:ext cx="2908732" cy="4149359"/>
          </a:xfrm>
          <a:prstGeom prst="foldedCorner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s-ES" b="1" dirty="0">
                <a:solidFill>
                  <a:schemeClr val="tx2"/>
                </a:solidFill>
              </a:rPr>
              <a:t>Borradores de definición de Arquitectura</a:t>
            </a:r>
          </a:p>
          <a:p>
            <a:pPr algn="ctr"/>
            <a:r>
              <a:rPr lang="es-ES" b="1" dirty="0">
                <a:solidFill>
                  <a:schemeClr val="tx2"/>
                </a:solidFill>
              </a:rPr>
              <a:t>(línea base (As </a:t>
            </a:r>
            <a:r>
              <a:rPr lang="es-ES" b="1" dirty="0" err="1">
                <a:solidFill>
                  <a:schemeClr val="tx2"/>
                </a:solidFill>
              </a:rPr>
              <a:t>is</a:t>
            </a:r>
            <a:r>
              <a:rPr lang="es-ES" b="1" dirty="0">
                <a:solidFill>
                  <a:schemeClr val="tx2"/>
                </a:solidFill>
              </a:rPr>
              <a:t>) – To Be)</a:t>
            </a:r>
          </a:p>
          <a:p>
            <a:pPr algn="ctr"/>
            <a:endParaRPr lang="es-ES" dirty="0"/>
          </a:p>
          <a:p>
            <a:pPr algn="ctr"/>
            <a:endParaRPr lang="es-ES" dirty="0"/>
          </a:p>
          <a:p>
            <a:pPr algn="ctr"/>
            <a:r>
              <a:rPr lang="es-ES" dirty="0"/>
              <a:t>Arquitectura de Negocio</a:t>
            </a:r>
          </a:p>
          <a:p>
            <a:pPr algn="ctr"/>
            <a:r>
              <a:rPr lang="es-ES" dirty="0"/>
              <a:t>Arquitectura de Aplicaciones</a:t>
            </a:r>
          </a:p>
          <a:p>
            <a:pPr algn="ctr"/>
            <a:r>
              <a:rPr lang="es-ES" dirty="0"/>
              <a:t>Arquitectura de Tecnología</a:t>
            </a:r>
          </a:p>
          <a:p>
            <a:pPr algn="ctr"/>
            <a:endParaRPr lang="es-CO" dirty="0"/>
          </a:p>
        </p:txBody>
      </p:sp>
      <p:sp>
        <p:nvSpPr>
          <p:cNvPr id="5" name="Esquina doblada 4"/>
          <p:cNvSpPr/>
          <p:nvPr/>
        </p:nvSpPr>
        <p:spPr>
          <a:xfrm>
            <a:off x="949960" y="2539307"/>
            <a:ext cx="2908732" cy="4149360"/>
          </a:xfrm>
          <a:prstGeom prst="foldedCorne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2"/>
                </a:solidFill>
              </a:rPr>
              <a:t>Documentos Generales</a:t>
            </a:r>
          </a:p>
          <a:p>
            <a:pPr algn="ctr"/>
            <a:endParaRPr lang="es-ES" dirty="0"/>
          </a:p>
          <a:p>
            <a:pPr algn="ctr"/>
            <a:r>
              <a:rPr lang="es-ES" dirty="0"/>
              <a:t>Framework arquitectura</a:t>
            </a:r>
          </a:p>
          <a:p>
            <a:pPr algn="ctr"/>
            <a:r>
              <a:rPr lang="es-ES" dirty="0"/>
              <a:t>Especificación de la Arquitectura</a:t>
            </a:r>
          </a:p>
          <a:p>
            <a:pPr algn="ctr"/>
            <a:r>
              <a:rPr lang="es-ES" dirty="0"/>
              <a:t>Visión de la Arquitectura</a:t>
            </a:r>
          </a:p>
          <a:p>
            <a:pPr algn="ctr"/>
            <a:r>
              <a:rPr lang="es-ES" dirty="0"/>
              <a:t>Roadmap de la Arquitectura</a:t>
            </a:r>
          </a:p>
          <a:p>
            <a:pPr algn="ctr"/>
            <a:endParaRPr lang="es-CO" dirty="0"/>
          </a:p>
        </p:txBody>
      </p:sp>
      <p:sp>
        <p:nvSpPr>
          <p:cNvPr id="6" name="Esquina doblada 5"/>
          <p:cNvSpPr/>
          <p:nvPr/>
        </p:nvSpPr>
        <p:spPr>
          <a:xfrm>
            <a:off x="8755381" y="2539309"/>
            <a:ext cx="4503419" cy="4149359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s-ES" b="1" dirty="0">
                <a:solidFill>
                  <a:schemeClr val="tx2"/>
                </a:solidFill>
              </a:rPr>
              <a:t>Especificación de Requerimientos</a:t>
            </a:r>
          </a:p>
          <a:p>
            <a:pPr algn="ctr"/>
            <a:endParaRPr lang="es-ES" dirty="0"/>
          </a:p>
          <a:p>
            <a:pPr marL="285757" indent="-285757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Resultados de análisis de brecha</a:t>
            </a:r>
          </a:p>
          <a:p>
            <a:pPr marL="285757" indent="-285757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Requerimientos técnicos relevantes</a:t>
            </a:r>
          </a:p>
          <a:p>
            <a:pPr marL="285757" indent="-285757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Requerimientos de interoperabilidad</a:t>
            </a:r>
          </a:p>
          <a:p>
            <a:pPr marL="285757" indent="-285757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Necesidades de cambio desde las áreas</a:t>
            </a:r>
          </a:p>
          <a:p>
            <a:pPr marL="285757" indent="-285757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Restricciones tecnológicas a ser diseñadas</a:t>
            </a:r>
          </a:p>
          <a:p>
            <a:pPr marL="285757" indent="-285757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Actualización de requerimientos de negocio</a:t>
            </a:r>
          </a:p>
          <a:p>
            <a:pPr marL="285757" indent="-285757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Actualización de Aplicaciones</a:t>
            </a:r>
          </a:p>
        </p:txBody>
      </p:sp>
    </p:spTree>
    <p:extLst>
      <p:ext uri="{BB962C8B-B14F-4D97-AF65-F5344CB8AC3E}">
        <p14:creationId xmlns:p14="http://schemas.microsoft.com/office/powerpoint/2010/main" val="204939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949962" y="413810"/>
            <a:ext cx="9246090" cy="150230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s-CO"/>
            </a:defPPr>
            <a:lvl1pPr algn="ctr" defTabSz="1036290"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6"/>
                </a:solidFill>
                <a:latin typeface="Flama Condensed Light" panose="02000000000000000000" pitchFamily="50" charset="0"/>
                <a:ea typeface="+mj-ea"/>
                <a:cs typeface="+mj-cs"/>
              </a:defRPr>
            </a:lvl1pPr>
          </a:lstStyle>
          <a:p>
            <a:r>
              <a:rPr lang="es-ES" dirty="0"/>
              <a:t>Arquitectura de Aplicaciones Basada en TOGAF - Actividades</a:t>
            </a:r>
            <a:endParaRPr lang="es-CO" dirty="0"/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193282250"/>
              </p:ext>
            </p:extLst>
          </p:nvPr>
        </p:nvGraphicFramePr>
        <p:xfrm>
          <a:off x="491068" y="2438400"/>
          <a:ext cx="12310533" cy="44365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0085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5B45C25-D1BF-4474-A3EA-4472223B8D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384EF0C-BDA8-4497-A881-D7208C4B33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DA4520E-563D-4822-92AC-81FB71B61A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7DDA339-A177-40B3-974D-A32E464DE4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C7E88DB-602B-4475-9966-262FAE79BD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4161D8A-DCEF-47FF-BB91-03931210DC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0E79E7B-C466-42FC-A5FC-C266DC558D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16B3B4A-7840-420B-BEE4-7713DD0682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6FD6269-E9BC-4B9B-8F34-05A05C1EFB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BE4A493-9A6F-4B92-AF70-600DCC5719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16164DA-BE6A-434A-8343-D62D782C89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B295C99F-068B-4662-A6A6-F4BCD7924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573" y="528185"/>
            <a:ext cx="10223890" cy="114966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ctr" defTabSz="1036290"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6"/>
                </a:solidFill>
                <a:latin typeface="Flama Condensed Light" panose="02000000000000000000" pitchFamily="50" charset="0"/>
                <a:ea typeface="+mj-ea"/>
                <a:cs typeface="+mj-cs"/>
              </a:defRPr>
            </a:lvl1pPr>
          </a:lstStyle>
          <a:p>
            <a:r>
              <a:rPr lang="es-ES" altLang="es-CO" dirty="0"/>
              <a:t>O</a:t>
            </a:r>
            <a:r>
              <a:rPr lang="es-CO" altLang="es-CO" dirty="0" err="1"/>
              <a:t>tra</a:t>
            </a:r>
            <a:r>
              <a:rPr lang="es-CO" altLang="es-CO" dirty="0"/>
              <a:t> forma de ver lo anterior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986C75C-FB53-43DB-BE59-6AE55F9C9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62" y="2440611"/>
            <a:ext cx="8229299" cy="3653936"/>
          </a:xfrm>
          <a:prstGeom prst="rect">
            <a:avLst/>
          </a:prstGeom>
        </p:spPr>
      </p:pic>
      <p:sp>
        <p:nvSpPr>
          <p:cNvPr id="5" name="Explosión: 8 puntos 4">
            <a:extLst>
              <a:ext uri="{FF2B5EF4-FFF2-40B4-BE49-F238E27FC236}">
                <a16:creationId xmlns:a16="http://schemas.microsoft.com/office/drawing/2014/main" id="{24581B90-8786-4231-9BF0-5838643DA5FD}"/>
              </a:ext>
            </a:extLst>
          </p:cNvPr>
          <p:cNvSpPr/>
          <p:nvPr/>
        </p:nvSpPr>
        <p:spPr>
          <a:xfrm>
            <a:off x="9277532" y="1825898"/>
            <a:ext cx="4120606" cy="4429034"/>
          </a:xfrm>
          <a:prstGeom prst="irregularSeal1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40" dirty="0"/>
              <a:t>Esta notación pertenece a </a:t>
            </a:r>
            <a:r>
              <a:rPr lang="es-ES" sz="2040" dirty="0" err="1"/>
              <a:t>Archimate</a:t>
            </a:r>
            <a:r>
              <a:rPr lang="es-ES" sz="2040" dirty="0"/>
              <a:t>.</a:t>
            </a:r>
          </a:p>
          <a:p>
            <a:pPr algn="ctr"/>
            <a:r>
              <a:rPr lang="es-ES" sz="2040" dirty="0"/>
              <a:t>Mayor nivel de abstracción</a:t>
            </a:r>
            <a:endParaRPr lang="es-CO" sz="2040" dirty="0"/>
          </a:p>
        </p:txBody>
      </p:sp>
    </p:spTree>
    <p:extLst>
      <p:ext uri="{BB962C8B-B14F-4D97-AF65-F5344CB8AC3E}">
        <p14:creationId xmlns:p14="http://schemas.microsoft.com/office/powerpoint/2010/main" val="316407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949962" y="413810"/>
            <a:ext cx="8794790" cy="150230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s-CO"/>
            </a:defPPr>
            <a:lvl1pPr algn="ctr" defTabSz="1036290"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6"/>
                </a:solidFill>
                <a:latin typeface="Flama Condensed Light" panose="02000000000000000000" pitchFamily="50" charset="0"/>
                <a:ea typeface="+mj-ea"/>
                <a:cs typeface="+mj-cs"/>
              </a:defRPr>
            </a:lvl1pPr>
          </a:lstStyle>
          <a:p>
            <a:r>
              <a:rPr lang="es-ES" dirty="0"/>
              <a:t>Arquitectura de Aplicaciones Basada en TOGAF - Salidas</a:t>
            </a:r>
            <a:endParaRPr lang="es-CO" dirty="0"/>
          </a:p>
        </p:txBody>
      </p:sp>
      <p:sp>
        <p:nvSpPr>
          <p:cNvPr id="3" name="Esquina doblada 2"/>
          <p:cNvSpPr/>
          <p:nvPr/>
        </p:nvSpPr>
        <p:spPr>
          <a:xfrm>
            <a:off x="3058817" y="2639059"/>
            <a:ext cx="2244704" cy="1591733"/>
          </a:xfrm>
          <a:prstGeom prst="foldedCorne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s-ES" sz="1813" dirty="0"/>
              <a:t>Cambios que se necesiten en la Especificación de la Arquitectura</a:t>
            </a:r>
          </a:p>
          <a:p>
            <a:pPr algn="ctr"/>
            <a:endParaRPr lang="es-CO" sz="1813" dirty="0"/>
          </a:p>
        </p:txBody>
      </p:sp>
      <p:sp>
        <p:nvSpPr>
          <p:cNvPr id="4" name="Esquina doblada 3"/>
          <p:cNvSpPr/>
          <p:nvPr/>
        </p:nvSpPr>
        <p:spPr>
          <a:xfrm>
            <a:off x="3058816" y="4702278"/>
            <a:ext cx="2244704" cy="1591733"/>
          </a:xfrm>
          <a:prstGeom prst="foldedCorner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813" dirty="0"/>
              <a:t>Nuevas políticas y definiciones para las Aplicaciones</a:t>
            </a:r>
            <a:endParaRPr lang="es-CO" sz="1813" dirty="0"/>
          </a:p>
        </p:txBody>
      </p:sp>
      <p:sp>
        <p:nvSpPr>
          <p:cNvPr id="6" name="Esquina doblada 5"/>
          <p:cNvSpPr/>
          <p:nvPr/>
        </p:nvSpPr>
        <p:spPr>
          <a:xfrm>
            <a:off x="5564950" y="2639058"/>
            <a:ext cx="2244704" cy="1591733"/>
          </a:xfrm>
          <a:prstGeom prst="foldedCorne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s-ES" sz="1813" dirty="0"/>
              <a:t>Componentes  de la Arquitectura desarrollados para el </a:t>
            </a:r>
            <a:r>
              <a:rPr lang="es-ES" sz="1813" dirty="0" err="1"/>
              <a:t>Roadmap</a:t>
            </a:r>
            <a:endParaRPr lang="es-ES" sz="1813" dirty="0"/>
          </a:p>
          <a:p>
            <a:pPr algn="ctr"/>
            <a:endParaRPr lang="es-CO" sz="1813" dirty="0"/>
          </a:p>
        </p:txBody>
      </p:sp>
      <p:sp>
        <p:nvSpPr>
          <p:cNvPr id="7" name="Esquina doblada 6"/>
          <p:cNvSpPr/>
          <p:nvPr/>
        </p:nvSpPr>
        <p:spPr>
          <a:xfrm>
            <a:off x="5564949" y="4702276"/>
            <a:ext cx="2244704" cy="1591733"/>
          </a:xfrm>
          <a:prstGeom prst="foldedCorne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s-ES" sz="1813" dirty="0"/>
              <a:t>Documento con la definición de la Arquitectura de Aplicaciones Actualizado</a:t>
            </a:r>
          </a:p>
          <a:p>
            <a:pPr algn="ctr"/>
            <a:endParaRPr lang="es-CO" sz="1813" dirty="0"/>
          </a:p>
        </p:txBody>
      </p:sp>
      <p:sp>
        <p:nvSpPr>
          <p:cNvPr id="8" name="Esquina doblada 7"/>
          <p:cNvSpPr/>
          <p:nvPr/>
        </p:nvSpPr>
        <p:spPr>
          <a:xfrm>
            <a:off x="8018094" y="2639057"/>
            <a:ext cx="2244704" cy="1591733"/>
          </a:xfrm>
          <a:prstGeom prst="foldedCorne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s-ES" sz="1813" dirty="0"/>
              <a:t>Artefactos Actualizados</a:t>
            </a:r>
          </a:p>
          <a:p>
            <a:pPr algn="ctr"/>
            <a:endParaRPr lang="es-CO" sz="1813" dirty="0"/>
          </a:p>
        </p:txBody>
      </p:sp>
    </p:spTree>
    <p:extLst>
      <p:ext uri="{BB962C8B-B14F-4D97-AF65-F5344CB8AC3E}">
        <p14:creationId xmlns:p14="http://schemas.microsoft.com/office/powerpoint/2010/main" val="4148084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949961" y="1936331"/>
            <a:ext cx="11948977" cy="16312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endParaRPr lang="es-CO" sz="2000" dirty="0"/>
          </a:p>
          <a:p>
            <a:r>
              <a:rPr lang="es-CO" sz="2000" dirty="0"/>
              <a:t>Son metadatos de Información valiosos para entender todo lo relacionado con las aplicaciones de la organización. </a:t>
            </a:r>
          </a:p>
          <a:p>
            <a:endParaRPr lang="es-CO" sz="2000" dirty="0"/>
          </a:p>
          <a:p>
            <a:r>
              <a:rPr lang="es-ES" sz="2000" dirty="0"/>
              <a:t>Deben almacenarse y administrarse en un repositorio de artefactos de arquitectura empresarial. (DAMA)</a:t>
            </a:r>
            <a:endParaRPr lang="es-CO" sz="2000" dirty="0"/>
          </a:p>
          <a:p>
            <a:endParaRPr lang="es-CO" sz="2000" dirty="0"/>
          </a:p>
        </p:txBody>
      </p:sp>
      <p:sp>
        <p:nvSpPr>
          <p:cNvPr id="3" name="Título 1"/>
          <p:cNvSpPr txBox="1">
            <a:spLocks/>
          </p:cNvSpPr>
          <p:nvPr/>
        </p:nvSpPr>
        <p:spPr>
          <a:xfrm>
            <a:off x="711199" y="549278"/>
            <a:ext cx="6850275" cy="97472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s-CO"/>
            </a:defPPr>
            <a:lvl1pPr algn="ctr" defTabSz="1036290"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6"/>
                </a:solidFill>
                <a:latin typeface="Flama Condensed Light" panose="02000000000000000000" pitchFamily="50" charset="0"/>
                <a:ea typeface="+mj-ea"/>
                <a:cs typeface="+mj-cs"/>
              </a:defRPr>
            </a:lvl1pPr>
          </a:lstStyle>
          <a:p>
            <a:r>
              <a:rPr lang="es-ES" dirty="0"/>
              <a:t>Artefactos</a:t>
            </a:r>
            <a:endParaRPr lang="es-CO" dirty="0"/>
          </a:p>
        </p:txBody>
      </p:sp>
      <p:pic>
        <p:nvPicPr>
          <p:cNvPr id="10" name="Gráfico 9" descr="Tabla">
            <a:extLst>
              <a:ext uri="{FF2B5EF4-FFF2-40B4-BE49-F238E27FC236}">
                <a16:creationId xmlns:a16="http://schemas.microsoft.com/office/drawing/2014/main" id="{3074121E-2587-4737-B938-B325710B2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4948" y="4256427"/>
            <a:ext cx="1354667" cy="1354667"/>
          </a:xfrm>
          <a:prstGeom prst="rect">
            <a:avLst/>
          </a:prstGeom>
        </p:spPr>
      </p:pic>
      <p:pic>
        <p:nvPicPr>
          <p:cNvPr id="12" name="Gráfico 11" descr="Base de datos">
            <a:extLst>
              <a:ext uri="{FF2B5EF4-FFF2-40B4-BE49-F238E27FC236}">
                <a16:creationId xmlns:a16="http://schemas.microsoft.com/office/drawing/2014/main" id="{C17DA350-3F56-4B6A-9EEE-83C05F3C2F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10981" y="4366493"/>
            <a:ext cx="1134534" cy="1134534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427E094D-D036-41F7-805B-76E78C000391}"/>
              </a:ext>
            </a:extLst>
          </p:cNvPr>
          <p:cNvSpPr txBox="1"/>
          <p:nvPr/>
        </p:nvSpPr>
        <p:spPr>
          <a:xfrm>
            <a:off x="6180637" y="5651403"/>
            <a:ext cx="10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Matrices</a:t>
            </a:r>
            <a:endParaRPr lang="es-CO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5D86AF2-9E09-429F-BE49-17B24526217E}"/>
              </a:ext>
            </a:extLst>
          </p:cNvPr>
          <p:cNvSpPr txBox="1"/>
          <p:nvPr/>
        </p:nvSpPr>
        <p:spPr>
          <a:xfrm>
            <a:off x="9276604" y="5611094"/>
            <a:ext cx="1095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Catálogos</a:t>
            </a:r>
            <a:endParaRPr lang="es-CO" dirty="0"/>
          </a:p>
        </p:txBody>
      </p:sp>
      <p:pic>
        <p:nvPicPr>
          <p:cNvPr id="18" name="Gráfico 17" descr="Compás de dibujo">
            <a:extLst>
              <a:ext uri="{FF2B5EF4-FFF2-40B4-BE49-F238E27FC236}">
                <a16:creationId xmlns:a16="http://schemas.microsoft.com/office/drawing/2014/main" id="{A4D38CEE-88AE-48D8-A70F-DEE9BC47E6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26361" y="4476560"/>
            <a:ext cx="914400" cy="914400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DF5621AB-69E5-4F27-AB43-8136A502EE55}"/>
              </a:ext>
            </a:extLst>
          </p:cNvPr>
          <p:cNvSpPr txBox="1"/>
          <p:nvPr/>
        </p:nvSpPr>
        <p:spPr>
          <a:xfrm>
            <a:off x="2998273" y="5611094"/>
            <a:ext cx="1170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Diagramas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26075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32BB04A-9567-41AE-A541-89FACC2B23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00538" y="4690918"/>
            <a:ext cx="5568950" cy="1233055"/>
          </a:xfrm>
        </p:spPr>
        <p:txBody>
          <a:bodyPr/>
          <a:lstStyle/>
          <a:p>
            <a:r>
              <a:rPr lang="es-ES" dirty="0">
                <a:solidFill>
                  <a:schemeClr val="accent6"/>
                </a:solidFill>
              </a:rPr>
              <a:t>Artefactos: Diagramas </a:t>
            </a:r>
            <a:endParaRPr lang="es-CO" dirty="0">
              <a:solidFill>
                <a:schemeClr val="accent6"/>
              </a:solidFill>
            </a:endParaRPr>
          </a:p>
          <a:p>
            <a:endParaRPr lang="es-CO" dirty="0">
              <a:solidFill>
                <a:schemeClr val="accent6"/>
              </a:solidFill>
            </a:endParaRPr>
          </a:p>
        </p:txBody>
      </p:sp>
      <p:pic>
        <p:nvPicPr>
          <p:cNvPr id="3" name="Gráfico 2" descr="Compás de dibujo">
            <a:extLst>
              <a:ext uri="{FF2B5EF4-FFF2-40B4-BE49-F238E27FC236}">
                <a16:creationId xmlns:a16="http://schemas.microsoft.com/office/drawing/2014/main" id="{BF161336-6664-47F3-B020-B55A6FC06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0527" y="2251784"/>
            <a:ext cx="1637638" cy="163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415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93337" y="484875"/>
            <a:ext cx="9083502" cy="1502305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sz="3600" b="1" dirty="0" err="1">
                <a:solidFill>
                  <a:schemeClr val="accent6"/>
                </a:solidFill>
              </a:rPr>
              <a:t>Archimate</a:t>
            </a:r>
            <a:endParaRPr lang="es-CO" sz="3600" b="1" dirty="0">
              <a:solidFill>
                <a:schemeClr val="accent6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213399" y="2532817"/>
            <a:ext cx="8133540" cy="2648782"/>
          </a:xfrm>
        </p:spPr>
        <p:txBody>
          <a:bodyPr>
            <a:normAutofit/>
          </a:bodyPr>
          <a:lstStyle/>
          <a:p>
            <a:r>
              <a:rPr lang="es-ES" sz="2267" dirty="0"/>
              <a:t>Lenguaje de modelado descriptivo que permite a los arquitectos empresariales a describir, analizar y visualizar relaciones entre dominios de una arquitectura utilizando representaciones visuales fáciles de entender.</a:t>
            </a:r>
          </a:p>
          <a:p>
            <a:r>
              <a:rPr lang="es-ES" sz="2267" dirty="0"/>
              <a:t>Ayuda a representar las partes de la empresa y su operación e interacción</a:t>
            </a:r>
          </a:p>
          <a:p>
            <a:r>
              <a:rPr lang="es-ES" sz="2267" dirty="0"/>
              <a:t>Fue creado y es mantenido por OpenGroup.org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558" y="2818084"/>
            <a:ext cx="1230542" cy="207824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026" y="555942"/>
            <a:ext cx="1252220" cy="136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13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1 Título"/>
          <p:cNvSpPr txBox="1">
            <a:spLocks noChangeArrowheads="1"/>
          </p:cNvSpPr>
          <p:nvPr/>
        </p:nvSpPr>
        <p:spPr bwMode="auto">
          <a:xfrm>
            <a:off x="2346313" y="512992"/>
            <a:ext cx="6592147" cy="114966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ctr" defTabSz="1036290"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6"/>
                </a:solidFill>
                <a:latin typeface="Flama Condensed Light" panose="02000000000000000000" pitchFamily="50" charset="0"/>
                <a:ea typeface="+mj-ea"/>
                <a:cs typeface="+mj-cs"/>
              </a:defRPr>
            </a:lvl1pPr>
          </a:lstStyle>
          <a:p>
            <a:r>
              <a:rPr lang="es-CO" altLang="es-CO" dirty="0"/>
              <a:t>TOGAF ADM - </a:t>
            </a:r>
            <a:r>
              <a:rPr lang="es-CO" altLang="es-CO" dirty="0" err="1"/>
              <a:t>Archimate</a:t>
            </a:r>
            <a:endParaRPr lang="es-CO" altLang="es-CO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975" y="2197100"/>
            <a:ext cx="4858825" cy="484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0552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86596" y="413809"/>
            <a:ext cx="8581044" cy="1502305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sz="3600" b="1" dirty="0">
                <a:solidFill>
                  <a:schemeClr val="accent6"/>
                </a:solidFill>
              </a:rPr>
              <a:t>Elementos para representar en </a:t>
            </a:r>
            <a:r>
              <a:rPr lang="es-ES" sz="3600" b="1" dirty="0" err="1">
                <a:solidFill>
                  <a:schemeClr val="accent6"/>
                </a:solidFill>
              </a:rPr>
              <a:t>Archimate</a:t>
            </a:r>
            <a:endParaRPr lang="es-CO" sz="3600" b="1" dirty="0">
              <a:solidFill>
                <a:schemeClr val="accent6"/>
              </a:solidFill>
            </a:endParaRPr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</p:nvPr>
        </p:nvGraphicFramePr>
        <p:xfrm>
          <a:off x="2017683" y="2288867"/>
          <a:ext cx="9633066" cy="44001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36038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2857" y="353330"/>
            <a:ext cx="9083502" cy="1502305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sz="3600" b="1" dirty="0">
                <a:solidFill>
                  <a:schemeClr val="accent6"/>
                </a:solidFill>
              </a:rPr>
              <a:t>Estructura </a:t>
            </a:r>
            <a:r>
              <a:rPr lang="es-ES" sz="3600" b="1" dirty="0" err="1">
                <a:solidFill>
                  <a:schemeClr val="accent6"/>
                </a:solidFill>
              </a:rPr>
              <a:t>Archimate</a:t>
            </a:r>
            <a:r>
              <a:rPr lang="es-ES" sz="3600" b="1" dirty="0">
                <a:solidFill>
                  <a:schemeClr val="accent6"/>
                </a:solidFill>
              </a:rPr>
              <a:t> para implementar TOGAF completamente</a:t>
            </a:r>
            <a:endParaRPr lang="es-CO" sz="3600" b="1" dirty="0">
              <a:solidFill>
                <a:schemeClr val="accent6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180" y="1996843"/>
            <a:ext cx="6022857" cy="4155556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396317" y="2591030"/>
            <a:ext cx="2198255" cy="2534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587" dirty="0"/>
              <a:t>Capas superiores usan servicios proveídos por las capas inferiores</a:t>
            </a:r>
          </a:p>
          <a:p>
            <a:endParaRPr lang="es-ES" sz="1587" dirty="0"/>
          </a:p>
          <a:p>
            <a:r>
              <a:rPr lang="es-ES" sz="1587" dirty="0"/>
              <a:t>Se denominan capas de </a:t>
            </a:r>
            <a:r>
              <a:rPr lang="es-ES" sz="1587" dirty="0" err="1"/>
              <a:t>core</a:t>
            </a:r>
            <a:r>
              <a:rPr lang="es-ES" sz="1587" dirty="0"/>
              <a:t> a:</a:t>
            </a:r>
          </a:p>
          <a:p>
            <a:endParaRPr lang="es-ES" sz="1587" dirty="0"/>
          </a:p>
          <a:p>
            <a:r>
              <a:rPr lang="es-ES" sz="1587" dirty="0"/>
              <a:t>Capa de Negocio, Capa de Aplicaciones, Capa de Tecnología</a:t>
            </a:r>
            <a:endParaRPr lang="es-CO" sz="1587" dirty="0"/>
          </a:p>
        </p:txBody>
      </p:sp>
      <p:sp>
        <p:nvSpPr>
          <p:cNvPr id="6" name="Rectángulo 5"/>
          <p:cNvSpPr/>
          <p:nvPr/>
        </p:nvSpPr>
        <p:spPr>
          <a:xfrm>
            <a:off x="9099202" y="1806200"/>
            <a:ext cx="4377182" cy="1348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13" b="1" dirty="0">
                <a:latin typeface="&amp;quot"/>
              </a:rPr>
              <a:t>Las estructuras activas</a:t>
            </a:r>
            <a:r>
              <a:rPr lang="es-ES" sz="1587" dirty="0">
                <a:latin typeface="&amp;quot"/>
              </a:rPr>
              <a:t> </a:t>
            </a:r>
            <a:r>
              <a:rPr lang="es-ES" sz="1587" dirty="0">
                <a:latin typeface="Roboto"/>
              </a:rPr>
              <a:t>sujetos que muestran un comportamiento real (¿quién?). Se representan mediante cuadros con esquinas cuadradas y un icono en la esquina superior derecha.</a:t>
            </a:r>
            <a:endParaRPr lang="es-CO" sz="1587" dirty="0"/>
          </a:p>
        </p:txBody>
      </p:sp>
      <p:sp>
        <p:nvSpPr>
          <p:cNvPr id="8" name="Rectángulo 7"/>
          <p:cNvSpPr/>
          <p:nvPr/>
        </p:nvSpPr>
        <p:spPr>
          <a:xfrm>
            <a:off x="9081987" y="3295662"/>
            <a:ext cx="4394396" cy="1313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587" b="1" dirty="0">
                <a:latin typeface="Roboto"/>
              </a:rPr>
              <a:t>Estructura de comportamiento</a:t>
            </a:r>
            <a:r>
              <a:rPr lang="es-ES" sz="1587" dirty="0">
                <a:latin typeface="Roboto"/>
              </a:rPr>
              <a:t> representan los comportamientos de las estructuras activas (¿cómo?). Se representan utilizando cuadros con esquinas redondeadas y un icono en la esquina superior derecha.</a:t>
            </a:r>
            <a:endParaRPr lang="es-CO" sz="1587" dirty="0">
              <a:latin typeface="Roboto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9099201" y="4802569"/>
            <a:ext cx="4592785" cy="10692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587" b="1" dirty="0">
                <a:latin typeface="Roboto"/>
              </a:rPr>
              <a:t>Las estructuras pasivas</a:t>
            </a:r>
            <a:r>
              <a:rPr lang="es-ES" sz="1587" dirty="0">
                <a:latin typeface="Roboto"/>
              </a:rPr>
              <a:t> son los objetos en los que se realiza el comportamiento (¿qué?). Frecuentemente, objetos de Aplicaciones e información u objetos físicos</a:t>
            </a:r>
            <a:endParaRPr lang="es-CO" sz="1587" dirty="0"/>
          </a:p>
        </p:txBody>
      </p:sp>
      <p:sp>
        <p:nvSpPr>
          <p:cNvPr id="10" name="Rectángulo 9"/>
          <p:cNvSpPr/>
          <p:nvPr/>
        </p:nvSpPr>
        <p:spPr>
          <a:xfrm>
            <a:off x="9081988" y="5883890"/>
            <a:ext cx="4506420" cy="10692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587" b="1" dirty="0">
                <a:latin typeface="Roboto"/>
              </a:rPr>
              <a:t>Los conceptos motivacionales</a:t>
            </a:r>
            <a:r>
              <a:rPr lang="es-ES" sz="1587" dirty="0">
                <a:latin typeface="Roboto"/>
              </a:rPr>
              <a:t> se utilizan para modelar las motivaciones, o razones, que subyacen en el diseño o cambio de alguna arquitectura empresarial.</a:t>
            </a:r>
            <a:endParaRPr lang="es-CO" sz="1587" dirty="0"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5688518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649EB84-1650-4737-8B85-2978E8D53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s-ES" sz="6120" dirty="0"/>
              <a:t>Notación y Elementos Arquitectónicos Básicos</a:t>
            </a:r>
            <a:endParaRPr lang="es-CO" sz="612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D63BACC-6D35-473E-A9A0-EFB3EC87D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822D48E-B745-44E6-B6F2-ECD1D8E83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113" y="2874170"/>
            <a:ext cx="1252220" cy="136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1896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0E003325-A1E9-4106-BACC-A5E8E6CA0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76" y="2434478"/>
            <a:ext cx="2125614" cy="4104635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2D2401A8-D398-4FF4-89BA-E20814B10BDC}"/>
              </a:ext>
            </a:extLst>
          </p:cNvPr>
          <p:cNvSpPr/>
          <p:nvPr/>
        </p:nvSpPr>
        <p:spPr>
          <a:xfrm>
            <a:off x="2516777" y="2434477"/>
            <a:ext cx="3799840" cy="825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Individuo, equipo u organización que representa sus intereses en el resultado de la arquitectura.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DF408B1-0C8C-4F13-94B2-432C3A247C92}"/>
              </a:ext>
            </a:extLst>
          </p:cNvPr>
          <p:cNvSpPr/>
          <p:nvPr/>
        </p:nvSpPr>
        <p:spPr>
          <a:xfrm>
            <a:off x="2121989" y="3467624"/>
            <a:ext cx="4379685" cy="825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Condición externa o interna que motiva a una organización a definir sus objetivos e implementar los cambios necesarios para lograrlos.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D1A9EE9-7278-434B-A839-0AB3A875E627}"/>
              </a:ext>
            </a:extLst>
          </p:cNvPr>
          <p:cNvSpPr/>
          <p:nvPr/>
        </p:nvSpPr>
        <p:spPr>
          <a:xfrm>
            <a:off x="1936932" y="4304776"/>
            <a:ext cx="4379685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El resultado de un análisis del estado de cosas de la empresa con respecto a algún conductor.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6386337-B37E-495B-B9D3-3924AB13CF99}"/>
              </a:ext>
            </a:extLst>
          </p:cNvPr>
          <p:cNvSpPr/>
          <p:nvPr/>
        </p:nvSpPr>
        <p:spPr>
          <a:xfrm>
            <a:off x="1936932" y="4955011"/>
            <a:ext cx="4749799" cy="825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Declaración de alto nivel de intención, dirección o estado final deseado para una organización y sus partes interesadas.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936F4DF-5965-4B05-B047-E70790BC29B7}"/>
              </a:ext>
            </a:extLst>
          </p:cNvPr>
          <p:cNvSpPr/>
          <p:nvPr/>
        </p:nvSpPr>
        <p:spPr>
          <a:xfrm>
            <a:off x="2001161" y="5945424"/>
            <a:ext cx="4315457" cy="336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Resultado final que se ha o se espera ser logrado.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2B528B4-BD75-4ABA-8AA1-FAE77079B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793" y="2525458"/>
            <a:ext cx="1973939" cy="4118953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27E9B951-748F-4D71-93AE-A9381E1E8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122" y="391904"/>
            <a:ext cx="8800869" cy="1502305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sz="3600" b="1" dirty="0">
                <a:solidFill>
                  <a:schemeClr val="accent6"/>
                </a:solidFill>
              </a:rPr>
              <a:t>Elementos Motivación</a:t>
            </a:r>
            <a:endParaRPr lang="es-CO" sz="3600" b="1" dirty="0">
              <a:solidFill>
                <a:schemeClr val="accent6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8A40AC2-410A-41C0-A575-B3C2D9C63058}"/>
              </a:ext>
            </a:extLst>
          </p:cNvPr>
          <p:cNvSpPr/>
          <p:nvPr/>
        </p:nvSpPr>
        <p:spPr>
          <a:xfrm>
            <a:off x="8397242" y="2556562"/>
            <a:ext cx="4601754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Declaración cualitativa de intenciones que debe cumplir la arquitectura.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31BA579-9F63-4B3E-86B9-12DB97264B03}"/>
              </a:ext>
            </a:extLst>
          </p:cNvPr>
          <p:cNvSpPr/>
          <p:nvPr/>
        </p:nvSpPr>
        <p:spPr>
          <a:xfrm>
            <a:off x="8467204" y="3260180"/>
            <a:ext cx="4198981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Declaración de necesidad que debe cumplir la arquitectura.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7717382-509A-4BDA-988B-2F64F2A2C819}"/>
              </a:ext>
            </a:extLst>
          </p:cNvPr>
          <p:cNvSpPr/>
          <p:nvPr/>
        </p:nvSpPr>
        <p:spPr>
          <a:xfrm>
            <a:off x="8467204" y="3963797"/>
            <a:ext cx="3927564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Factor que impide u obstruye la realización de las metas.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ABCF8A2-AB7F-4A9F-AFDC-B2AC50439241}"/>
              </a:ext>
            </a:extLst>
          </p:cNvPr>
          <p:cNvSpPr/>
          <p:nvPr/>
        </p:nvSpPr>
        <p:spPr>
          <a:xfrm>
            <a:off x="8710023" y="4799869"/>
            <a:ext cx="4742901" cy="825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El conocimiento o experiencia presente en, o la interpretación dada a, un elemento central en un contexto particular.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95CA40D-D8EA-48B9-AC02-B544DB01219A}"/>
              </a:ext>
            </a:extLst>
          </p:cNvPr>
          <p:cNvSpPr/>
          <p:nvPr/>
        </p:nvSpPr>
        <p:spPr>
          <a:xfrm>
            <a:off x="8467204" y="5876482"/>
            <a:ext cx="5153003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Utilidad o la importancia de un elemento central o un resultado.</a:t>
            </a:r>
          </a:p>
        </p:txBody>
      </p:sp>
    </p:spTree>
    <p:extLst>
      <p:ext uri="{BB962C8B-B14F-4D97-AF65-F5344CB8AC3E}">
        <p14:creationId xmlns:p14="http://schemas.microsoft.com/office/powerpoint/2010/main" val="32965869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DA6BD0A-0498-4E5D-93A5-E52A92A40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76" y="2521193"/>
            <a:ext cx="3804625" cy="3856983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B02C95AC-BDB3-4C32-B7F4-0A9BE4F8CD6C}"/>
              </a:ext>
            </a:extLst>
          </p:cNvPr>
          <p:cNvSpPr txBox="1">
            <a:spLocks/>
          </p:cNvSpPr>
          <p:nvPr/>
        </p:nvSpPr>
        <p:spPr>
          <a:xfrm>
            <a:off x="2508365" y="389133"/>
            <a:ext cx="8800869" cy="150230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ctr" defTabSz="1036290"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6"/>
                </a:solidFill>
                <a:latin typeface="Flama Condensed Light" panose="02000000000000000000" pitchFamily="50" charset="0"/>
                <a:ea typeface="+mj-ea"/>
                <a:cs typeface="+mj-cs"/>
              </a:defRPr>
            </a:lvl1pPr>
          </a:lstStyle>
          <a:p>
            <a:r>
              <a:rPr lang="es-ES" dirty="0"/>
              <a:t>Relaciones </a:t>
            </a:r>
            <a:r>
              <a:rPr lang="es-ES" dirty="0" err="1"/>
              <a:t>Archimate</a:t>
            </a:r>
            <a:endParaRPr lang="es-CO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BE8564A-44C0-428F-9EA2-7C14DB7CE1CC}"/>
              </a:ext>
            </a:extLst>
          </p:cNvPr>
          <p:cNvSpPr/>
          <p:nvPr/>
        </p:nvSpPr>
        <p:spPr>
          <a:xfrm>
            <a:off x="4404361" y="4622531"/>
            <a:ext cx="8800869" cy="6503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CO" sz="1813" dirty="0"/>
              <a:t>Representa un elemento de comportamiento accediendo a un elemento pasivo (objeto de negocio o datos).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2A06457-3FBB-4E13-BADE-12272ADE79B2}"/>
              </a:ext>
            </a:extLst>
          </p:cNvPr>
          <p:cNvSpPr/>
          <p:nvPr/>
        </p:nvSpPr>
        <p:spPr>
          <a:xfrm>
            <a:off x="4404360" y="3495271"/>
            <a:ext cx="8800868" cy="92929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CO" sz="1813" dirty="0"/>
              <a:t>Modela que un elemento proporciona su funcionalidad a otro elemento.  (Uso de servicios por procesos, funciones o interacciones. Acceso a interfaces por roles, componentes o colaboraciones)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9C84ABE-BD22-4C03-A1A9-57FCD04703FE}"/>
              </a:ext>
            </a:extLst>
          </p:cNvPr>
          <p:cNvSpPr/>
          <p:nvPr/>
        </p:nvSpPr>
        <p:spPr>
          <a:xfrm>
            <a:off x="4404360" y="5628714"/>
            <a:ext cx="9020164" cy="65030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sz="1813" dirty="0"/>
              <a:t>Modela que un elemento afecta la implementación o el logro de algún elemento de motivación. (Actúan sobre elementos de motivación)</a:t>
            </a:r>
            <a:endParaRPr lang="es-CO" sz="1813" dirty="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07310ED3-D3DA-445A-A0B5-95CCE99DC947}"/>
              </a:ext>
            </a:extLst>
          </p:cNvPr>
          <p:cNvSpPr/>
          <p:nvPr/>
        </p:nvSpPr>
        <p:spPr>
          <a:xfrm>
            <a:off x="1739537" y="5736772"/>
            <a:ext cx="2327232" cy="3824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A0BF003-6F09-4AB8-AAFE-8977477DF468}"/>
              </a:ext>
            </a:extLst>
          </p:cNvPr>
          <p:cNvSpPr/>
          <p:nvPr/>
        </p:nvSpPr>
        <p:spPr>
          <a:xfrm>
            <a:off x="1739537" y="4724566"/>
            <a:ext cx="2327232" cy="3824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/>
          </a:p>
        </p:txBody>
      </p:sp>
    </p:spTree>
    <p:extLst>
      <p:ext uri="{BB962C8B-B14F-4D97-AF65-F5344CB8AC3E}">
        <p14:creationId xmlns:p14="http://schemas.microsoft.com/office/powerpoint/2010/main" val="39162814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4B7D9D7-A38D-42DA-AE66-27DE90007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427" y="2454016"/>
            <a:ext cx="3812420" cy="349471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D078D8A-9C12-48D1-A99D-20A078E4620B}"/>
              </a:ext>
            </a:extLst>
          </p:cNvPr>
          <p:cNvSpPr/>
          <p:nvPr/>
        </p:nvSpPr>
        <p:spPr>
          <a:xfrm>
            <a:off x="9080174" y="2561065"/>
            <a:ext cx="4626391" cy="176625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CO" sz="1813" dirty="0"/>
              <a:t>El elemento al final con el rombo relleno, es el padre del elemento en </a:t>
            </a:r>
            <a:r>
              <a:rPr lang="es-ES" sz="1813" dirty="0"/>
              <a:t>creación, logro, sustento u operación de una entidad más abstracta a</a:t>
            </a:r>
            <a:r>
              <a:rPr lang="es-CO" sz="1813" dirty="0"/>
              <a:t>l otro extremo y que el hijo no puede existir independientemente del padre.</a:t>
            </a:r>
          </a:p>
          <a:p>
            <a:r>
              <a:rPr lang="es-ES" sz="1813" dirty="0"/>
              <a:t>(C</a:t>
            </a:r>
            <a:r>
              <a:rPr lang="es-CO" sz="1813" dirty="0" err="1"/>
              <a:t>onsiste</a:t>
            </a:r>
            <a:r>
              <a:rPr lang="es-CO" sz="1813" dirty="0"/>
              <a:t>)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64DDDBD8-06FA-45A2-B8B5-51FF68824DC1}"/>
              </a:ext>
            </a:extLst>
          </p:cNvPr>
          <p:cNvCxnSpPr/>
          <p:nvPr/>
        </p:nvCxnSpPr>
        <p:spPr>
          <a:xfrm flipV="1">
            <a:off x="8413932" y="2985589"/>
            <a:ext cx="666242" cy="7032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865991A7-8D78-405A-AB78-48A188E9D799}"/>
              </a:ext>
            </a:extLst>
          </p:cNvPr>
          <p:cNvSpPr/>
          <p:nvPr/>
        </p:nvSpPr>
        <p:spPr>
          <a:xfrm>
            <a:off x="9135672" y="4861916"/>
            <a:ext cx="4515395" cy="148726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CO" sz="1813" dirty="0"/>
              <a:t>El elemento sin punta de flecha es el elemento que </a:t>
            </a:r>
            <a:r>
              <a:rPr lang="es-ES" sz="1813" dirty="0"/>
              <a:t>crea, logra, sustenta u opera una entidad más abstracta </a:t>
            </a:r>
            <a:r>
              <a:rPr lang="es-CO" sz="1813" dirty="0"/>
              <a:t>conectada con punta de flecha. Conecta una entidad lógica con otra entidad más concreta que la realiza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6038C029-E8EF-492C-9D9C-1BE7EE825C50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8648450" y="5564052"/>
            <a:ext cx="487222" cy="414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E1517F2-1B8D-4696-9B81-0A7781E700F0}"/>
              </a:ext>
            </a:extLst>
          </p:cNvPr>
          <p:cNvSpPr/>
          <p:nvPr/>
        </p:nvSpPr>
        <p:spPr>
          <a:xfrm>
            <a:off x="166533" y="4913308"/>
            <a:ext cx="3454400" cy="148726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CO" sz="1813" dirty="0"/>
              <a:t>El lado con el punto </a:t>
            </a:r>
            <a:r>
              <a:rPr lang="es-ES" sz="1813" dirty="0"/>
              <a:t>Expresa la atribución de responsabilidad, realización de conducta, o ejecución</a:t>
            </a:r>
            <a:r>
              <a:rPr lang="es-CO" sz="1813" dirty="0"/>
              <a:t> sobre el elemento en el lado con la punta de flecha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3716C1E5-E7AF-44FE-82F7-0A80E89CE240}"/>
              </a:ext>
            </a:extLst>
          </p:cNvPr>
          <p:cNvCxnSpPr>
            <a:cxnSpLocks/>
            <a:endCxn id="12" idx="3"/>
          </p:cNvCxnSpPr>
          <p:nvPr/>
        </p:nvCxnSpPr>
        <p:spPr>
          <a:xfrm flipH="1">
            <a:off x="3620933" y="4861916"/>
            <a:ext cx="1116494" cy="7950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Título 1">
            <a:extLst>
              <a:ext uri="{FF2B5EF4-FFF2-40B4-BE49-F238E27FC236}">
                <a16:creationId xmlns:a16="http://schemas.microsoft.com/office/drawing/2014/main" id="{C3DFF3AA-BC22-4CCD-849A-96659958B50E}"/>
              </a:ext>
            </a:extLst>
          </p:cNvPr>
          <p:cNvSpPr txBox="1">
            <a:spLocks/>
          </p:cNvSpPr>
          <p:nvPr/>
        </p:nvSpPr>
        <p:spPr>
          <a:xfrm>
            <a:off x="1728684" y="95346"/>
            <a:ext cx="8800869" cy="150230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ctr" defTabSz="1036290"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6"/>
                </a:solidFill>
                <a:latin typeface="Flama Condensed Light" panose="02000000000000000000" pitchFamily="50" charset="0"/>
                <a:ea typeface="+mj-ea"/>
                <a:cs typeface="+mj-cs"/>
              </a:defRPr>
            </a:lvl1pPr>
          </a:lstStyle>
          <a:p>
            <a:r>
              <a:rPr lang="es-ES" dirty="0"/>
              <a:t>Relaciones </a:t>
            </a:r>
            <a:r>
              <a:rPr lang="es-ES" dirty="0" err="1"/>
              <a:t>Archimate</a:t>
            </a:r>
            <a:endParaRPr lang="es-CO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788E59C-2955-48D5-932C-F28C6DB8F87C}"/>
              </a:ext>
            </a:extLst>
          </p:cNvPr>
          <p:cNvSpPr/>
          <p:nvPr/>
        </p:nvSpPr>
        <p:spPr>
          <a:xfrm>
            <a:off x="445837" y="2360015"/>
            <a:ext cx="3620933" cy="232422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CO" sz="1813" dirty="0"/>
              <a:t>El elemento al final con el rombo sin relleno, es el padre del elemento en e</a:t>
            </a:r>
            <a:r>
              <a:rPr lang="es-ES" sz="1813" dirty="0"/>
              <a:t>creación, logro, sustento u operación de una entidad más abstracta .</a:t>
            </a:r>
            <a:r>
              <a:rPr lang="es-CO" sz="1813" dirty="0"/>
              <a:t>l otro extremo y que el hijo puede existir independientemente del padre. (Agrupa)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1C957506-F9CF-4F82-BFE0-E9ACE16E48AA}"/>
              </a:ext>
            </a:extLst>
          </p:cNvPr>
          <p:cNvCxnSpPr>
            <a:stCxn id="4" idx="1"/>
            <a:endCxn id="17" idx="3"/>
          </p:cNvCxnSpPr>
          <p:nvPr/>
        </p:nvCxnSpPr>
        <p:spPr>
          <a:xfrm flipH="1" flipV="1">
            <a:off x="4066770" y="3522128"/>
            <a:ext cx="670657" cy="6792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9AB454A8-6664-43A2-A2EE-B0C83C0221CC}"/>
              </a:ext>
            </a:extLst>
          </p:cNvPr>
          <p:cNvSpPr/>
          <p:nvPr/>
        </p:nvSpPr>
        <p:spPr>
          <a:xfrm>
            <a:off x="4657254" y="1545792"/>
            <a:ext cx="4503093" cy="9292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813" b="1" dirty="0">
                <a:solidFill>
                  <a:schemeClr val="tx2"/>
                </a:solidFill>
              </a:rPr>
              <a:t>Modelan la construcción o composición estática de conceptos del mismo o diferente tipo</a:t>
            </a:r>
          </a:p>
        </p:txBody>
      </p:sp>
    </p:spTree>
    <p:extLst>
      <p:ext uri="{BB962C8B-B14F-4D97-AF65-F5344CB8AC3E}">
        <p14:creationId xmlns:p14="http://schemas.microsoft.com/office/powerpoint/2010/main" val="17016948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8268963-67F4-4A22-96A9-79D921010E16}"/>
              </a:ext>
            </a:extLst>
          </p:cNvPr>
          <p:cNvSpPr txBox="1">
            <a:spLocks/>
          </p:cNvSpPr>
          <p:nvPr/>
        </p:nvSpPr>
        <p:spPr>
          <a:xfrm>
            <a:off x="2214820" y="423218"/>
            <a:ext cx="8800869" cy="150230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ctr" defTabSz="1036290"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6"/>
                </a:solidFill>
                <a:latin typeface="Flama Condensed Light" panose="02000000000000000000" pitchFamily="50" charset="0"/>
                <a:ea typeface="+mj-ea"/>
                <a:cs typeface="+mj-cs"/>
              </a:defRPr>
            </a:lvl1pPr>
          </a:lstStyle>
          <a:p>
            <a:r>
              <a:rPr lang="es-ES" dirty="0"/>
              <a:t>Relaciones </a:t>
            </a:r>
            <a:r>
              <a:rPr lang="es-ES" dirty="0" err="1"/>
              <a:t>Archimate</a:t>
            </a:r>
            <a:endParaRPr lang="es-CO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E811860-680D-4483-8951-A626E8F14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0" y="2467358"/>
            <a:ext cx="3893929" cy="14326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BA1C92C-7E9B-46B6-BA49-4B99064DA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904" y="4588707"/>
            <a:ext cx="3320296" cy="179475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B521034-7F37-4119-8223-F9F7C0736178}"/>
              </a:ext>
            </a:extLst>
          </p:cNvPr>
          <p:cNvSpPr txBox="1"/>
          <p:nvPr/>
        </p:nvSpPr>
        <p:spPr>
          <a:xfrm>
            <a:off x="3288194" y="3330502"/>
            <a:ext cx="4366698" cy="8250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1587" dirty="0"/>
              <a:t>Representa algo que fluye o se transfiere entre dos elementos. (Información entre procesos, funciones, interacciones y eventos)</a:t>
            </a:r>
            <a:endParaRPr lang="es-CO" sz="1587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0EAA888-E2EB-4B46-A8DC-A438F9090FEA}"/>
              </a:ext>
            </a:extLst>
          </p:cNvPr>
          <p:cNvSpPr txBox="1"/>
          <p:nvPr/>
        </p:nvSpPr>
        <p:spPr>
          <a:xfrm>
            <a:off x="3604049" y="2344064"/>
            <a:ext cx="4366698" cy="82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587" dirty="0"/>
              <a:t>Describe relación causal entre dos elementos. . (Entre procesos, funciones, interacciones y eventos)</a:t>
            </a:r>
            <a:endParaRPr lang="es-CO" sz="1587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9B93305-E6EB-4BCB-B1A3-119CA527C42A}"/>
              </a:ext>
            </a:extLst>
          </p:cNvPr>
          <p:cNvSpPr txBox="1"/>
          <p:nvPr/>
        </p:nvSpPr>
        <p:spPr>
          <a:xfrm>
            <a:off x="9400901" y="4723439"/>
            <a:ext cx="4416699" cy="5808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1587" dirty="0"/>
              <a:t>Indica que un elemento es una clase particular de otro elemento</a:t>
            </a:r>
            <a:endParaRPr lang="es-CO" sz="1587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22D6540-B2CC-4C92-BEE0-98C5CE8F8272}"/>
              </a:ext>
            </a:extLst>
          </p:cNvPr>
          <p:cNvSpPr txBox="1"/>
          <p:nvPr/>
        </p:nvSpPr>
        <p:spPr>
          <a:xfrm>
            <a:off x="9400901" y="5483588"/>
            <a:ext cx="4230129" cy="5808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587" dirty="0"/>
              <a:t>Representa una relación no especificada o que no se puede representar con otros elementos</a:t>
            </a:r>
            <a:endParaRPr lang="es-CO" sz="1587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B415047-FA48-481F-861F-227A75B8F9E7}"/>
              </a:ext>
            </a:extLst>
          </p:cNvPr>
          <p:cNvSpPr/>
          <p:nvPr/>
        </p:nvSpPr>
        <p:spPr>
          <a:xfrm>
            <a:off x="9400901" y="2779115"/>
            <a:ext cx="3787504" cy="10692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CO" sz="1587" dirty="0"/>
              <a:t>Relación Dinámica: describe dependencias temporales entre elementos dentro de la arquitectura</a:t>
            </a:r>
          </a:p>
          <a:p>
            <a:endParaRPr lang="es-CO" sz="1587" dirty="0"/>
          </a:p>
        </p:txBody>
      </p:sp>
      <p:sp>
        <p:nvSpPr>
          <p:cNvPr id="8" name="Flecha: hacia la izquierda 7">
            <a:extLst>
              <a:ext uri="{FF2B5EF4-FFF2-40B4-BE49-F238E27FC236}">
                <a16:creationId xmlns:a16="http://schemas.microsoft.com/office/drawing/2014/main" id="{4661311C-269A-44E9-A52B-87EE75889389}"/>
              </a:ext>
            </a:extLst>
          </p:cNvPr>
          <p:cNvSpPr/>
          <p:nvPr/>
        </p:nvSpPr>
        <p:spPr>
          <a:xfrm>
            <a:off x="7932783" y="3009287"/>
            <a:ext cx="1098006" cy="592983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/>
          </a:p>
        </p:txBody>
      </p:sp>
    </p:spTree>
    <p:extLst>
      <p:ext uri="{BB962C8B-B14F-4D97-AF65-F5344CB8AC3E}">
        <p14:creationId xmlns:p14="http://schemas.microsoft.com/office/powerpoint/2010/main" val="3634180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868FFE4-63A8-425E-A28A-F98AE02C8B6E}"/>
              </a:ext>
            </a:extLst>
          </p:cNvPr>
          <p:cNvSpPr txBox="1">
            <a:spLocks/>
          </p:cNvSpPr>
          <p:nvPr/>
        </p:nvSpPr>
        <p:spPr>
          <a:xfrm>
            <a:off x="2005714" y="773111"/>
            <a:ext cx="8800869" cy="77055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ctr" defTabSz="1036290"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6"/>
                </a:solidFill>
                <a:latin typeface="Flama Condensed Light" panose="02000000000000000000" pitchFamily="50" charset="0"/>
                <a:ea typeface="+mj-ea"/>
                <a:cs typeface="+mj-cs"/>
              </a:defRPr>
            </a:lvl1pPr>
          </a:lstStyle>
          <a:p>
            <a:r>
              <a:rPr lang="es-ES" dirty="0"/>
              <a:t>Relaciones </a:t>
            </a:r>
            <a:r>
              <a:rPr lang="es-ES" dirty="0" err="1"/>
              <a:t>Archimate</a:t>
            </a:r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FD295DF-9C60-4BD4-A1BD-3950E937E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516" y="1543669"/>
            <a:ext cx="7779064" cy="511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8990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92A0DAA-A76D-44EF-96AB-14EEA7DA1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845" y="1369267"/>
            <a:ext cx="8817081" cy="5462757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8CDFE5D-A46F-4060-9695-54979B6470F0}"/>
              </a:ext>
            </a:extLst>
          </p:cNvPr>
          <p:cNvSpPr/>
          <p:nvPr/>
        </p:nvSpPr>
        <p:spPr>
          <a:xfrm>
            <a:off x="9625589" y="6483211"/>
            <a:ext cx="4167936" cy="3365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587" dirty="0"/>
              <a:t>Fuente: https://archimate.visual-paradigm.com/</a:t>
            </a:r>
          </a:p>
        </p:txBody>
      </p:sp>
    </p:spTree>
    <p:extLst>
      <p:ext uri="{BB962C8B-B14F-4D97-AF65-F5344CB8AC3E}">
        <p14:creationId xmlns:p14="http://schemas.microsoft.com/office/powerpoint/2010/main" val="25224623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90205" y="146972"/>
            <a:ext cx="8800869" cy="1502305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sz="3600" b="1" dirty="0">
                <a:solidFill>
                  <a:schemeClr val="accent6"/>
                </a:solidFill>
              </a:rPr>
              <a:t>Elementos Negocio</a:t>
            </a:r>
            <a:endParaRPr lang="es-CO" sz="3600" b="1" dirty="0">
              <a:solidFill>
                <a:schemeClr val="accent6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695" y="2107105"/>
            <a:ext cx="6227244" cy="4521984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5002144" y="6451200"/>
            <a:ext cx="1963807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40" dirty="0"/>
              <a:t>Capa de Negocio</a:t>
            </a:r>
            <a:endParaRPr lang="es-CO" sz="204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1D58A6AE-99DE-42A2-B7B9-DA7A57365100}"/>
              </a:ext>
            </a:extLst>
          </p:cNvPr>
          <p:cNvSpPr/>
          <p:nvPr/>
        </p:nvSpPr>
        <p:spPr>
          <a:xfrm>
            <a:off x="6390640" y="2039485"/>
            <a:ext cx="1381761" cy="86721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B161E4A-3652-46DD-B5F1-73EBA95A6104}"/>
              </a:ext>
            </a:extLst>
          </p:cNvPr>
          <p:cNvSpPr txBox="1"/>
          <p:nvPr/>
        </p:nvSpPr>
        <p:spPr>
          <a:xfrm>
            <a:off x="4514386" y="1539037"/>
            <a:ext cx="2160143" cy="371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13" b="1" dirty="0">
                <a:solidFill>
                  <a:srgbClr val="FF0000"/>
                </a:solidFill>
              </a:rPr>
              <a:t>Representa E. Activa</a:t>
            </a:r>
            <a:endParaRPr lang="es-CO" sz="1813" b="1" dirty="0">
              <a:solidFill>
                <a:srgbClr val="FF0000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D8E1A9C-2A0F-4E22-A1BE-512BCC463CAC}"/>
              </a:ext>
            </a:extLst>
          </p:cNvPr>
          <p:cNvSpPr/>
          <p:nvPr/>
        </p:nvSpPr>
        <p:spPr>
          <a:xfrm>
            <a:off x="6588386" y="4368097"/>
            <a:ext cx="1803114" cy="89671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E09A3FD-94F5-45CB-891E-D7B3D68E919B}"/>
              </a:ext>
            </a:extLst>
          </p:cNvPr>
          <p:cNvSpPr txBox="1"/>
          <p:nvPr/>
        </p:nvSpPr>
        <p:spPr>
          <a:xfrm>
            <a:off x="9394359" y="2750276"/>
            <a:ext cx="2051747" cy="650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13" b="1" dirty="0">
                <a:solidFill>
                  <a:srgbClr val="00B050"/>
                </a:solidFill>
              </a:rPr>
              <a:t>Representa E. Comportamiento</a:t>
            </a:r>
            <a:endParaRPr lang="es-CO" sz="1813" b="1" dirty="0">
              <a:solidFill>
                <a:srgbClr val="00B050"/>
              </a:solidFill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E1375F1C-FD52-46A8-8FA6-15DDCB5E36CB}"/>
              </a:ext>
            </a:extLst>
          </p:cNvPr>
          <p:cNvSpPr/>
          <p:nvPr/>
        </p:nvSpPr>
        <p:spPr>
          <a:xfrm>
            <a:off x="9022856" y="4255428"/>
            <a:ext cx="1803114" cy="1155836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>
              <a:solidFill>
                <a:srgbClr val="0070C0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71AEBE6-5DF8-43F0-9298-403D76938EFB}"/>
              </a:ext>
            </a:extLst>
          </p:cNvPr>
          <p:cNvSpPr txBox="1"/>
          <p:nvPr/>
        </p:nvSpPr>
        <p:spPr>
          <a:xfrm>
            <a:off x="9886573" y="3550191"/>
            <a:ext cx="1517819" cy="650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13" b="1" dirty="0">
                <a:solidFill>
                  <a:srgbClr val="0070C0"/>
                </a:solidFill>
              </a:rPr>
              <a:t>Representa E. Pasiva</a:t>
            </a:r>
            <a:endParaRPr lang="es-CO" sz="1813" b="1" dirty="0">
              <a:solidFill>
                <a:srgbClr val="0070C0"/>
              </a:solidFill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2036C28-7EB2-46CC-BE9F-4F7DB015E8D8}"/>
              </a:ext>
            </a:extLst>
          </p:cNvPr>
          <p:cNvSpPr/>
          <p:nvPr/>
        </p:nvSpPr>
        <p:spPr>
          <a:xfrm>
            <a:off x="6217919" y="3230691"/>
            <a:ext cx="1803114" cy="89671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0E3600D-DD25-473A-9C39-CF559AFE41BE}"/>
              </a:ext>
            </a:extLst>
          </p:cNvPr>
          <p:cNvSpPr/>
          <p:nvPr/>
        </p:nvSpPr>
        <p:spPr>
          <a:xfrm>
            <a:off x="4785272" y="4368097"/>
            <a:ext cx="1803114" cy="89671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58B3B737-8ED0-4860-9F14-D8811EA0516B}"/>
              </a:ext>
            </a:extLst>
          </p:cNvPr>
          <p:cNvSpPr/>
          <p:nvPr/>
        </p:nvSpPr>
        <p:spPr>
          <a:xfrm>
            <a:off x="6356617" y="5411264"/>
            <a:ext cx="1803114" cy="1155836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>
              <a:solidFill>
                <a:srgbClr val="0070C0"/>
              </a:solidFill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61FAEC55-E1E2-4B65-9B02-C8938DA63DB8}"/>
              </a:ext>
            </a:extLst>
          </p:cNvPr>
          <p:cNvSpPr/>
          <p:nvPr/>
        </p:nvSpPr>
        <p:spPr>
          <a:xfrm>
            <a:off x="4514386" y="5367229"/>
            <a:ext cx="1803114" cy="1155836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>
              <a:solidFill>
                <a:srgbClr val="0070C0"/>
              </a:solidFill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B429B1AE-177D-4275-8EBC-9BAA0F089FBF}"/>
              </a:ext>
            </a:extLst>
          </p:cNvPr>
          <p:cNvSpPr/>
          <p:nvPr/>
        </p:nvSpPr>
        <p:spPr>
          <a:xfrm>
            <a:off x="4587525" y="2039485"/>
            <a:ext cx="1624977" cy="86721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2BEDA779-F1F7-4167-A2F6-C7205F904666}"/>
              </a:ext>
            </a:extLst>
          </p:cNvPr>
          <p:cNvSpPr/>
          <p:nvPr/>
        </p:nvSpPr>
        <p:spPr>
          <a:xfrm>
            <a:off x="8021033" y="2051267"/>
            <a:ext cx="1624977" cy="86721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2AD0BCE8-4388-45C4-80DB-3AE4F950A209}"/>
              </a:ext>
            </a:extLst>
          </p:cNvPr>
          <p:cNvSpPr/>
          <p:nvPr/>
        </p:nvSpPr>
        <p:spPr>
          <a:xfrm>
            <a:off x="7842896" y="3193771"/>
            <a:ext cx="1803114" cy="89671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DE9C7D9C-3B10-4DA5-8E56-33CDC2E3F98D}"/>
              </a:ext>
            </a:extLst>
          </p:cNvPr>
          <p:cNvSpPr/>
          <p:nvPr/>
        </p:nvSpPr>
        <p:spPr>
          <a:xfrm>
            <a:off x="4456181" y="3192182"/>
            <a:ext cx="1803114" cy="89671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71939CD1-5818-49AF-88CF-65948B9321CE}"/>
              </a:ext>
            </a:extLst>
          </p:cNvPr>
          <p:cNvSpPr/>
          <p:nvPr/>
        </p:nvSpPr>
        <p:spPr>
          <a:xfrm>
            <a:off x="8147078" y="5405847"/>
            <a:ext cx="1803114" cy="1155836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1519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4BAA3AC-D7E9-4DCC-81CA-9AEB6B486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75" y="2138883"/>
            <a:ext cx="1650117" cy="4832487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5480AA6-78E5-4963-9FB6-B98A8C0995AF}"/>
              </a:ext>
            </a:extLst>
          </p:cNvPr>
          <p:cNvSpPr/>
          <p:nvPr/>
        </p:nvSpPr>
        <p:spPr>
          <a:xfrm>
            <a:off x="1917682" y="2229631"/>
            <a:ext cx="4580100" cy="3365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587" dirty="0"/>
              <a:t>Entidad que es capaz de realizar un comportamiento.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D4C9652-E93C-4E4D-A5C5-A15E21783C3D}"/>
              </a:ext>
            </a:extLst>
          </p:cNvPr>
          <p:cNvSpPr/>
          <p:nvPr/>
        </p:nvSpPr>
        <p:spPr>
          <a:xfrm>
            <a:off x="1870270" y="2819474"/>
            <a:ext cx="4602738" cy="336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Papel que desempeña un actor.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02E483B-89AF-4BF0-91DD-167B9737A28A}"/>
              </a:ext>
            </a:extLst>
          </p:cNvPr>
          <p:cNvSpPr/>
          <p:nvPr/>
        </p:nvSpPr>
        <p:spPr>
          <a:xfrm>
            <a:off x="1917682" y="3543258"/>
            <a:ext cx="4755760" cy="825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Conjunto de dos o más elementos de la estructura activa interna de la empresa que trabajan juntos para realizar un comportamiento colectivo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C1BD913-C93B-4183-97C3-5C727170DBEF}"/>
              </a:ext>
            </a:extLst>
          </p:cNvPr>
          <p:cNvSpPr/>
          <p:nvPr/>
        </p:nvSpPr>
        <p:spPr>
          <a:xfrm>
            <a:off x="1917681" y="4491484"/>
            <a:ext cx="4755760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Secuencia de comportamientos para lograr un resultado específico como productos o servicios.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C5EEBF9-6CB4-48E6-86F0-692B12F88820}"/>
              </a:ext>
            </a:extLst>
          </p:cNvPr>
          <p:cNvSpPr/>
          <p:nvPr/>
        </p:nvSpPr>
        <p:spPr>
          <a:xfrm>
            <a:off x="1870272" y="5238538"/>
            <a:ext cx="4755760" cy="825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Comportamiento de un conjunto elegido de criterios estrechamente alineados con una organización, pero no necesariamente gobernados por ésta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0C86FD2-80C6-41C3-A463-2ED816D35984}"/>
              </a:ext>
            </a:extLst>
          </p:cNvPr>
          <p:cNvSpPr/>
          <p:nvPr/>
        </p:nvSpPr>
        <p:spPr>
          <a:xfrm>
            <a:off x="1870270" y="6321107"/>
            <a:ext cx="4755759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Unidad de comportamiento colectivo realizada por la colaboración de dos o más roles.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4129F51-BB6C-4AAA-BCB6-485749561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800" y="1973222"/>
            <a:ext cx="1554480" cy="4873823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B14A5BF1-3845-4F1C-AB41-59EE2C0CE710}"/>
              </a:ext>
            </a:extLst>
          </p:cNvPr>
          <p:cNvSpPr/>
          <p:nvPr/>
        </p:nvSpPr>
        <p:spPr>
          <a:xfrm>
            <a:off x="8276149" y="1943277"/>
            <a:ext cx="5319383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Denota un cambio en el estado de la organización. Puede originarse y resolverse dentro o fuera de la organización.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11A6161-74E3-4B9B-89A9-58940302D61B}"/>
              </a:ext>
            </a:extLst>
          </p:cNvPr>
          <p:cNvSpPr/>
          <p:nvPr/>
        </p:nvSpPr>
        <p:spPr>
          <a:xfrm>
            <a:off x="8200989" y="2825452"/>
            <a:ext cx="5045891" cy="336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Un comportamiento expuesto definido explícitamente.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E28F601-DFB3-4205-B967-3E474F6B8BC7}"/>
              </a:ext>
            </a:extLst>
          </p:cNvPr>
          <p:cNvSpPr/>
          <p:nvPr/>
        </p:nvSpPr>
        <p:spPr>
          <a:xfrm>
            <a:off x="8183996" y="3265148"/>
            <a:ext cx="4823823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Interfaz: Un punto de acceso en el que un servicio se pone a disposición del entorno.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52AA068-23BC-4D55-9140-BD4FED4CC325}"/>
              </a:ext>
            </a:extLst>
          </p:cNvPr>
          <p:cNvSpPr/>
          <p:nvPr/>
        </p:nvSpPr>
        <p:spPr>
          <a:xfrm>
            <a:off x="8183997" y="3923519"/>
            <a:ext cx="4456861" cy="3365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587" dirty="0"/>
              <a:t>Concepto utilizado dentro de un dominio particular.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756248C-8E7A-4B48-B7BE-CEC6E91CEC83}"/>
              </a:ext>
            </a:extLst>
          </p:cNvPr>
          <p:cNvSpPr/>
          <p:nvPr/>
        </p:nvSpPr>
        <p:spPr>
          <a:xfrm>
            <a:off x="8200988" y="4410134"/>
            <a:ext cx="5147799" cy="825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Colección coherente de servicios y/o elementos de estructura pasiva, acompañada de un contrato/conjunto de acuerdos, que se ofrece a clientes internos o externos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7F5CFF4-2A02-459E-AE6E-D9D10CD9A5CA}"/>
              </a:ext>
            </a:extLst>
          </p:cNvPr>
          <p:cNvSpPr/>
          <p:nvPr/>
        </p:nvSpPr>
        <p:spPr>
          <a:xfrm>
            <a:off x="8223589" y="6075690"/>
            <a:ext cx="5220837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Forma perceptible de la información transportada por un objeto.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787330F7-C8B2-4D89-ADB6-FCD02C363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3065" y="437230"/>
            <a:ext cx="8800869" cy="1502305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sz="3600" b="1" dirty="0">
                <a:solidFill>
                  <a:schemeClr val="accent6"/>
                </a:solidFill>
              </a:rPr>
              <a:t>Elementos Negocio</a:t>
            </a:r>
            <a:endParaRPr lang="es-CO" sz="36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8723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E2A2F4D-2453-4A50-B559-674A8A9F5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92" y="2400571"/>
            <a:ext cx="6251410" cy="158432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F278E33-1538-4992-A873-816FCEA8E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45" y="4906574"/>
            <a:ext cx="4681886" cy="71916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0F8BAB5-9450-4971-A39D-79C76C680936}"/>
              </a:ext>
            </a:extLst>
          </p:cNvPr>
          <p:cNvSpPr txBox="1"/>
          <p:nvPr/>
        </p:nvSpPr>
        <p:spPr>
          <a:xfrm>
            <a:off x="1357085" y="2178502"/>
            <a:ext cx="1553630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40" dirty="0"/>
              <a:t>Composición</a:t>
            </a:r>
            <a:endParaRPr lang="es-CO" sz="204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2DDAFA8-3A2E-4A1B-97FD-B9C999D79530}"/>
              </a:ext>
            </a:extLst>
          </p:cNvPr>
          <p:cNvSpPr txBox="1"/>
          <p:nvPr/>
        </p:nvSpPr>
        <p:spPr>
          <a:xfrm>
            <a:off x="1357085" y="4546075"/>
            <a:ext cx="1329210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40" dirty="0"/>
              <a:t>Asignación</a:t>
            </a:r>
            <a:endParaRPr lang="es-CO" sz="204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D00A02F-86C7-421B-BCBD-5C3338795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3177" y="2314653"/>
            <a:ext cx="5287338" cy="158432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A8881EEB-A885-4944-8F0C-74BEDFFDBCDE}"/>
              </a:ext>
            </a:extLst>
          </p:cNvPr>
          <p:cNvSpPr txBox="1"/>
          <p:nvPr/>
        </p:nvSpPr>
        <p:spPr>
          <a:xfrm>
            <a:off x="7710714" y="1896076"/>
            <a:ext cx="1365758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40" dirty="0"/>
              <a:t>Agregación</a:t>
            </a:r>
            <a:endParaRPr lang="es-CO" sz="204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2925BE6-D3DC-44E7-AF2D-7699DAD35E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520" y="4504509"/>
            <a:ext cx="4169954" cy="224245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12C2DB8D-6E72-42C3-9CC5-FB37558EDB46}"/>
              </a:ext>
            </a:extLst>
          </p:cNvPr>
          <p:cNvSpPr txBox="1"/>
          <p:nvPr/>
        </p:nvSpPr>
        <p:spPr>
          <a:xfrm>
            <a:off x="6616187" y="5416447"/>
            <a:ext cx="919482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40" dirty="0"/>
              <a:t>Realiza</a:t>
            </a:r>
            <a:endParaRPr lang="es-CO" sz="204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C702455-8C9F-4273-89CD-C982E7CBA2EA}"/>
              </a:ext>
            </a:extLst>
          </p:cNvPr>
          <p:cNvSpPr txBox="1"/>
          <p:nvPr/>
        </p:nvSpPr>
        <p:spPr>
          <a:xfrm>
            <a:off x="10671629" y="5082903"/>
            <a:ext cx="1861600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40" dirty="0"/>
              <a:t>Es realizado por</a:t>
            </a:r>
            <a:endParaRPr lang="es-CO" sz="2040" dirty="0"/>
          </a:p>
        </p:txBody>
      </p:sp>
    </p:spTree>
    <p:extLst>
      <p:ext uri="{BB962C8B-B14F-4D97-AF65-F5344CB8AC3E}">
        <p14:creationId xmlns:p14="http://schemas.microsoft.com/office/powerpoint/2010/main" val="20687169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/>
          <p:cNvSpPr txBox="1">
            <a:spLocks/>
          </p:cNvSpPr>
          <p:nvPr/>
        </p:nvSpPr>
        <p:spPr>
          <a:xfrm>
            <a:off x="1782279" y="475398"/>
            <a:ext cx="8800869" cy="150230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ctr" defTabSz="1036290"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6"/>
                </a:solidFill>
                <a:latin typeface="Flama Condensed Light" panose="02000000000000000000" pitchFamily="50" charset="0"/>
                <a:ea typeface="+mj-ea"/>
                <a:cs typeface="+mj-cs"/>
              </a:defRPr>
            </a:lvl1pPr>
          </a:lstStyle>
          <a:p>
            <a:r>
              <a:rPr lang="es-ES" dirty="0"/>
              <a:t>Elementos Aplicaciones, Tecnología</a:t>
            </a:r>
            <a:endParaRPr lang="es-CO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64" y="2688446"/>
            <a:ext cx="5306848" cy="3058420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1224741" y="5865094"/>
            <a:ext cx="2417072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40" dirty="0"/>
              <a:t>Capa de Aplicaciones</a:t>
            </a:r>
            <a:endParaRPr lang="es-CO" sz="2040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8406" y="2335646"/>
            <a:ext cx="4846955" cy="3411220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8384773" y="5865089"/>
            <a:ext cx="2224455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40" dirty="0"/>
              <a:t>Capa de Tecnología</a:t>
            </a:r>
            <a:endParaRPr lang="es-CO" sz="2040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38D1F38-6B9E-4A95-A7A6-B51B5827DD1D}"/>
              </a:ext>
            </a:extLst>
          </p:cNvPr>
          <p:cNvSpPr/>
          <p:nvPr/>
        </p:nvSpPr>
        <p:spPr>
          <a:xfrm>
            <a:off x="2432273" y="2619568"/>
            <a:ext cx="1624977" cy="86721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14EEB305-0B01-4C97-95CB-00F3E33FC909}"/>
              </a:ext>
            </a:extLst>
          </p:cNvPr>
          <p:cNvSpPr/>
          <p:nvPr/>
        </p:nvSpPr>
        <p:spPr>
          <a:xfrm>
            <a:off x="613248" y="2619568"/>
            <a:ext cx="1624977" cy="86721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1365873F-7ECA-49D5-8413-6EB66B16EC78}"/>
              </a:ext>
            </a:extLst>
          </p:cNvPr>
          <p:cNvSpPr/>
          <p:nvPr/>
        </p:nvSpPr>
        <p:spPr>
          <a:xfrm>
            <a:off x="435111" y="3605012"/>
            <a:ext cx="1803114" cy="89671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839D7F2A-724B-43E6-8F8E-B72D152D2405}"/>
              </a:ext>
            </a:extLst>
          </p:cNvPr>
          <p:cNvSpPr/>
          <p:nvPr/>
        </p:nvSpPr>
        <p:spPr>
          <a:xfrm>
            <a:off x="2238225" y="3660992"/>
            <a:ext cx="1803114" cy="89671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FD0ABFA2-9B38-4393-A639-F8B72628F6D1}"/>
              </a:ext>
            </a:extLst>
          </p:cNvPr>
          <p:cNvSpPr/>
          <p:nvPr/>
        </p:nvSpPr>
        <p:spPr>
          <a:xfrm>
            <a:off x="524179" y="4675939"/>
            <a:ext cx="1803114" cy="89671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68E838A0-4703-49A8-895D-5EAFCE324398}"/>
              </a:ext>
            </a:extLst>
          </p:cNvPr>
          <p:cNvSpPr/>
          <p:nvPr/>
        </p:nvSpPr>
        <p:spPr>
          <a:xfrm>
            <a:off x="4041339" y="2590066"/>
            <a:ext cx="1803114" cy="89671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EFEF5A02-F6BA-4158-8F52-E24F6F094755}"/>
              </a:ext>
            </a:extLst>
          </p:cNvPr>
          <p:cNvSpPr/>
          <p:nvPr/>
        </p:nvSpPr>
        <p:spPr>
          <a:xfrm>
            <a:off x="4216082" y="4591031"/>
            <a:ext cx="1803114" cy="1155836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>
              <a:solidFill>
                <a:srgbClr val="0070C0"/>
              </a:solidFill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EEA8AF3-DE2C-4D40-BBEA-A7776808ED4C}"/>
              </a:ext>
            </a:extLst>
          </p:cNvPr>
          <p:cNvSpPr/>
          <p:nvPr/>
        </p:nvSpPr>
        <p:spPr>
          <a:xfrm>
            <a:off x="2365984" y="4675939"/>
            <a:ext cx="1803114" cy="89671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4C5908A0-E37F-4C47-A42F-E03E81610F57}"/>
              </a:ext>
            </a:extLst>
          </p:cNvPr>
          <p:cNvSpPr/>
          <p:nvPr/>
        </p:nvSpPr>
        <p:spPr>
          <a:xfrm>
            <a:off x="7483216" y="3886200"/>
            <a:ext cx="1803114" cy="89671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B74C12C0-A372-4D2E-8046-1A452E1FD341}"/>
              </a:ext>
            </a:extLst>
          </p:cNvPr>
          <p:cNvSpPr/>
          <p:nvPr/>
        </p:nvSpPr>
        <p:spPr>
          <a:xfrm>
            <a:off x="8034791" y="3051532"/>
            <a:ext cx="1803114" cy="89671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5DD9033E-D2C1-4413-97D4-516A6CD87D43}"/>
              </a:ext>
            </a:extLst>
          </p:cNvPr>
          <p:cNvSpPr/>
          <p:nvPr/>
        </p:nvSpPr>
        <p:spPr>
          <a:xfrm>
            <a:off x="9286330" y="3094329"/>
            <a:ext cx="1803114" cy="89671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85E18C62-DC96-42B2-8E72-80B8FE132711}"/>
              </a:ext>
            </a:extLst>
          </p:cNvPr>
          <p:cNvSpPr/>
          <p:nvPr/>
        </p:nvSpPr>
        <p:spPr>
          <a:xfrm>
            <a:off x="10061852" y="3948250"/>
            <a:ext cx="1803114" cy="89671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7BB27719-CB55-466F-9A2F-EAEAD1103FDF}"/>
              </a:ext>
            </a:extLst>
          </p:cNvPr>
          <p:cNvSpPr/>
          <p:nvPr/>
        </p:nvSpPr>
        <p:spPr>
          <a:xfrm>
            <a:off x="8734755" y="3914266"/>
            <a:ext cx="1803114" cy="89671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/>
          </a:p>
        </p:txBody>
      </p:sp>
    </p:spTree>
    <p:extLst>
      <p:ext uri="{BB962C8B-B14F-4D97-AF65-F5344CB8AC3E}">
        <p14:creationId xmlns:p14="http://schemas.microsoft.com/office/powerpoint/2010/main" val="12580915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6773EF8-4442-4CA5-9A06-1E1AC6943A15}"/>
              </a:ext>
            </a:extLst>
          </p:cNvPr>
          <p:cNvSpPr txBox="1">
            <a:spLocks/>
          </p:cNvSpPr>
          <p:nvPr/>
        </p:nvSpPr>
        <p:spPr>
          <a:xfrm>
            <a:off x="1335145" y="422393"/>
            <a:ext cx="8800869" cy="100427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ctr" defTabSz="1036290"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6"/>
                </a:solidFill>
                <a:latin typeface="Flama Condensed Light" panose="02000000000000000000" pitchFamily="50" charset="0"/>
                <a:ea typeface="+mj-ea"/>
                <a:cs typeface="+mj-cs"/>
              </a:defRPr>
            </a:lvl1pPr>
          </a:lstStyle>
          <a:p>
            <a:r>
              <a:rPr lang="es-ES" dirty="0"/>
              <a:t>Elementos Aplicaciones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F5CAB57-33C8-4B91-80EA-6B0666CF3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14" y="2128914"/>
            <a:ext cx="1836181" cy="47994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883D9AD-7F96-4654-BE1A-A45185D56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617" y="1730447"/>
            <a:ext cx="1836181" cy="2461844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52559054-0B18-473C-8EF8-489BF0C93DF1}"/>
              </a:ext>
            </a:extLst>
          </p:cNvPr>
          <p:cNvSpPr/>
          <p:nvPr/>
        </p:nvSpPr>
        <p:spPr>
          <a:xfrm>
            <a:off x="2464740" y="2010790"/>
            <a:ext cx="4639507" cy="825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Dos o más componentes de aplicaciones que trabajan juntos para realizar un comportamiento de aplicación colectivo.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6982264-9EBE-4B71-A4A0-0EDC1D8EE45E}"/>
              </a:ext>
            </a:extLst>
          </p:cNvPr>
          <p:cNvSpPr/>
          <p:nvPr/>
        </p:nvSpPr>
        <p:spPr>
          <a:xfrm>
            <a:off x="2464739" y="2866800"/>
            <a:ext cx="4853877" cy="1313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Funcionalidad encapsulada de la aplicación alineada con la estructura de implementación,  es modular y reemplazable. Encapsula su comportamiento y datos, expone servicios y los pone a disposición a través de interfaces.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C8F1162-6B4D-4FA6-9792-CF219A335911}"/>
              </a:ext>
            </a:extLst>
          </p:cNvPr>
          <p:cNvSpPr/>
          <p:nvPr/>
        </p:nvSpPr>
        <p:spPr>
          <a:xfrm>
            <a:off x="2464740" y="4176143"/>
            <a:ext cx="4801815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Un comportamiento de aplicación expuesto definido explícitamente.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C6E2B0B-BAB2-406A-A603-A8B64C1023F1}"/>
              </a:ext>
            </a:extLst>
          </p:cNvPr>
          <p:cNvSpPr/>
          <p:nvPr/>
        </p:nvSpPr>
        <p:spPr>
          <a:xfrm>
            <a:off x="2464739" y="4787866"/>
            <a:ext cx="4444061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Comportamiento automatizado que puede realizar un componente de la aplicación.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75476EF-E585-4E9B-9BAE-439E8F5983F2}"/>
              </a:ext>
            </a:extLst>
          </p:cNvPr>
          <p:cNvSpPr/>
          <p:nvPr/>
        </p:nvSpPr>
        <p:spPr>
          <a:xfrm>
            <a:off x="2464739" y="6347514"/>
            <a:ext cx="4801813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Interface: Punto de acceso donde los servicios de la aplicación están disponibles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7589DF7-1CBF-4583-92BC-A2E123351BB3}"/>
              </a:ext>
            </a:extLst>
          </p:cNvPr>
          <p:cNvSpPr/>
          <p:nvPr/>
        </p:nvSpPr>
        <p:spPr>
          <a:xfrm>
            <a:off x="2464739" y="5445605"/>
            <a:ext cx="4801814" cy="825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Unidad de comportamiento colectivo de la aplicación realizada por (una colaboración de) dos o más componentes de la aplicación.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CAF3027-7FE5-4AD4-9E27-BA22F820C9E8}"/>
              </a:ext>
            </a:extLst>
          </p:cNvPr>
          <p:cNvSpPr/>
          <p:nvPr/>
        </p:nvSpPr>
        <p:spPr>
          <a:xfrm>
            <a:off x="9206860" y="1730447"/>
            <a:ext cx="4617716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Secuencia de comportamientos de aplicación que logra un resultado específico.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315AFBB-7071-414F-99D3-333C6183CEE7}"/>
              </a:ext>
            </a:extLst>
          </p:cNvPr>
          <p:cNvSpPr/>
          <p:nvPr/>
        </p:nvSpPr>
        <p:spPr>
          <a:xfrm>
            <a:off x="9206860" y="2620176"/>
            <a:ext cx="4150981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Elemento de comportamiento de la aplicación que denota un cambio de estado.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8D01869-F93A-4607-BD20-01B3D49B0C29}"/>
              </a:ext>
            </a:extLst>
          </p:cNvPr>
          <p:cNvSpPr/>
          <p:nvPr/>
        </p:nvSpPr>
        <p:spPr>
          <a:xfrm>
            <a:off x="9154799" y="3406963"/>
            <a:ext cx="4514743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Datos estructurados (y no estructurados) para su tratamiento automatizado.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A3EE280-00F1-4A1B-983D-AFB5F3980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6552" y="4442493"/>
            <a:ext cx="2282830" cy="690746"/>
          </a:xfrm>
          <a:prstGeom prst="rect">
            <a:avLst/>
          </a:prstGeom>
          <a:ln>
            <a:noFill/>
          </a:ln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A703A079-A684-4BC9-A0C5-790008E94B53}"/>
              </a:ext>
            </a:extLst>
          </p:cNvPr>
          <p:cNvSpPr txBox="1"/>
          <p:nvPr/>
        </p:nvSpPr>
        <p:spPr>
          <a:xfrm>
            <a:off x="9499453" y="4296692"/>
            <a:ext cx="382543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Una interfaz de aplicación representa un punto de acceso donde los servicios de aplicación se ponen a disposición de un usuario, otro componente de la aplicación o un nodo.</a:t>
            </a:r>
            <a:endParaRPr lang="es-419" sz="1600" dirty="0"/>
          </a:p>
        </p:txBody>
      </p:sp>
    </p:spTree>
    <p:extLst>
      <p:ext uri="{BB962C8B-B14F-4D97-AF65-F5344CB8AC3E}">
        <p14:creationId xmlns:p14="http://schemas.microsoft.com/office/powerpoint/2010/main" val="1997449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1AB0E29-53CC-41F6-BD1A-0D342F840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377" y="1113137"/>
            <a:ext cx="5025416" cy="246344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906E4C3-BD06-4749-BAF3-70CF0A5FC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4993" y="1113137"/>
            <a:ext cx="4789085" cy="262592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87FF9A3-22D1-4324-8A5D-73659891A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2933" y="3724617"/>
            <a:ext cx="5602690" cy="246344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BF85F53-CA91-4AC5-ABF9-36DCE82FA029}"/>
              </a:ext>
            </a:extLst>
          </p:cNvPr>
          <p:cNvSpPr txBox="1"/>
          <p:nvPr/>
        </p:nvSpPr>
        <p:spPr>
          <a:xfrm>
            <a:off x="2152891" y="6659263"/>
            <a:ext cx="91832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600" dirty="0"/>
              <a:t>Ejemplos tomados de: https://pubs.opengroup.org/architecture/archimate31-doc/chap09.html</a:t>
            </a:r>
          </a:p>
        </p:txBody>
      </p:sp>
    </p:spTree>
    <p:extLst>
      <p:ext uri="{BB962C8B-B14F-4D97-AF65-F5344CB8AC3E}">
        <p14:creationId xmlns:p14="http://schemas.microsoft.com/office/powerpoint/2010/main" val="5070504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DA8AF2A-DA79-435E-A563-56942AF5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304" y="1"/>
            <a:ext cx="5107575" cy="7492563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091BFDCB-476F-4090-9F00-E569CDC63234}"/>
              </a:ext>
            </a:extLst>
          </p:cNvPr>
          <p:cNvSpPr/>
          <p:nvPr/>
        </p:nvSpPr>
        <p:spPr>
          <a:xfrm>
            <a:off x="9696995" y="6308140"/>
            <a:ext cx="3108960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Fuente: </a:t>
            </a:r>
            <a:r>
              <a:rPr lang="es-CO" sz="1587" dirty="0" err="1"/>
              <a:t>Mastering</a:t>
            </a:r>
            <a:r>
              <a:rPr lang="es-CO" sz="1587" dirty="0"/>
              <a:t> </a:t>
            </a:r>
            <a:r>
              <a:rPr lang="es-CO" sz="1587" dirty="0" err="1"/>
              <a:t>ArchiMate</a:t>
            </a:r>
            <a:endParaRPr lang="es-CO" sz="1587" dirty="0"/>
          </a:p>
          <a:p>
            <a:r>
              <a:rPr lang="es-ES" sz="1587" dirty="0"/>
              <a:t>G</a:t>
            </a:r>
            <a:r>
              <a:rPr lang="es-CO" sz="1587" dirty="0" err="1"/>
              <a:t>erben</a:t>
            </a:r>
            <a:r>
              <a:rPr lang="es-CO" sz="1587" dirty="0"/>
              <a:t> </a:t>
            </a:r>
            <a:r>
              <a:rPr lang="es-CO" sz="1587" dirty="0" err="1"/>
              <a:t>Wierda</a:t>
            </a:r>
            <a:r>
              <a:rPr lang="es-CO" sz="1587" dirty="0"/>
              <a:t>, </a:t>
            </a:r>
            <a:r>
              <a:rPr lang="es-ES" sz="1587" dirty="0"/>
              <a:t>2</a:t>
            </a:r>
            <a:r>
              <a:rPr lang="es-CO" sz="1587" dirty="0"/>
              <a:t>017</a:t>
            </a:r>
          </a:p>
        </p:txBody>
      </p:sp>
    </p:spTree>
    <p:extLst>
      <p:ext uri="{BB962C8B-B14F-4D97-AF65-F5344CB8AC3E}">
        <p14:creationId xmlns:p14="http://schemas.microsoft.com/office/powerpoint/2010/main" val="6685896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7AA3BFE-D6EE-4A8B-B495-A561E64240D1}"/>
              </a:ext>
            </a:extLst>
          </p:cNvPr>
          <p:cNvSpPr txBox="1">
            <a:spLocks/>
          </p:cNvSpPr>
          <p:nvPr/>
        </p:nvSpPr>
        <p:spPr>
          <a:xfrm>
            <a:off x="4066770" y="413809"/>
            <a:ext cx="8800869" cy="150230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ctr" defTabSz="1036290"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6"/>
                </a:solidFill>
                <a:latin typeface="Flama Condensed Light" panose="02000000000000000000" pitchFamily="50" charset="0"/>
                <a:ea typeface="+mj-ea"/>
                <a:cs typeface="+mj-cs"/>
              </a:defRPr>
            </a:lvl1pPr>
          </a:lstStyle>
          <a:p>
            <a:r>
              <a:rPr lang="es-ES" dirty="0"/>
              <a:t>Elementos Tecnología</a:t>
            </a:r>
            <a:endParaRPr lang="es-CO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B2D5AF4-F9F6-40C7-92FE-957398155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91" y="2462190"/>
            <a:ext cx="1604939" cy="3785642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EB2D34A7-9BED-475D-A2CA-4DB63A96F5EC}"/>
              </a:ext>
            </a:extLst>
          </p:cNvPr>
          <p:cNvSpPr/>
          <p:nvPr/>
        </p:nvSpPr>
        <p:spPr>
          <a:xfrm>
            <a:off x="2307604" y="2095935"/>
            <a:ext cx="4576525" cy="825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Recurso computacional o físico que aloja, manipula o interactúa con otros recursos computacionales o físicos.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9C366F1-B775-40E5-A4EA-1586A1D6F5BE}"/>
              </a:ext>
            </a:extLst>
          </p:cNvPr>
          <p:cNvSpPr/>
          <p:nvPr/>
        </p:nvSpPr>
        <p:spPr>
          <a:xfrm>
            <a:off x="2307604" y="2939652"/>
            <a:ext cx="4231085" cy="825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Dispositivo de TI físico sobre el cual el software del sistema y los artefactos pueden almacenarse o implementarse para su ejecución.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738A2D0-CE7D-48B4-B7E6-3930BA789BB1}"/>
              </a:ext>
            </a:extLst>
          </p:cNvPr>
          <p:cNvSpPr/>
          <p:nvPr/>
        </p:nvSpPr>
        <p:spPr>
          <a:xfrm>
            <a:off x="2307604" y="3762028"/>
            <a:ext cx="4354457" cy="825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Software que proporciona o contribuye a un entorno para almacenar, ejecutar y usar software o datos implementados en él.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9065F02-8AB1-4453-B610-AC9C14E57B1F}"/>
              </a:ext>
            </a:extLst>
          </p:cNvPr>
          <p:cNvSpPr/>
          <p:nvPr/>
        </p:nvSpPr>
        <p:spPr>
          <a:xfrm>
            <a:off x="2307604" y="4547260"/>
            <a:ext cx="4354457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Punto de acceso donde se puede acceder a los servicios tecnológicos ofrecidos por un nodo.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209B03E-A9B3-4172-8D02-5C8B51FDAEEE}"/>
              </a:ext>
            </a:extLst>
          </p:cNvPr>
          <p:cNvSpPr/>
          <p:nvPr/>
        </p:nvSpPr>
        <p:spPr>
          <a:xfrm>
            <a:off x="2307605" y="5176236"/>
            <a:ext cx="4576525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Colección de comportamiento tecnológico que puede realizar un nodo.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CB09761-9AB0-42D0-AC0D-6EAE149DB1F3}"/>
              </a:ext>
            </a:extLst>
          </p:cNvPr>
          <p:cNvSpPr/>
          <p:nvPr/>
        </p:nvSpPr>
        <p:spPr>
          <a:xfrm>
            <a:off x="2307604" y="5805212"/>
            <a:ext cx="4502494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Comportamiento de tecnología expuesto explícitamente definido.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AC6790C-A5DD-485E-9324-DC1E7379B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948" y="1770574"/>
            <a:ext cx="1606304" cy="4689493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6D58EC21-2F6F-474E-80C4-016E57A3359B}"/>
              </a:ext>
            </a:extLst>
          </p:cNvPr>
          <p:cNvSpPr/>
          <p:nvPr/>
        </p:nvSpPr>
        <p:spPr>
          <a:xfrm>
            <a:off x="8536748" y="2476895"/>
            <a:ext cx="4576525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Unidad de comportamiento tecnológico colectivo realizado por (una colaboración de) dos o más nodos.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1A0B822-FA5D-4934-82C5-A8A2CAA7D724}"/>
              </a:ext>
            </a:extLst>
          </p:cNvPr>
          <p:cNvSpPr/>
          <p:nvPr/>
        </p:nvSpPr>
        <p:spPr>
          <a:xfrm>
            <a:off x="8536748" y="1661104"/>
            <a:ext cx="4576525" cy="825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Conjunto de dos o más nodos que trabajan juntos para realizar un comportamiento tecnológico colectivo.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0ACD1F3-1F5D-42EC-8C31-E8F9DF547556}"/>
              </a:ext>
            </a:extLst>
          </p:cNvPr>
          <p:cNvSpPr/>
          <p:nvPr/>
        </p:nvSpPr>
        <p:spPr>
          <a:xfrm>
            <a:off x="8536748" y="3122735"/>
            <a:ext cx="4564740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Elemento de comportamiento tecnológico que denota un cambio de estado.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71C0A76-E925-4FAE-98FE-44E875C3DCFB}"/>
              </a:ext>
            </a:extLst>
          </p:cNvPr>
          <p:cNvSpPr/>
          <p:nvPr/>
        </p:nvSpPr>
        <p:spPr>
          <a:xfrm>
            <a:off x="8438050" y="3847790"/>
            <a:ext cx="5034110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Secuencia de comportamientos tecnológicos que logra un resultado específico.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11DD1C1-3EF2-4B89-BB3B-242CC3F93B57}"/>
              </a:ext>
            </a:extLst>
          </p:cNvPr>
          <p:cNvSpPr/>
          <p:nvPr/>
        </p:nvSpPr>
        <p:spPr>
          <a:xfrm>
            <a:off x="8438050" y="4419412"/>
            <a:ext cx="4838071" cy="825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587" dirty="0"/>
              <a:t>Pieza de datos que se utiliza o se produce en un proceso de desarrollo de software, o por la implementación y operación de un sistema.</a:t>
            </a:r>
            <a:endParaRPr lang="es-CO" sz="1587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28B126A-48E2-4B59-8D9E-326D6BC5B64B}"/>
              </a:ext>
            </a:extLst>
          </p:cNvPr>
          <p:cNvSpPr/>
          <p:nvPr/>
        </p:nvSpPr>
        <p:spPr>
          <a:xfrm>
            <a:off x="8438050" y="5301389"/>
            <a:ext cx="5267960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Ruta de comunicación Un enlace entre dos o más nodos, a través del cual estos pueden intercambiar datos.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B2FF86F-2CE2-4975-A680-7FFE29D23124}"/>
              </a:ext>
            </a:extLst>
          </p:cNvPr>
          <p:cNvSpPr/>
          <p:nvPr/>
        </p:nvSpPr>
        <p:spPr>
          <a:xfrm>
            <a:off x="8438050" y="5940505"/>
            <a:ext cx="5354320" cy="10692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Red Un conjunto de estructuras que conecta sistemas informáticos u otros dispositivos electrónicos para la transmisión, enrutamiento y recepción de datos o comunicaciones basadas en datos, como voz y video.</a:t>
            </a:r>
          </a:p>
        </p:txBody>
      </p:sp>
    </p:spTree>
    <p:extLst>
      <p:ext uri="{BB962C8B-B14F-4D97-AF65-F5344CB8AC3E}">
        <p14:creationId xmlns:p14="http://schemas.microsoft.com/office/powerpoint/2010/main" val="20040651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854F52E-E3B7-4E62-BCB0-319B2D943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067" y="868799"/>
            <a:ext cx="6355966" cy="5894761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1DC65FF-20AF-4877-AC7D-3A8BCFFE1405}"/>
              </a:ext>
            </a:extLst>
          </p:cNvPr>
          <p:cNvSpPr/>
          <p:nvPr/>
        </p:nvSpPr>
        <p:spPr>
          <a:xfrm>
            <a:off x="10696301" y="6394314"/>
            <a:ext cx="3108960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Fuente: </a:t>
            </a:r>
            <a:r>
              <a:rPr lang="es-CO" sz="1587" dirty="0" err="1"/>
              <a:t>Mastering</a:t>
            </a:r>
            <a:r>
              <a:rPr lang="es-CO" sz="1587" dirty="0"/>
              <a:t> </a:t>
            </a:r>
            <a:r>
              <a:rPr lang="es-CO" sz="1587" dirty="0" err="1"/>
              <a:t>ArchiMate</a:t>
            </a:r>
            <a:endParaRPr lang="es-CO" sz="1587" dirty="0"/>
          </a:p>
          <a:p>
            <a:r>
              <a:rPr lang="es-ES" sz="1587" dirty="0"/>
              <a:t>G</a:t>
            </a:r>
            <a:r>
              <a:rPr lang="es-CO" sz="1587" dirty="0" err="1"/>
              <a:t>erben</a:t>
            </a:r>
            <a:r>
              <a:rPr lang="es-CO" sz="1587" dirty="0"/>
              <a:t> </a:t>
            </a:r>
            <a:r>
              <a:rPr lang="es-CO" sz="1587" dirty="0" err="1"/>
              <a:t>Wierda</a:t>
            </a:r>
            <a:r>
              <a:rPr lang="es-CO" sz="1587" dirty="0"/>
              <a:t>, </a:t>
            </a:r>
            <a:r>
              <a:rPr lang="es-ES" sz="1587" dirty="0"/>
              <a:t>2</a:t>
            </a:r>
            <a:r>
              <a:rPr lang="es-CO" sz="1587" dirty="0"/>
              <a:t>017</a:t>
            </a:r>
          </a:p>
        </p:txBody>
      </p:sp>
    </p:spTree>
    <p:extLst>
      <p:ext uri="{BB962C8B-B14F-4D97-AF65-F5344CB8AC3E}">
        <p14:creationId xmlns:p14="http://schemas.microsoft.com/office/powerpoint/2010/main" val="17734834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E14BDD7-D011-4241-99F4-0951D1521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142" y="974041"/>
            <a:ext cx="9030788" cy="557538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1B81F38-2765-4BD4-BC37-605C839A8C1D}"/>
              </a:ext>
            </a:extLst>
          </p:cNvPr>
          <p:cNvSpPr/>
          <p:nvPr/>
        </p:nvSpPr>
        <p:spPr>
          <a:xfrm>
            <a:off x="3701143" y="6252934"/>
            <a:ext cx="3108960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87" dirty="0"/>
              <a:t>Fuente: </a:t>
            </a:r>
            <a:r>
              <a:rPr lang="es-CO" sz="1587" dirty="0" err="1"/>
              <a:t>Mastering</a:t>
            </a:r>
            <a:r>
              <a:rPr lang="es-CO" sz="1587" dirty="0"/>
              <a:t> </a:t>
            </a:r>
            <a:r>
              <a:rPr lang="es-CO" sz="1587" dirty="0" err="1"/>
              <a:t>ArchiMate</a:t>
            </a:r>
            <a:endParaRPr lang="es-CO" sz="1587" dirty="0"/>
          </a:p>
          <a:p>
            <a:r>
              <a:rPr lang="es-ES" sz="1587" dirty="0"/>
              <a:t>G</a:t>
            </a:r>
            <a:r>
              <a:rPr lang="es-CO" sz="1587" dirty="0" err="1"/>
              <a:t>erben</a:t>
            </a:r>
            <a:r>
              <a:rPr lang="es-CO" sz="1587" dirty="0"/>
              <a:t> </a:t>
            </a:r>
            <a:r>
              <a:rPr lang="es-CO" sz="1587" dirty="0" err="1"/>
              <a:t>Wierda</a:t>
            </a:r>
            <a:r>
              <a:rPr lang="es-CO" sz="1587" dirty="0"/>
              <a:t>, </a:t>
            </a:r>
            <a:r>
              <a:rPr lang="es-ES" sz="1587" dirty="0"/>
              <a:t>2</a:t>
            </a:r>
            <a:r>
              <a:rPr lang="es-CO" sz="1587" dirty="0"/>
              <a:t>017</a:t>
            </a:r>
          </a:p>
        </p:txBody>
      </p:sp>
    </p:spTree>
    <p:extLst>
      <p:ext uri="{BB962C8B-B14F-4D97-AF65-F5344CB8AC3E}">
        <p14:creationId xmlns:p14="http://schemas.microsoft.com/office/powerpoint/2010/main" val="31650766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3A9028F-FB52-4247-925C-A6D30F5DE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917" y="653595"/>
            <a:ext cx="9658480" cy="6389127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1F6ADCA-A741-4D02-97C3-1D7741455014}"/>
              </a:ext>
            </a:extLst>
          </p:cNvPr>
          <p:cNvSpPr/>
          <p:nvPr/>
        </p:nvSpPr>
        <p:spPr>
          <a:xfrm>
            <a:off x="9380163" y="6706155"/>
            <a:ext cx="4167936" cy="3365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587" dirty="0"/>
              <a:t>Fuente: https://archimate.visual-paradigm.com/</a:t>
            </a:r>
          </a:p>
        </p:txBody>
      </p:sp>
    </p:spTree>
    <p:extLst>
      <p:ext uri="{BB962C8B-B14F-4D97-AF65-F5344CB8AC3E}">
        <p14:creationId xmlns:p14="http://schemas.microsoft.com/office/powerpoint/2010/main" val="35401420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DD286B9-C615-44F5-B96D-A31442BA4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24771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0079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199E37-C7EB-4DEA-A53D-B3D244DCA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44</a:t>
            </a:fld>
            <a:endParaRPr lang="es-CO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03B9BCA-51C0-4FDA-A2CE-0DDE661C7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857" y="353330"/>
            <a:ext cx="9083502" cy="1502305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sz="3600" b="1" dirty="0">
                <a:solidFill>
                  <a:schemeClr val="accent6"/>
                </a:solidFill>
              </a:rPr>
              <a:t>Referencias</a:t>
            </a:r>
            <a:endParaRPr lang="es-CO" sz="3600" b="1" dirty="0">
              <a:solidFill>
                <a:schemeClr val="accent6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73CCD42-CD54-4F06-9A40-868FED4C052F}"/>
              </a:ext>
            </a:extLst>
          </p:cNvPr>
          <p:cNvSpPr txBox="1"/>
          <p:nvPr/>
        </p:nvSpPr>
        <p:spPr>
          <a:xfrm>
            <a:off x="1221128" y="1855635"/>
            <a:ext cx="1206660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2000" dirty="0">
                <a:hlinkClick r:id="rId2"/>
              </a:rPr>
              <a:t>https://pubs.opengroup.org/architecture/archimate31-doc/chap09.html</a:t>
            </a:r>
            <a:endParaRPr lang="es-419" sz="2000" dirty="0"/>
          </a:p>
          <a:p>
            <a:r>
              <a:rPr lang="es-419" sz="2000" dirty="0">
                <a:hlinkClick r:id="rId3"/>
              </a:rPr>
              <a:t>https://www.dragon1.com/images/archimate-landscape-overview.png</a:t>
            </a:r>
            <a:endParaRPr lang="es-419" sz="2000" dirty="0"/>
          </a:p>
          <a:p>
            <a:r>
              <a:rPr lang="es-419" sz="2000" dirty="0"/>
              <a:t>https://agileea.com/services/remote-services/modelling-as-a-service/archimate-model-types/</a:t>
            </a:r>
          </a:p>
          <a:p>
            <a:endParaRPr lang="es-419" sz="2000" dirty="0"/>
          </a:p>
        </p:txBody>
      </p:sp>
    </p:spTree>
    <p:extLst>
      <p:ext uri="{BB962C8B-B14F-4D97-AF65-F5344CB8AC3E}">
        <p14:creationId xmlns:p14="http://schemas.microsoft.com/office/powerpoint/2010/main" val="25338252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F03CF09-7736-4F01-98E2-2E5DE98D2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244" y="1712550"/>
            <a:ext cx="5649112" cy="380100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98010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EA78E3E-B840-4BD7-966B-B67259C8C69C}"/>
              </a:ext>
            </a:extLst>
          </p:cNvPr>
          <p:cNvSpPr txBox="1">
            <a:spLocks/>
          </p:cNvSpPr>
          <p:nvPr/>
        </p:nvSpPr>
        <p:spPr>
          <a:xfrm>
            <a:off x="-1" y="97984"/>
            <a:ext cx="13817599" cy="938337"/>
          </a:xfrm>
          <a:prstGeom prst="rect">
            <a:avLst/>
          </a:prstGeom>
        </p:spPr>
        <p:txBody>
          <a:bodyPr vert="horz" lIns="103632" tIns="51816" rIns="103632" bIns="51816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i="0" kern="1200">
                <a:solidFill>
                  <a:schemeClr val="bg1"/>
                </a:solidFill>
                <a:latin typeface="Gotham Medium" panose="02000603030000020004" pitchFamily="2" charset="0"/>
                <a:ea typeface="+mj-ea"/>
                <a:cs typeface="+mj-cs"/>
              </a:defRPr>
            </a:lvl1pPr>
          </a:lstStyle>
          <a:p>
            <a:r>
              <a:rPr lang="es-CO" sz="5440" dirty="0">
                <a:solidFill>
                  <a:srgbClr val="163C53"/>
                </a:solidFill>
                <a:latin typeface="Century Gothic" panose="020B0502020202020204" pitchFamily="34" charset="0"/>
              </a:rPr>
              <a:t>!!! Muchas Gracias !!!</a:t>
            </a:r>
          </a:p>
        </p:txBody>
      </p:sp>
      <p:pic>
        <p:nvPicPr>
          <p:cNvPr id="33" name="Picture 57" descr="A picture containing light, drawing&#10;&#10;Description automatically generated">
            <a:extLst>
              <a:ext uri="{FF2B5EF4-FFF2-40B4-BE49-F238E27FC236}">
                <a16:creationId xmlns:a16="http://schemas.microsoft.com/office/drawing/2014/main" id="{701E897E-0515-48C4-A602-62320C79C2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3953" y="4662245"/>
            <a:ext cx="707229" cy="740072"/>
          </a:xfrm>
          <a:prstGeom prst="rect">
            <a:avLst/>
          </a:prstGeom>
        </p:spPr>
      </p:pic>
      <p:pic>
        <p:nvPicPr>
          <p:cNvPr id="1026" name="Picture 2" descr="UPB en el Ranking Times Higher Education | UPB">
            <a:extLst>
              <a:ext uri="{FF2B5EF4-FFF2-40B4-BE49-F238E27FC236}">
                <a16:creationId xmlns:a16="http://schemas.microsoft.com/office/drawing/2014/main" id="{D9EA9A39-7D5A-4E2D-BC40-D046F4806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47209"/>
            <a:ext cx="13817598" cy="596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/>
          <p:cNvSpPr/>
          <p:nvPr/>
        </p:nvSpPr>
        <p:spPr>
          <a:xfrm>
            <a:off x="1" y="1047209"/>
            <a:ext cx="13817599" cy="5928018"/>
          </a:xfrm>
          <a:prstGeom prst="rect">
            <a:avLst/>
          </a:prstGeom>
          <a:solidFill>
            <a:srgbClr val="E0E0E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40" dirty="0"/>
          </a:p>
        </p:txBody>
      </p:sp>
    </p:spTree>
    <p:extLst>
      <p:ext uri="{BB962C8B-B14F-4D97-AF65-F5344CB8AC3E}">
        <p14:creationId xmlns:p14="http://schemas.microsoft.com/office/powerpoint/2010/main" val="17651753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. Presentación UPB 2018" id="{36F8BB01-3393-FA4D-8145-86DA81FADD61}" vid="{FB05699F-FE3A-FD40-B367-9B6900AD0EF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A905E3B54E72459DE3706DB558DB79" ma:contentTypeVersion="16" ma:contentTypeDescription="Create a new document." ma:contentTypeScope="" ma:versionID="974c4d6e996fd3e42e1bc08ffc69a981">
  <xsd:schema xmlns:xsd="http://www.w3.org/2001/XMLSchema" xmlns:xs="http://www.w3.org/2001/XMLSchema" xmlns:p="http://schemas.microsoft.com/office/2006/metadata/properties" xmlns:ns1="http://schemas.microsoft.com/sharepoint/v3" xmlns:ns3="c8cc0277-7055-44cc-ad84-4d37c7a8a97b" xmlns:ns4="63619141-66a0-41e3-aefd-30a547dd2fe9" targetNamespace="http://schemas.microsoft.com/office/2006/metadata/properties" ma:root="true" ma:fieldsID="eaa6f3891cb9614504f1ca996a48ab43" ns1:_="" ns3:_="" ns4:_="">
    <xsd:import namespace="http://schemas.microsoft.com/sharepoint/v3"/>
    <xsd:import namespace="c8cc0277-7055-44cc-ad84-4d37c7a8a97b"/>
    <xsd:import namespace="63619141-66a0-41e3-aefd-30a547dd2fe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Location" minOccurs="0"/>
                <xsd:element ref="ns1:_ip_UnifiedCompliancePolicyProperties" minOccurs="0"/>
                <xsd:element ref="ns1:_ip_UnifiedCompliancePolicyUIAction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cc0277-7055-44cc-ad84-4d37c7a8a97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619141-66a0-41e3-aefd-30a547dd2f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5D12F93-B55B-4261-9783-F6A15C87824A}">
  <ds:schemaRefs>
    <ds:schemaRef ds:uri="http://purl.org/dc/dcmitype/"/>
    <ds:schemaRef ds:uri="http://purl.org/dc/terms/"/>
    <ds:schemaRef ds:uri="http://schemas.microsoft.com/office/2006/documentManagement/types"/>
    <ds:schemaRef ds:uri="http://schemas.microsoft.com/sharepoint/v3"/>
    <ds:schemaRef ds:uri="c8cc0277-7055-44cc-ad84-4d37c7a8a97b"/>
    <ds:schemaRef ds:uri="63619141-66a0-41e3-aefd-30a547dd2fe9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B2C21EA-0E18-42FC-90C6-484DC6ACAB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F15E61-DC18-4122-8B55-342D74867D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8cc0277-7055-44cc-ad84-4d37c7a8a97b"/>
    <ds:schemaRef ds:uri="63619141-66a0-41e3-aefd-30a547dd2f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13058</TotalTime>
  <Words>2460</Words>
  <Application>Microsoft Office PowerPoint</Application>
  <PresentationFormat>Personalizado</PresentationFormat>
  <Paragraphs>266</Paragraphs>
  <Slides>46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46</vt:i4>
      </vt:variant>
    </vt:vector>
  </HeadingPairs>
  <TitlesOfParts>
    <vt:vector size="55" baseType="lpstr">
      <vt:lpstr>&amp;quot</vt:lpstr>
      <vt:lpstr>Arial</vt:lpstr>
      <vt:lpstr>Arial Narrow</vt:lpstr>
      <vt:lpstr>Calibri</vt:lpstr>
      <vt:lpstr>Calibri Light</vt:lpstr>
      <vt:lpstr>Century Gothic</vt:lpstr>
      <vt:lpstr>Flama Condensed Light</vt:lpstr>
      <vt:lpstr>Roboto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Frameworks para diseñar Arquitectura Empresarial</vt:lpstr>
      <vt:lpstr>Presentación de PowerPoint</vt:lpstr>
      <vt:lpstr>Framework TOGAF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Archimate</vt:lpstr>
      <vt:lpstr>Presentación de PowerPoint</vt:lpstr>
      <vt:lpstr>Elementos para representar en Archimate</vt:lpstr>
      <vt:lpstr>Estructura Archimate para implementar TOGAF completamente</vt:lpstr>
      <vt:lpstr>Notación y Elementos Arquitectónicos Básicos</vt:lpstr>
      <vt:lpstr>Elementos Motivación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Elementos Negocio</vt:lpstr>
      <vt:lpstr>Elementos Negocio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Referencias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Daniela Velasquez Gonzalez</dc:creator>
  <cp:lastModifiedBy>Cesar Augusto Lopez Gallego</cp:lastModifiedBy>
  <cp:revision>220</cp:revision>
  <dcterms:created xsi:type="dcterms:W3CDTF">2020-02-24T12:33:57Z</dcterms:created>
  <dcterms:modified xsi:type="dcterms:W3CDTF">2026-04-16T13:18:23Z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0x010100ECA905E3B54E72459DE3706DB558DB79</vt:lpwstr>
  </property>
</Properties>
</file>