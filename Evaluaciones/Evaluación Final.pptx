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Lst>
  <p:notesMasterIdLst>
    <p:notesMasterId r:id="rId12"/>
  </p:notesMasterIdLst>
  <p:handoutMasterIdLst>
    <p:handoutMasterId r:id="rId13"/>
  </p:handoutMasterIdLst>
  <p:sldIdLst>
    <p:sldId id="858" r:id="rId5"/>
    <p:sldId id="848" r:id="rId6"/>
    <p:sldId id="859" r:id="rId7"/>
    <p:sldId id="860" r:id="rId8"/>
    <p:sldId id="861" r:id="rId9"/>
    <p:sldId id="862" r:id="rId10"/>
    <p:sldId id="836" r:id="rId11"/>
  </p:sldIdLst>
  <p:sldSz cx="13817600" cy="77724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1D1E0F"/>
    <a:srgbClr val="55582D"/>
    <a:srgbClr val="1A1F0D"/>
    <a:srgbClr val="BAB660"/>
    <a:srgbClr val="272E13"/>
    <a:srgbClr val="002E94"/>
    <a:srgbClr val="333F50"/>
    <a:srgbClr val="000087"/>
    <a:srgbClr val="9520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0"/>
    <p:restoredTop sz="94658"/>
  </p:normalViewPr>
  <p:slideViewPr>
    <p:cSldViewPr snapToGrid="0">
      <p:cViewPr varScale="1">
        <p:scale>
          <a:sx n="68" d="100"/>
          <a:sy n="68" d="100"/>
        </p:scale>
        <p:origin x="763" y="58"/>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Augusto Lopez Gallego" userId="0dfa9112-9251-4882-b472-cf2dfcee09d1" providerId="ADAL" clId="{E8859E07-9A32-4662-95C2-654F2840EC54}"/>
    <pc:docChg chg="undo custSel addSld delSld modSld">
      <pc:chgData name="Cesar Augusto Lopez Gallego" userId="0dfa9112-9251-4882-b472-cf2dfcee09d1" providerId="ADAL" clId="{E8859E07-9A32-4662-95C2-654F2840EC54}" dt="2026-10-28T14:11:11.245" v="401" actId="1076"/>
      <pc:docMkLst>
        <pc:docMk/>
      </pc:docMkLst>
      <pc:sldChg chg="del">
        <pc:chgData name="Cesar Augusto Lopez Gallego" userId="0dfa9112-9251-4882-b472-cf2dfcee09d1" providerId="ADAL" clId="{E8859E07-9A32-4662-95C2-654F2840EC54}" dt="2026-10-28T13:58:09.099" v="0" actId="47"/>
        <pc:sldMkLst>
          <pc:docMk/>
          <pc:sldMk cId="2139373523" sldId="256"/>
        </pc:sldMkLst>
      </pc:sldChg>
      <pc:sldChg chg="del">
        <pc:chgData name="Cesar Augusto Lopez Gallego" userId="0dfa9112-9251-4882-b472-cf2dfcee09d1" providerId="ADAL" clId="{E8859E07-9A32-4662-95C2-654F2840EC54}" dt="2026-10-28T13:59:08.092" v="64" actId="47"/>
        <pc:sldMkLst>
          <pc:docMk/>
          <pc:sldMk cId="2090465721" sldId="317"/>
        </pc:sldMkLst>
      </pc:sldChg>
      <pc:sldChg chg="del">
        <pc:chgData name="Cesar Augusto Lopez Gallego" userId="0dfa9112-9251-4882-b472-cf2dfcee09d1" providerId="ADAL" clId="{E8859E07-9A32-4662-95C2-654F2840EC54}" dt="2026-10-28T13:59:08.092" v="64" actId="47"/>
        <pc:sldMkLst>
          <pc:docMk/>
          <pc:sldMk cId="2078360761" sldId="742"/>
        </pc:sldMkLst>
      </pc:sldChg>
      <pc:sldChg chg="del">
        <pc:chgData name="Cesar Augusto Lopez Gallego" userId="0dfa9112-9251-4882-b472-cf2dfcee09d1" providerId="ADAL" clId="{E8859E07-9A32-4662-95C2-654F2840EC54}" dt="2026-10-28T13:59:08.092" v="64" actId="47"/>
        <pc:sldMkLst>
          <pc:docMk/>
          <pc:sldMk cId="2765833940" sldId="743"/>
        </pc:sldMkLst>
      </pc:sldChg>
      <pc:sldChg chg="del">
        <pc:chgData name="Cesar Augusto Lopez Gallego" userId="0dfa9112-9251-4882-b472-cf2dfcee09d1" providerId="ADAL" clId="{E8859E07-9A32-4662-95C2-654F2840EC54}" dt="2026-10-28T13:59:08.092" v="64" actId="47"/>
        <pc:sldMkLst>
          <pc:docMk/>
          <pc:sldMk cId="70140054" sldId="744"/>
        </pc:sldMkLst>
      </pc:sldChg>
      <pc:sldChg chg="del">
        <pc:chgData name="Cesar Augusto Lopez Gallego" userId="0dfa9112-9251-4882-b472-cf2dfcee09d1" providerId="ADAL" clId="{E8859E07-9A32-4662-95C2-654F2840EC54}" dt="2026-10-28T13:59:08.092" v="64" actId="47"/>
        <pc:sldMkLst>
          <pc:docMk/>
          <pc:sldMk cId="3448889783" sldId="768"/>
        </pc:sldMkLst>
      </pc:sldChg>
      <pc:sldChg chg="del">
        <pc:chgData name="Cesar Augusto Lopez Gallego" userId="0dfa9112-9251-4882-b472-cf2dfcee09d1" providerId="ADAL" clId="{E8859E07-9A32-4662-95C2-654F2840EC54}" dt="2026-10-28T13:59:08.092" v="64" actId="47"/>
        <pc:sldMkLst>
          <pc:docMk/>
          <pc:sldMk cId="2357524872" sldId="769"/>
        </pc:sldMkLst>
      </pc:sldChg>
      <pc:sldChg chg="del">
        <pc:chgData name="Cesar Augusto Lopez Gallego" userId="0dfa9112-9251-4882-b472-cf2dfcee09d1" providerId="ADAL" clId="{E8859E07-9A32-4662-95C2-654F2840EC54}" dt="2026-10-28T13:59:08.092" v="64" actId="47"/>
        <pc:sldMkLst>
          <pc:docMk/>
          <pc:sldMk cId="3764250587" sldId="770"/>
        </pc:sldMkLst>
      </pc:sldChg>
      <pc:sldChg chg="del">
        <pc:chgData name="Cesar Augusto Lopez Gallego" userId="0dfa9112-9251-4882-b472-cf2dfcee09d1" providerId="ADAL" clId="{E8859E07-9A32-4662-95C2-654F2840EC54}" dt="2026-10-28T13:59:08.092" v="64" actId="47"/>
        <pc:sldMkLst>
          <pc:docMk/>
          <pc:sldMk cId="3748601696" sldId="771"/>
        </pc:sldMkLst>
      </pc:sldChg>
      <pc:sldChg chg="del">
        <pc:chgData name="Cesar Augusto Lopez Gallego" userId="0dfa9112-9251-4882-b472-cf2dfcee09d1" providerId="ADAL" clId="{E8859E07-9A32-4662-95C2-654F2840EC54}" dt="2026-10-28T13:58:38.237" v="51" actId="47"/>
        <pc:sldMkLst>
          <pc:docMk/>
          <pc:sldMk cId="3768134585" sldId="838"/>
        </pc:sldMkLst>
      </pc:sldChg>
      <pc:sldChg chg="del">
        <pc:chgData name="Cesar Augusto Lopez Gallego" userId="0dfa9112-9251-4882-b472-cf2dfcee09d1" providerId="ADAL" clId="{E8859E07-9A32-4662-95C2-654F2840EC54}" dt="2026-10-28T13:58:38.237" v="51" actId="47"/>
        <pc:sldMkLst>
          <pc:docMk/>
          <pc:sldMk cId="3917543302" sldId="840"/>
        </pc:sldMkLst>
      </pc:sldChg>
      <pc:sldChg chg="del">
        <pc:chgData name="Cesar Augusto Lopez Gallego" userId="0dfa9112-9251-4882-b472-cf2dfcee09d1" providerId="ADAL" clId="{E8859E07-9A32-4662-95C2-654F2840EC54}" dt="2026-10-28T13:58:55.166" v="63" actId="47"/>
        <pc:sldMkLst>
          <pc:docMk/>
          <pc:sldMk cId="2182967647" sldId="841"/>
        </pc:sldMkLst>
      </pc:sldChg>
      <pc:sldChg chg="del">
        <pc:chgData name="Cesar Augusto Lopez Gallego" userId="0dfa9112-9251-4882-b472-cf2dfcee09d1" providerId="ADAL" clId="{E8859E07-9A32-4662-95C2-654F2840EC54}" dt="2026-10-28T13:58:38.237" v="51" actId="47"/>
        <pc:sldMkLst>
          <pc:docMk/>
          <pc:sldMk cId="1790525172" sldId="842"/>
        </pc:sldMkLst>
      </pc:sldChg>
      <pc:sldChg chg="del">
        <pc:chgData name="Cesar Augusto Lopez Gallego" userId="0dfa9112-9251-4882-b472-cf2dfcee09d1" providerId="ADAL" clId="{E8859E07-9A32-4662-95C2-654F2840EC54}" dt="2026-10-28T13:58:55.166" v="63" actId="47"/>
        <pc:sldMkLst>
          <pc:docMk/>
          <pc:sldMk cId="1032323777" sldId="843"/>
        </pc:sldMkLst>
      </pc:sldChg>
      <pc:sldChg chg="del">
        <pc:chgData name="Cesar Augusto Lopez Gallego" userId="0dfa9112-9251-4882-b472-cf2dfcee09d1" providerId="ADAL" clId="{E8859E07-9A32-4662-95C2-654F2840EC54}" dt="2026-10-28T13:58:55.166" v="63" actId="47"/>
        <pc:sldMkLst>
          <pc:docMk/>
          <pc:sldMk cId="3051636600" sldId="844"/>
        </pc:sldMkLst>
      </pc:sldChg>
      <pc:sldChg chg="del">
        <pc:chgData name="Cesar Augusto Lopez Gallego" userId="0dfa9112-9251-4882-b472-cf2dfcee09d1" providerId="ADAL" clId="{E8859E07-9A32-4662-95C2-654F2840EC54}" dt="2026-10-28T13:58:55.166" v="63" actId="47"/>
        <pc:sldMkLst>
          <pc:docMk/>
          <pc:sldMk cId="839180146" sldId="845"/>
        </pc:sldMkLst>
      </pc:sldChg>
      <pc:sldChg chg="del">
        <pc:chgData name="Cesar Augusto Lopez Gallego" userId="0dfa9112-9251-4882-b472-cf2dfcee09d1" providerId="ADAL" clId="{E8859E07-9A32-4662-95C2-654F2840EC54}" dt="2026-10-28T13:58:55.166" v="63" actId="47"/>
        <pc:sldMkLst>
          <pc:docMk/>
          <pc:sldMk cId="3378118192" sldId="846"/>
        </pc:sldMkLst>
      </pc:sldChg>
      <pc:sldChg chg="del">
        <pc:chgData name="Cesar Augusto Lopez Gallego" userId="0dfa9112-9251-4882-b472-cf2dfcee09d1" providerId="ADAL" clId="{E8859E07-9A32-4662-95C2-654F2840EC54}" dt="2026-10-28T13:58:55.166" v="63" actId="47"/>
        <pc:sldMkLst>
          <pc:docMk/>
          <pc:sldMk cId="3589099492" sldId="847"/>
        </pc:sldMkLst>
      </pc:sldChg>
      <pc:sldChg chg="addSp delSp modSp mod">
        <pc:chgData name="Cesar Augusto Lopez Gallego" userId="0dfa9112-9251-4882-b472-cf2dfcee09d1" providerId="ADAL" clId="{E8859E07-9A32-4662-95C2-654F2840EC54}" dt="2026-10-28T14:11:11.245" v="401" actId="1076"/>
        <pc:sldMkLst>
          <pc:docMk/>
          <pc:sldMk cId="1563560102" sldId="848"/>
        </pc:sldMkLst>
        <pc:spChg chg="del">
          <ac:chgData name="Cesar Augusto Lopez Gallego" userId="0dfa9112-9251-4882-b472-cf2dfcee09d1" providerId="ADAL" clId="{E8859E07-9A32-4662-95C2-654F2840EC54}" dt="2026-10-28T13:58:49.300" v="62" actId="478"/>
          <ac:spMkLst>
            <pc:docMk/>
            <pc:sldMk cId="1563560102" sldId="848"/>
            <ac:spMk id="2" creationId="{DDBBE636-A153-E7E9-D1FC-C07E0D376B3D}"/>
          </ac:spMkLst>
        </pc:spChg>
        <pc:spChg chg="mod">
          <ac:chgData name="Cesar Augusto Lopez Gallego" userId="0dfa9112-9251-4882-b472-cf2dfcee09d1" providerId="ADAL" clId="{E8859E07-9A32-4662-95C2-654F2840EC54}" dt="2026-10-28T13:58:46.514" v="61" actId="20577"/>
          <ac:spMkLst>
            <pc:docMk/>
            <pc:sldMk cId="1563560102" sldId="848"/>
            <ac:spMk id="3" creationId="{B9CD092C-626E-D733-C25A-1AADD3A30544}"/>
          </ac:spMkLst>
        </pc:spChg>
        <pc:spChg chg="add mod">
          <ac:chgData name="Cesar Augusto Lopez Gallego" userId="0dfa9112-9251-4882-b472-cf2dfcee09d1" providerId="ADAL" clId="{E8859E07-9A32-4662-95C2-654F2840EC54}" dt="2026-10-28T14:11:11.245" v="401" actId="1076"/>
          <ac:spMkLst>
            <pc:docMk/>
            <pc:sldMk cId="1563560102" sldId="848"/>
            <ac:spMk id="14" creationId="{36BD43ED-DE19-42A9-9C43-DF557B136859}"/>
          </ac:spMkLst>
        </pc:spChg>
        <pc:picChg chg="add mod">
          <ac:chgData name="Cesar Augusto Lopez Gallego" userId="0dfa9112-9251-4882-b472-cf2dfcee09d1" providerId="ADAL" clId="{E8859E07-9A32-4662-95C2-654F2840EC54}" dt="2026-10-28T14:05:35.253" v="100" actId="1076"/>
          <ac:picMkLst>
            <pc:docMk/>
            <pc:sldMk cId="1563560102" sldId="848"/>
            <ac:picMk id="6" creationId="{93A45F65-4B12-4FDA-ACF1-8BFB747E991F}"/>
          </ac:picMkLst>
        </pc:picChg>
        <pc:picChg chg="add mod">
          <ac:chgData name="Cesar Augusto Lopez Gallego" userId="0dfa9112-9251-4882-b472-cf2dfcee09d1" providerId="ADAL" clId="{E8859E07-9A32-4662-95C2-654F2840EC54}" dt="2026-10-28T14:05:40.654" v="102" actId="1076"/>
          <ac:picMkLst>
            <pc:docMk/>
            <pc:sldMk cId="1563560102" sldId="848"/>
            <ac:picMk id="8" creationId="{5A09D592-4034-4E54-8B8B-FE35F73B61E1}"/>
          </ac:picMkLst>
        </pc:picChg>
        <pc:picChg chg="add mod">
          <ac:chgData name="Cesar Augusto Lopez Gallego" userId="0dfa9112-9251-4882-b472-cf2dfcee09d1" providerId="ADAL" clId="{E8859E07-9A32-4662-95C2-654F2840EC54}" dt="2026-10-28T14:11:08.706" v="400" actId="1076"/>
          <ac:picMkLst>
            <pc:docMk/>
            <pc:sldMk cId="1563560102" sldId="848"/>
            <ac:picMk id="10" creationId="{E16695EE-B398-4A41-8B3B-1E273FF121D2}"/>
          </ac:picMkLst>
        </pc:picChg>
        <pc:picChg chg="add mod">
          <ac:chgData name="Cesar Augusto Lopez Gallego" userId="0dfa9112-9251-4882-b472-cf2dfcee09d1" providerId="ADAL" clId="{E8859E07-9A32-4662-95C2-654F2840EC54}" dt="2026-10-28T14:11:08.706" v="400" actId="1076"/>
          <ac:picMkLst>
            <pc:docMk/>
            <pc:sldMk cId="1563560102" sldId="848"/>
            <ac:picMk id="12" creationId="{BCAFFDA6-6D8D-4661-9A90-7CF0BFAA4EF1}"/>
          </ac:picMkLst>
        </pc:picChg>
      </pc:sldChg>
      <pc:sldChg chg="del">
        <pc:chgData name="Cesar Augusto Lopez Gallego" userId="0dfa9112-9251-4882-b472-cf2dfcee09d1" providerId="ADAL" clId="{E8859E07-9A32-4662-95C2-654F2840EC54}" dt="2026-10-28T13:58:09.099" v="0" actId="47"/>
        <pc:sldMkLst>
          <pc:docMk/>
          <pc:sldMk cId="3420265367" sldId="849"/>
        </pc:sldMkLst>
      </pc:sldChg>
      <pc:sldChg chg="del">
        <pc:chgData name="Cesar Augusto Lopez Gallego" userId="0dfa9112-9251-4882-b472-cf2dfcee09d1" providerId="ADAL" clId="{E8859E07-9A32-4662-95C2-654F2840EC54}" dt="2026-10-28T13:59:08.092" v="64" actId="47"/>
        <pc:sldMkLst>
          <pc:docMk/>
          <pc:sldMk cId="2782969722" sldId="850"/>
        </pc:sldMkLst>
      </pc:sldChg>
      <pc:sldChg chg="del">
        <pc:chgData name="Cesar Augusto Lopez Gallego" userId="0dfa9112-9251-4882-b472-cf2dfcee09d1" providerId="ADAL" clId="{E8859E07-9A32-4662-95C2-654F2840EC54}" dt="2026-10-28T13:58:38.237" v="51" actId="47"/>
        <pc:sldMkLst>
          <pc:docMk/>
          <pc:sldMk cId="4187415093" sldId="852"/>
        </pc:sldMkLst>
      </pc:sldChg>
      <pc:sldChg chg="del">
        <pc:chgData name="Cesar Augusto Lopez Gallego" userId="0dfa9112-9251-4882-b472-cf2dfcee09d1" providerId="ADAL" clId="{E8859E07-9A32-4662-95C2-654F2840EC54}" dt="2026-10-28T13:58:38.237" v="51" actId="47"/>
        <pc:sldMkLst>
          <pc:docMk/>
          <pc:sldMk cId="103736729" sldId="853"/>
        </pc:sldMkLst>
      </pc:sldChg>
      <pc:sldChg chg="del">
        <pc:chgData name="Cesar Augusto Lopez Gallego" userId="0dfa9112-9251-4882-b472-cf2dfcee09d1" providerId="ADAL" clId="{E8859E07-9A32-4662-95C2-654F2840EC54}" dt="2026-10-28T13:58:38.237" v="51" actId="47"/>
        <pc:sldMkLst>
          <pc:docMk/>
          <pc:sldMk cId="72826802" sldId="854"/>
        </pc:sldMkLst>
      </pc:sldChg>
      <pc:sldChg chg="del">
        <pc:chgData name="Cesar Augusto Lopez Gallego" userId="0dfa9112-9251-4882-b472-cf2dfcee09d1" providerId="ADAL" clId="{E8859E07-9A32-4662-95C2-654F2840EC54}" dt="2026-10-28T13:58:38.237" v="51" actId="47"/>
        <pc:sldMkLst>
          <pc:docMk/>
          <pc:sldMk cId="3817613612" sldId="855"/>
        </pc:sldMkLst>
      </pc:sldChg>
      <pc:sldChg chg="del">
        <pc:chgData name="Cesar Augusto Lopez Gallego" userId="0dfa9112-9251-4882-b472-cf2dfcee09d1" providerId="ADAL" clId="{E8859E07-9A32-4662-95C2-654F2840EC54}" dt="2026-10-28T13:58:38.237" v="51" actId="47"/>
        <pc:sldMkLst>
          <pc:docMk/>
          <pc:sldMk cId="2138116082" sldId="856"/>
        </pc:sldMkLst>
      </pc:sldChg>
      <pc:sldChg chg="del">
        <pc:chgData name="Cesar Augusto Lopez Gallego" userId="0dfa9112-9251-4882-b472-cf2dfcee09d1" providerId="ADAL" clId="{E8859E07-9A32-4662-95C2-654F2840EC54}" dt="2026-10-28T13:58:38.237" v="51" actId="47"/>
        <pc:sldMkLst>
          <pc:docMk/>
          <pc:sldMk cId="122979465" sldId="857"/>
        </pc:sldMkLst>
      </pc:sldChg>
      <pc:sldChg chg="modSp mod">
        <pc:chgData name="Cesar Augusto Lopez Gallego" userId="0dfa9112-9251-4882-b472-cf2dfcee09d1" providerId="ADAL" clId="{E8859E07-9A32-4662-95C2-654F2840EC54}" dt="2026-10-28T13:58:31.723" v="50" actId="20577"/>
        <pc:sldMkLst>
          <pc:docMk/>
          <pc:sldMk cId="2346394925" sldId="858"/>
        </pc:sldMkLst>
        <pc:spChg chg="mod">
          <ac:chgData name="Cesar Augusto Lopez Gallego" userId="0dfa9112-9251-4882-b472-cf2dfcee09d1" providerId="ADAL" clId="{E8859E07-9A32-4662-95C2-654F2840EC54}" dt="2026-10-28T13:58:31.723" v="50" actId="20577"/>
          <ac:spMkLst>
            <pc:docMk/>
            <pc:sldMk cId="2346394925" sldId="858"/>
            <ac:spMk id="2" creationId="{1478699B-B3DF-32EC-B8B3-86255836237E}"/>
          </ac:spMkLst>
        </pc:spChg>
      </pc:sldChg>
      <pc:sldChg chg="addSp delSp modSp new mod">
        <pc:chgData name="Cesar Augusto Lopez Gallego" userId="0dfa9112-9251-4882-b472-cf2dfcee09d1" providerId="ADAL" clId="{E8859E07-9A32-4662-95C2-654F2840EC54}" dt="2026-10-28T14:07:37.658" v="135" actId="20577"/>
        <pc:sldMkLst>
          <pc:docMk/>
          <pc:sldMk cId="311116471" sldId="859"/>
        </pc:sldMkLst>
        <pc:spChg chg="del">
          <ac:chgData name="Cesar Augusto Lopez Gallego" userId="0dfa9112-9251-4882-b472-cf2dfcee09d1" providerId="ADAL" clId="{E8859E07-9A32-4662-95C2-654F2840EC54}" dt="2026-10-28T14:05:51.728" v="104" actId="478"/>
          <ac:spMkLst>
            <pc:docMk/>
            <pc:sldMk cId="311116471" sldId="859"/>
            <ac:spMk id="2" creationId="{46E114B7-FE0D-444B-BBFF-05BD08ED9B06}"/>
          </ac:spMkLst>
        </pc:spChg>
        <pc:spChg chg="del">
          <ac:chgData name="Cesar Augusto Lopez Gallego" userId="0dfa9112-9251-4882-b472-cf2dfcee09d1" providerId="ADAL" clId="{E8859E07-9A32-4662-95C2-654F2840EC54}" dt="2026-10-28T14:05:51.728" v="104" actId="478"/>
          <ac:spMkLst>
            <pc:docMk/>
            <pc:sldMk cId="311116471" sldId="859"/>
            <ac:spMk id="3" creationId="{5F09F6C4-378D-44AD-A1B6-3B7C1F74C769}"/>
          </ac:spMkLst>
        </pc:spChg>
        <pc:spChg chg="add del mod">
          <ac:chgData name="Cesar Augusto Lopez Gallego" userId="0dfa9112-9251-4882-b472-cf2dfcee09d1" providerId="ADAL" clId="{E8859E07-9A32-4662-95C2-654F2840EC54}" dt="2026-10-28T14:06:26.511" v="109" actId="478"/>
          <ac:spMkLst>
            <pc:docMk/>
            <pc:sldMk cId="311116471" sldId="859"/>
            <ac:spMk id="6" creationId="{4BC90FD1-2E79-4322-9F6C-C4941A5E404A}"/>
          </ac:spMkLst>
        </pc:spChg>
        <pc:spChg chg="add del">
          <ac:chgData name="Cesar Augusto Lopez Gallego" userId="0dfa9112-9251-4882-b472-cf2dfcee09d1" providerId="ADAL" clId="{E8859E07-9A32-4662-95C2-654F2840EC54}" dt="2026-10-28T14:06:26.511" v="109" actId="478"/>
          <ac:spMkLst>
            <pc:docMk/>
            <pc:sldMk cId="311116471" sldId="859"/>
            <ac:spMk id="7" creationId="{A12D07E0-C46D-421E-B01C-980EC5D60822}"/>
          </ac:spMkLst>
        </pc:spChg>
        <pc:spChg chg="add mod">
          <ac:chgData name="Cesar Augusto Lopez Gallego" userId="0dfa9112-9251-4882-b472-cf2dfcee09d1" providerId="ADAL" clId="{E8859E07-9A32-4662-95C2-654F2840EC54}" dt="2026-10-28T14:07:37.658" v="135" actId="20577"/>
          <ac:spMkLst>
            <pc:docMk/>
            <pc:sldMk cId="311116471" sldId="859"/>
            <ac:spMk id="8" creationId="{2087349B-8713-4897-9317-B8833592C1D0}"/>
          </ac:spMkLst>
        </pc:spChg>
        <pc:picChg chg="add mod">
          <ac:chgData name="Cesar Augusto Lopez Gallego" userId="0dfa9112-9251-4882-b472-cf2dfcee09d1" providerId="ADAL" clId="{E8859E07-9A32-4662-95C2-654F2840EC54}" dt="2026-10-28T14:06:09.584" v="106" actId="1076"/>
          <ac:picMkLst>
            <pc:docMk/>
            <pc:sldMk cId="311116471" sldId="859"/>
            <ac:picMk id="5" creationId="{79A922CE-33B0-40F1-9D3B-CDF52097B35B}"/>
          </ac:picMkLst>
        </pc:picChg>
        <pc:picChg chg="add del">
          <ac:chgData name="Cesar Augusto Lopez Gallego" userId="0dfa9112-9251-4882-b472-cf2dfcee09d1" providerId="ADAL" clId="{E8859E07-9A32-4662-95C2-654F2840EC54}" dt="2026-10-28T14:06:26.511" v="109" actId="478"/>
          <ac:picMkLst>
            <pc:docMk/>
            <pc:sldMk cId="311116471" sldId="859"/>
            <ac:picMk id="1025" creationId="{114E35AE-8DC5-4C27-8CBB-40AE0921DDC9}"/>
          </ac:picMkLst>
        </pc:picChg>
        <pc:picChg chg="add mod">
          <ac:chgData name="Cesar Augusto Lopez Gallego" userId="0dfa9112-9251-4882-b472-cf2dfcee09d1" providerId="ADAL" clId="{E8859E07-9A32-4662-95C2-654F2840EC54}" dt="2026-10-28T14:07:00.904" v="125" actId="1076"/>
          <ac:picMkLst>
            <pc:docMk/>
            <pc:sldMk cId="311116471" sldId="859"/>
            <ac:picMk id="1027" creationId="{CA3A9647-04F0-4FA3-A015-E28F071265EB}"/>
          </ac:picMkLst>
        </pc:picChg>
      </pc:sldChg>
      <pc:sldChg chg="addSp delSp modSp new mod">
        <pc:chgData name="Cesar Augusto Lopez Gallego" userId="0dfa9112-9251-4882-b472-cf2dfcee09d1" providerId="ADAL" clId="{E8859E07-9A32-4662-95C2-654F2840EC54}" dt="2026-10-28T14:07:57.424" v="145" actId="1076"/>
        <pc:sldMkLst>
          <pc:docMk/>
          <pc:sldMk cId="336920819" sldId="860"/>
        </pc:sldMkLst>
        <pc:spChg chg="del">
          <ac:chgData name="Cesar Augusto Lopez Gallego" userId="0dfa9112-9251-4882-b472-cf2dfcee09d1" providerId="ADAL" clId="{E8859E07-9A32-4662-95C2-654F2840EC54}" dt="2026-10-28T14:07:20.193" v="131" actId="478"/>
          <ac:spMkLst>
            <pc:docMk/>
            <pc:sldMk cId="336920819" sldId="860"/>
            <ac:spMk id="2" creationId="{DD65907F-997D-413F-B554-ED3147E82820}"/>
          </ac:spMkLst>
        </pc:spChg>
        <pc:spChg chg="del">
          <ac:chgData name="Cesar Augusto Lopez Gallego" userId="0dfa9112-9251-4882-b472-cf2dfcee09d1" providerId="ADAL" clId="{E8859E07-9A32-4662-95C2-654F2840EC54}" dt="2026-10-28T14:07:20.193" v="131" actId="478"/>
          <ac:spMkLst>
            <pc:docMk/>
            <pc:sldMk cId="336920819" sldId="860"/>
            <ac:spMk id="3" creationId="{60AED93C-EBBE-4528-A49E-DD48E46D2107}"/>
          </ac:spMkLst>
        </pc:spChg>
        <pc:spChg chg="add mod">
          <ac:chgData name="Cesar Augusto Lopez Gallego" userId="0dfa9112-9251-4882-b472-cf2dfcee09d1" providerId="ADAL" clId="{E8859E07-9A32-4662-95C2-654F2840EC54}" dt="2026-10-28T14:07:57.424" v="145" actId="1076"/>
          <ac:spMkLst>
            <pc:docMk/>
            <pc:sldMk cId="336920819" sldId="860"/>
            <ac:spMk id="7" creationId="{81FC5202-F10B-49C8-A4E2-A9C0C5B8855E}"/>
          </ac:spMkLst>
        </pc:spChg>
        <pc:picChg chg="add mod">
          <ac:chgData name="Cesar Augusto Lopez Gallego" userId="0dfa9112-9251-4882-b472-cf2dfcee09d1" providerId="ADAL" clId="{E8859E07-9A32-4662-95C2-654F2840EC54}" dt="2026-10-28T14:07:24.200" v="133" actId="1076"/>
          <ac:picMkLst>
            <pc:docMk/>
            <pc:sldMk cId="336920819" sldId="860"/>
            <ac:picMk id="5" creationId="{FD370CF7-40E1-4B69-B7C4-428088EB1ED7}"/>
          </ac:picMkLst>
        </pc:picChg>
      </pc:sldChg>
      <pc:sldChg chg="addSp delSp modSp add mod">
        <pc:chgData name="Cesar Augusto Lopez Gallego" userId="0dfa9112-9251-4882-b472-cf2dfcee09d1" providerId="ADAL" clId="{E8859E07-9A32-4662-95C2-654F2840EC54}" dt="2026-10-28T14:08:32.194" v="158" actId="1076"/>
        <pc:sldMkLst>
          <pc:docMk/>
          <pc:sldMk cId="1778416987" sldId="861"/>
        </pc:sldMkLst>
        <pc:spChg chg="del">
          <ac:chgData name="Cesar Augusto Lopez Gallego" userId="0dfa9112-9251-4882-b472-cf2dfcee09d1" providerId="ADAL" clId="{E8859E07-9A32-4662-95C2-654F2840EC54}" dt="2026-10-28T14:08:03.940" v="147" actId="478"/>
          <ac:spMkLst>
            <pc:docMk/>
            <pc:sldMk cId="1778416987" sldId="861"/>
            <ac:spMk id="7" creationId="{81FC5202-F10B-49C8-A4E2-A9C0C5B8855E}"/>
          </ac:spMkLst>
        </pc:spChg>
        <pc:spChg chg="add mod">
          <ac:chgData name="Cesar Augusto Lopez Gallego" userId="0dfa9112-9251-4882-b472-cf2dfcee09d1" providerId="ADAL" clId="{E8859E07-9A32-4662-95C2-654F2840EC54}" dt="2026-10-28T14:08:32.194" v="158" actId="1076"/>
          <ac:spMkLst>
            <pc:docMk/>
            <pc:sldMk cId="1778416987" sldId="861"/>
            <ac:spMk id="8" creationId="{45D7C04F-D671-4D72-A471-4036DEFA994A}"/>
          </ac:spMkLst>
        </pc:spChg>
        <pc:picChg chg="del">
          <ac:chgData name="Cesar Augusto Lopez Gallego" userId="0dfa9112-9251-4882-b472-cf2dfcee09d1" providerId="ADAL" clId="{E8859E07-9A32-4662-95C2-654F2840EC54}" dt="2026-10-28T14:08:03.940" v="147" actId="478"/>
          <ac:picMkLst>
            <pc:docMk/>
            <pc:sldMk cId="1778416987" sldId="861"/>
            <ac:picMk id="5" creationId="{FD370CF7-40E1-4B69-B7C4-428088EB1ED7}"/>
          </ac:picMkLst>
        </pc:picChg>
        <pc:picChg chg="add mod">
          <ac:chgData name="Cesar Augusto Lopez Gallego" userId="0dfa9112-9251-4882-b472-cf2dfcee09d1" providerId="ADAL" clId="{E8859E07-9A32-4662-95C2-654F2840EC54}" dt="2026-10-28T14:08:11.618" v="149" actId="1076"/>
          <ac:picMkLst>
            <pc:docMk/>
            <pc:sldMk cId="1778416987" sldId="861"/>
            <ac:picMk id="6" creationId="{96C0C54F-792D-4DE3-BB2B-1F4A7D5A0890}"/>
          </ac:picMkLst>
        </pc:picChg>
      </pc:sldChg>
      <pc:sldChg chg="addSp delSp modSp new mod">
        <pc:chgData name="Cesar Augusto Lopez Gallego" userId="0dfa9112-9251-4882-b472-cf2dfcee09d1" providerId="ADAL" clId="{E8859E07-9A32-4662-95C2-654F2840EC54}" dt="2026-10-28T14:09:03.166" v="166" actId="1076"/>
        <pc:sldMkLst>
          <pc:docMk/>
          <pc:sldMk cId="260203749" sldId="862"/>
        </pc:sldMkLst>
        <pc:spChg chg="del">
          <ac:chgData name="Cesar Augusto Lopez Gallego" userId="0dfa9112-9251-4882-b472-cf2dfcee09d1" providerId="ADAL" clId="{E8859E07-9A32-4662-95C2-654F2840EC54}" dt="2026-10-28T14:08:38.066" v="160" actId="478"/>
          <ac:spMkLst>
            <pc:docMk/>
            <pc:sldMk cId="260203749" sldId="862"/>
            <ac:spMk id="2" creationId="{A9C2A116-B329-4A07-855D-6BAB64693AD6}"/>
          </ac:spMkLst>
        </pc:spChg>
        <pc:spChg chg="del">
          <ac:chgData name="Cesar Augusto Lopez Gallego" userId="0dfa9112-9251-4882-b472-cf2dfcee09d1" providerId="ADAL" clId="{E8859E07-9A32-4662-95C2-654F2840EC54}" dt="2026-10-28T14:08:38.066" v="160" actId="478"/>
          <ac:spMkLst>
            <pc:docMk/>
            <pc:sldMk cId="260203749" sldId="862"/>
            <ac:spMk id="3" creationId="{AE389764-7C3D-40D9-B82A-6C7E43C1794D}"/>
          </ac:spMkLst>
        </pc:spChg>
        <pc:spChg chg="add mod">
          <ac:chgData name="Cesar Augusto Lopez Gallego" userId="0dfa9112-9251-4882-b472-cf2dfcee09d1" providerId="ADAL" clId="{E8859E07-9A32-4662-95C2-654F2840EC54}" dt="2026-10-28T14:09:03.166" v="166" actId="1076"/>
          <ac:spMkLst>
            <pc:docMk/>
            <pc:sldMk cId="260203749" sldId="862"/>
            <ac:spMk id="7" creationId="{FB0AB230-11E2-403A-A0D3-8748DE521053}"/>
          </ac:spMkLst>
        </pc:spChg>
        <pc:picChg chg="add mod">
          <ac:chgData name="Cesar Augusto Lopez Gallego" userId="0dfa9112-9251-4882-b472-cf2dfcee09d1" providerId="ADAL" clId="{E8859E07-9A32-4662-95C2-654F2840EC54}" dt="2026-10-28T14:08:49.941" v="162" actId="1076"/>
          <ac:picMkLst>
            <pc:docMk/>
            <pc:sldMk cId="260203749" sldId="862"/>
            <ac:picMk id="5" creationId="{4DBCB8BA-4503-4ABB-A158-CBA5B1DE997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40E16BF-FC11-5C4C-B6E8-B149DD7653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a:extLst>
              <a:ext uri="{FF2B5EF4-FFF2-40B4-BE49-F238E27FC236}">
                <a16:creationId xmlns:a16="http://schemas.microsoft.com/office/drawing/2014/main" id="{836B0671-A2D4-2F43-9AE1-010415B94F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A10675-EB32-8243-A8A2-13523113CDBB}" type="datetimeFigureOut">
              <a:rPr lang="es-ES_tradnl" smtClean="0"/>
              <a:t>28/10/2026</a:t>
            </a:fld>
            <a:endParaRPr lang="es-ES_tradnl"/>
          </a:p>
        </p:txBody>
      </p:sp>
      <p:sp>
        <p:nvSpPr>
          <p:cNvPr id="4" name="Marcador de pie de página 3">
            <a:extLst>
              <a:ext uri="{FF2B5EF4-FFF2-40B4-BE49-F238E27FC236}">
                <a16:creationId xmlns:a16="http://schemas.microsoft.com/office/drawing/2014/main" id="{E28767C2-F0ED-F34A-B5DE-F8FCAA00E0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5" name="Marcador de número de diapositiva 4">
            <a:extLst>
              <a:ext uri="{FF2B5EF4-FFF2-40B4-BE49-F238E27FC236}">
                <a16:creationId xmlns:a16="http://schemas.microsoft.com/office/drawing/2014/main" id="{905D0DAB-2801-1C4A-831B-6DD67D8DD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1DC032-80BB-074C-BBC7-9F71856CA8E3}" type="slidenum">
              <a:rPr lang="es-ES_tradnl" smtClean="0"/>
              <a:t>‹Nº›</a:t>
            </a:fld>
            <a:endParaRPr lang="es-ES_tradnl"/>
          </a:p>
        </p:txBody>
      </p:sp>
    </p:spTree>
    <p:extLst>
      <p:ext uri="{BB962C8B-B14F-4D97-AF65-F5344CB8AC3E}">
        <p14:creationId xmlns:p14="http://schemas.microsoft.com/office/powerpoint/2010/main" val="12389840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10721F-E703-6E45-8B16-A38962066249}" type="datetimeFigureOut">
              <a:rPr lang="es-ES_tradnl" smtClean="0"/>
              <a:t>28/10/2026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10CD98-9B11-7740-959F-FF52FFBFF034}" type="slidenum">
              <a:rPr lang="es-ES_tradnl" smtClean="0"/>
              <a:t>‹Nº›</a:t>
            </a:fld>
            <a:endParaRPr lang="es-ES_tradnl"/>
          </a:p>
        </p:txBody>
      </p:sp>
    </p:spTree>
    <p:extLst>
      <p:ext uri="{BB962C8B-B14F-4D97-AF65-F5344CB8AC3E}">
        <p14:creationId xmlns:p14="http://schemas.microsoft.com/office/powerpoint/2010/main" val="188095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1 - 90 años">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B9D68-8629-0DB9-8D51-0AB109551E0F}"/>
              </a:ext>
            </a:extLst>
          </p:cNvPr>
          <p:cNvSpPr>
            <a:spLocks noGrp="1"/>
          </p:cNvSpPr>
          <p:nvPr>
            <p:ph type="ctrTitle"/>
          </p:nvPr>
        </p:nvSpPr>
        <p:spPr>
          <a:xfrm>
            <a:off x="514901" y="4879143"/>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6" name="Subtítulo 2">
            <a:extLst>
              <a:ext uri="{FF2B5EF4-FFF2-40B4-BE49-F238E27FC236}">
                <a16:creationId xmlns:a16="http://schemas.microsoft.com/office/drawing/2014/main" id="{C1600941-86E2-B69B-ED30-8A311252B1DC}"/>
              </a:ext>
            </a:extLst>
          </p:cNvPr>
          <p:cNvSpPr>
            <a:spLocks noGrp="1"/>
          </p:cNvSpPr>
          <p:nvPr>
            <p:ph type="subTitle" idx="1"/>
          </p:nvPr>
        </p:nvSpPr>
        <p:spPr>
          <a:xfrm>
            <a:off x="514901" y="5899297"/>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9" name="Imagen 8">
            <a:extLst>
              <a:ext uri="{FF2B5EF4-FFF2-40B4-BE49-F238E27FC236}">
                <a16:creationId xmlns:a16="http://schemas.microsoft.com/office/drawing/2014/main" id="{7EC76E6C-06F7-5C52-1173-8966F121DC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901" y="714557"/>
            <a:ext cx="4245907" cy="2178700"/>
          </a:xfrm>
          <a:prstGeom prst="rect">
            <a:avLst/>
          </a:prstGeom>
        </p:spPr>
      </p:pic>
    </p:spTree>
    <p:extLst>
      <p:ext uri="{BB962C8B-B14F-4D97-AF65-F5344CB8AC3E}">
        <p14:creationId xmlns:p14="http://schemas.microsoft.com/office/powerpoint/2010/main" val="3036585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2 - 90 años">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F321277-7840-BA53-930F-F992F4B881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901" y="714557"/>
            <a:ext cx="4245907" cy="2178700"/>
          </a:xfrm>
          <a:prstGeom prst="rect">
            <a:avLst/>
          </a:prstGeom>
        </p:spPr>
      </p:pic>
      <p:sp>
        <p:nvSpPr>
          <p:cNvPr id="8" name="Título 1">
            <a:extLst>
              <a:ext uri="{FF2B5EF4-FFF2-40B4-BE49-F238E27FC236}">
                <a16:creationId xmlns:a16="http://schemas.microsoft.com/office/drawing/2014/main" id="{B78263A5-313A-DB5E-1FB9-DAEBD0A0888F}"/>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9" name="Subtítulo 2">
            <a:extLst>
              <a:ext uri="{FF2B5EF4-FFF2-40B4-BE49-F238E27FC236}">
                <a16:creationId xmlns:a16="http://schemas.microsoft.com/office/drawing/2014/main" id="{BCBE2B2F-2342-F4E6-1955-FF581A33DB34}"/>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Tree>
    <p:extLst>
      <p:ext uri="{BB962C8B-B14F-4D97-AF65-F5344CB8AC3E}">
        <p14:creationId xmlns:p14="http://schemas.microsoft.com/office/powerpoint/2010/main" val="1378564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parador 1">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0297140-0A82-8526-F333-F359BC8269C8}"/>
              </a:ext>
            </a:extLst>
          </p:cNvPr>
          <p:cNvSpPr>
            <a:spLocks noGrp="1"/>
          </p:cNvSpPr>
          <p:nvPr>
            <p:ph type="ctrTitle"/>
          </p:nvPr>
        </p:nvSpPr>
        <p:spPr>
          <a:xfrm>
            <a:off x="1014963" y="535063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6" name="Subtítulo 2">
            <a:extLst>
              <a:ext uri="{FF2B5EF4-FFF2-40B4-BE49-F238E27FC236}">
                <a16:creationId xmlns:a16="http://schemas.microsoft.com/office/drawing/2014/main" id="{21EB0AC0-3EB8-20A9-8F78-1E262C94C415}"/>
              </a:ext>
            </a:extLst>
          </p:cNvPr>
          <p:cNvSpPr>
            <a:spLocks noGrp="1"/>
          </p:cNvSpPr>
          <p:nvPr>
            <p:ph type="subTitle" idx="1"/>
          </p:nvPr>
        </p:nvSpPr>
        <p:spPr>
          <a:xfrm>
            <a:off x="1014963" y="637078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Tree>
    <p:extLst>
      <p:ext uri="{BB962C8B-B14F-4D97-AF65-F5344CB8AC3E}">
        <p14:creationId xmlns:p14="http://schemas.microsoft.com/office/powerpoint/2010/main" val="2821396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E625071-867F-88AA-53E4-15D6E5952BD8}"/>
              </a:ext>
            </a:extLst>
          </p:cNvPr>
          <p:cNvSpPr>
            <a:spLocks noGrp="1"/>
          </p:cNvSpPr>
          <p:nvPr>
            <p:ph type="ctrTitle"/>
          </p:nvPr>
        </p:nvSpPr>
        <p:spPr>
          <a:xfrm>
            <a:off x="3371253" y="5393493"/>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6" name="Subtítulo 2">
            <a:extLst>
              <a:ext uri="{FF2B5EF4-FFF2-40B4-BE49-F238E27FC236}">
                <a16:creationId xmlns:a16="http://schemas.microsoft.com/office/drawing/2014/main" id="{4D068ECC-943E-2515-0AF4-E20985B554A8}"/>
              </a:ext>
            </a:extLst>
          </p:cNvPr>
          <p:cNvSpPr>
            <a:spLocks noGrp="1"/>
          </p:cNvSpPr>
          <p:nvPr>
            <p:ph type="subTitle" idx="1"/>
          </p:nvPr>
        </p:nvSpPr>
        <p:spPr>
          <a:xfrm>
            <a:off x="3371253" y="6413647"/>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Tree>
    <p:extLst>
      <p:ext uri="{BB962C8B-B14F-4D97-AF65-F5344CB8AC3E}">
        <p14:creationId xmlns:p14="http://schemas.microsoft.com/office/powerpoint/2010/main" val="3456689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8A4B441-847C-9C95-4C3A-7622CA622F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85846" y="2443345"/>
            <a:ext cx="4245907" cy="2178700"/>
          </a:xfrm>
          <a:prstGeom prst="rect">
            <a:avLst/>
          </a:prstGeom>
        </p:spPr>
      </p:pic>
      <p:sp>
        <p:nvSpPr>
          <p:cNvPr id="7" name="Subtítulo 2">
            <a:extLst>
              <a:ext uri="{FF2B5EF4-FFF2-40B4-BE49-F238E27FC236}">
                <a16:creationId xmlns:a16="http://schemas.microsoft.com/office/drawing/2014/main" id="{69BCC850-1A8E-D999-2062-0E1489BD8491}"/>
              </a:ext>
            </a:extLst>
          </p:cNvPr>
          <p:cNvSpPr>
            <a:spLocks noGrp="1"/>
          </p:cNvSpPr>
          <p:nvPr>
            <p:ph type="subTitle" idx="1"/>
          </p:nvPr>
        </p:nvSpPr>
        <p:spPr>
          <a:xfrm>
            <a:off x="3371252" y="4879220"/>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Tree>
    <p:extLst>
      <p:ext uri="{BB962C8B-B14F-4D97-AF65-F5344CB8AC3E}">
        <p14:creationId xmlns:p14="http://schemas.microsoft.com/office/powerpoint/2010/main" val="519834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2846439" y="439619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2846439" y="541635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sp>
        <p:nvSpPr>
          <p:cNvPr id="7" name="Rectángulo">
            <a:extLst>
              <a:ext uri="{FF2B5EF4-FFF2-40B4-BE49-F238E27FC236}">
                <a16:creationId xmlns:a16="http://schemas.microsoft.com/office/drawing/2014/main" id="{F38B2254-1432-4197-8EC5-C21250AEFF61}"/>
              </a:ext>
            </a:extLst>
          </p:cNvPr>
          <p:cNvSpPr/>
          <p:nvPr/>
        </p:nvSpPr>
        <p:spPr>
          <a:xfrm>
            <a:off x="1727199" y="4219302"/>
            <a:ext cx="8091054" cy="99881"/>
          </a:xfrm>
          <a:prstGeom prst="rect">
            <a:avLst/>
          </a:prstGeom>
          <a:gradFill>
            <a:gsLst>
              <a:gs pos="0">
                <a:srgbClr val="E1325A">
                  <a:alpha val="80000"/>
                </a:srgbClr>
              </a:gs>
              <a:gs pos="100000">
                <a:srgbClr val="A242EE">
                  <a:alpha val="80000"/>
                </a:srgbClr>
              </a:gs>
            </a:gsLst>
          </a:gradFill>
          <a:ln w="12700">
            <a:miter lim="400000"/>
          </a:ln>
        </p:spPr>
        <p:txBody>
          <a:bodyPr lIns="57573" tIns="57573" rIns="57573" bIns="57573" anchor="ctr"/>
          <a:lstStyle/>
          <a:p>
            <a:pPr defTabSz="935539">
              <a:defRPr sz="3200">
                <a:solidFill>
                  <a:srgbClr val="FFFFFF"/>
                </a:solidFill>
                <a:latin typeface="Helvetica Neue Medium"/>
                <a:ea typeface="Helvetica Neue Medium"/>
                <a:cs typeface="Helvetica Neue Medium"/>
                <a:sym typeface="Helvetica Neue Medium"/>
              </a:defRPr>
            </a:pPr>
            <a:endParaRPr sz="3627"/>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57897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5" name="Imagen 4" descr="Logotipo, Icono&#10;&#10;Descripción generada automáticamente">
            <a:extLst>
              <a:ext uri="{FF2B5EF4-FFF2-40B4-BE49-F238E27FC236}">
                <a16:creationId xmlns:a16="http://schemas.microsoft.com/office/drawing/2014/main" id="{D1A48F75-D143-B028-6E38-D32040281C7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98907" y="4131240"/>
            <a:ext cx="2911791" cy="1138182"/>
          </a:xfrm>
          <a:prstGeom prst="rect">
            <a:avLst/>
          </a:prstGeom>
        </p:spPr>
      </p:pic>
    </p:spTree>
    <p:extLst>
      <p:ext uri="{BB962C8B-B14F-4D97-AF65-F5344CB8AC3E}">
        <p14:creationId xmlns:p14="http://schemas.microsoft.com/office/powerpoint/2010/main" val="25826382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6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2846439" y="439619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2846439" y="541635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sp>
        <p:nvSpPr>
          <p:cNvPr id="7" name="Rectángulo">
            <a:extLst>
              <a:ext uri="{FF2B5EF4-FFF2-40B4-BE49-F238E27FC236}">
                <a16:creationId xmlns:a16="http://schemas.microsoft.com/office/drawing/2014/main" id="{F38B2254-1432-4197-8EC5-C21250AEFF61}"/>
              </a:ext>
            </a:extLst>
          </p:cNvPr>
          <p:cNvSpPr/>
          <p:nvPr/>
        </p:nvSpPr>
        <p:spPr>
          <a:xfrm>
            <a:off x="1727199" y="4219302"/>
            <a:ext cx="8091054" cy="99881"/>
          </a:xfrm>
          <a:prstGeom prst="rect">
            <a:avLst/>
          </a:prstGeom>
          <a:gradFill>
            <a:gsLst>
              <a:gs pos="0">
                <a:srgbClr val="E1325A">
                  <a:alpha val="80000"/>
                </a:srgbClr>
              </a:gs>
              <a:gs pos="100000">
                <a:srgbClr val="A242EE">
                  <a:alpha val="80000"/>
                </a:srgbClr>
              </a:gs>
            </a:gsLst>
          </a:gradFill>
          <a:ln w="12700">
            <a:miter lim="400000"/>
          </a:ln>
        </p:spPr>
        <p:txBody>
          <a:bodyPr lIns="57573" tIns="57573" rIns="57573" bIns="57573" anchor="ctr"/>
          <a:lstStyle/>
          <a:p>
            <a:pPr defTabSz="935539">
              <a:defRPr sz="3200">
                <a:solidFill>
                  <a:srgbClr val="FFFFFF"/>
                </a:solidFill>
                <a:latin typeface="Helvetica Neue Medium"/>
                <a:ea typeface="Helvetica Neue Medium"/>
                <a:cs typeface="Helvetica Neue Medium"/>
                <a:sym typeface="Helvetica Neue Medium"/>
              </a:defRPr>
            </a:pPr>
            <a:endParaRPr sz="3627"/>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57897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15" name="Imagen 14" descr="Logotipo, Icono&#10;&#10;Descripción generada automáticamente">
            <a:extLst>
              <a:ext uri="{FF2B5EF4-FFF2-40B4-BE49-F238E27FC236}">
                <a16:creationId xmlns:a16="http://schemas.microsoft.com/office/drawing/2014/main" id="{8B1E9A0C-17ED-01BC-2D5A-59ACD3E9BE4F}"/>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0193069" y="4134823"/>
            <a:ext cx="2911791" cy="1138182"/>
          </a:xfrm>
          <a:prstGeom prst="rect">
            <a:avLst/>
          </a:prstGeom>
        </p:spPr>
      </p:pic>
    </p:spTree>
    <p:extLst>
      <p:ext uri="{BB962C8B-B14F-4D97-AF65-F5344CB8AC3E}">
        <p14:creationId xmlns:p14="http://schemas.microsoft.com/office/powerpoint/2010/main" val="283350786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86773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7" name="Imagen 6" descr="Logotipo, Icono&#10;&#10;Descripción generada automáticamente">
            <a:extLst>
              <a:ext uri="{FF2B5EF4-FFF2-40B4-BE49-F238E27FC236}">
                <a16:creationId xmlns:a16="http://schemas.microsoft.com/office/drawing/2014/main" id="{AF99DC35-6E37-510E-86E4-346EFDA4E54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8749" y="3649977"/>
            <a:ext cx="2911791" cy="1138182"/>
          </a:xfrm>
          <a:prstGeom prst="rect">
            <a:avLst/>
          </a:prstGeom>
        </p:spPr>
      </p:pic>
    </p:spTree>
    <p:extLst>
      <p:ext uri="{BB962C8B-B14F-4D97-AF65-F5344CB8AC3E}">
        <p14:creationId xmlns:p14="http://schemas.microsoft.com/office/powerpoint/2010/main" val="122684276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5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86773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7" name="Imagen 6" descr="Logotipo, Icono&#10;&#10;Descripción generada automáticamente">
            <a:extLst>
              <a:ext uri="{FF2B5EF4-FFF2-40B4-BE49-F238E27FC236}">
                <a16:creationId xmlns:a16="http://schemas.microsoft.com/office/drawing/2014/main" id="{EDF47380-5D80-C5B6-2DC9-E88EE0FF8221}"/>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0138749" y="3657061"/>
            <a:ext cx="2911791" cy="1138182"/>
          </a:xfrm>
          <a:prstGeom prst="rect">
            <a:avLst/>
          </a:prstGeom>
        </p:spPr>
      </p:pic>
    </p:spTree>
    <p:extLst>
      <p:ext uri="{BB962C8B-B14F-4D97-AF65-F5344CB8AC3E}">
        <p14:creationId xmlns:p14="http://schemas.microsoft.com/office/powerpoint/2010/main" val="161473475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2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7361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B21A9555-14D4-73C9-D7B4-4AC08FC7ACF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93371" y="549412"/>
            <a:ext cx="2911791" cy="1138182"/>
          </a:xfrm>
          <a:prstGeom prst="rect">
            <a:avLst/>
          </a:prstGeom>
        </p:spPr>
      </p:pic>
    </p:spTree>
    <p:extLst>
      <p:ext uri="{BB962C8B-B14F-4D97-AF65-F5344CB8AC3E}">
        <p14:creationId xmlns:p14="http://schemas.microsoft.com/office/powerpoint/2010/main" val="323097057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4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7361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B21A9555-14D4-73C9-D7B4-4AC08FC7ACF7}"/>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493371" y="549412"/>
            <a:ext cx="2911791" cy="1138182"/>
          </a:xfrm>
          <a:prstGeom prst="rect">
            <a:avLst/>
          </a:prstGeom>
        </p:spPr>
      </p:pic>
    </p:spTree>
    <p:extLst>
      <p:ext uri="{BB962C8B-B14F-4D97-AF65-F5344CB8AC3E}">
        <p14:creationId xmlns:p14="http://schemas.microsoft.com/office/powerpoint/2010/main" val="239255752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3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06239"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E5541268-6A3A-B430-B92B-166CEE34CD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04029" y="6210361"/>
            <a:ext cx="2197711" cy="859057"/>
          </a:xfrm>
          <a:prstGeom prst="rect">
            <a:avLst/>
          </a:prstGeom>
        </p:spPr>
      </p:pic>
    </p:spTree>
    <p:extLst>
      <p:ext uri="{BB962C8B-B14F-4D97-AF65-F5344CB8AC3E}">
        <p14:creationId xmlns:p14="http://schemas.microsoft.com/office/powerpoint/2010/main" val="99832871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7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97E-5761-4142-B169-E70AF0EBA0D8}"/>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5A2CB70-15A2-4064-91C9-C0316B6EA9F9}"/>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6" name="Marcador de número de diapositiva 5">
            <a:extLst>
              <a:ext uri="{FF2B5EF4-FFF2-40B4-BE49-F238E27FC236}">
                <a16:creationId xmlns:a16="http://schemas.microsoft.com/office/drawing/2014/main" id="{65B71207-351C-4A38-AA86-D2FCD3A7E332}"/>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AAD87BAA-A944-4E1C-8348-D14E0CD554C2}"/>
              </a:ext>
            </a:extLst>
          </p:cNvPr>
          <p:cNvCxnSpPr>
            <a:cxnSpLocks/>
          </p:cNvCxnSpPr>
          <p:nvPr/>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9" name="Subtítulo 2">
            <a:extLst>
              <a:ext uri="{FF2B5EF4-FFF2-40B4-BE49-F238E27FC236}">
                <a16:creationId xmlns:a16="http://schemas.microsoft.com/office/drawing/2014/main" id="{674EF986-C5DB-46BE-9451-7777A4D6E298}"/>
              </a:ext>
            </a:extLst>
          </p:cNvPr>
          <p:cNvSpPr txBox="1">
            <a:spLocks/>
          </p:cNvSpPr>
          <p:nvPr userDrawn="1"/>
        </p:nvSpPr>
        <p:spPr>
          <a:xfrm>
            <a:off x="347099" y="7210344"/>
            <a:ext cx="2906239"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2" name="Gráfico 11">
            <a:extLst>
              <a:ext uri="{FF2B5EF4-FFF2-40B4-BE49-F238E27FC236}">
                <a16:creationId xmlns:a16="http://schemas.microsoft.com/office/drawing/2014/main" id="{D6AADF75-181F-40DB-928C-4A138E628F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0" name="Subtítulo 2">
            <a:extLst>
              <a:ext uri="{FF2B5EF4-FFF2-40B4-BE49-F238E27FC236}">
                <a16:creationId xmlns:a16="http://schemas.microsoft.com/office/drawing/2014/main" id="{B7697F83-C8B7-4346-85E8-A196647D4D8A}"/>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pic>
        <p:nvPicPr>
          <p:cNvPr id="4" name="Imagen 3" descr="Logotipo, Icono&#10;&#10;Descripción generada automáticamente">
            <a:extLst>
              <a:ext uri="{FF2B5EF4-FFF2-40B4-BE49-F238E27FC236}">
                <a16:creationId xmlns:a16="http://schemas.microsoft.com/office/drawing/2014/main" id="{E5541268-6A3A-B430-B92B-166CEE34CD72}"/>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5804029" y="6210361"/>
            <a:ext cx="2197711" cy="859057"/>
          </a:xfrm>
          <a:prstGeom prst="rect">
            <a:avLst/>
          </a:prstGeom>
        </p:spPr>
      </p:pic>
    </p:spTree>
    <p:extLst>
      <p:ext uri="{BB962C8B-B14F-4D97-AF65-F5344CB8AC3E}">
        <p14:creationId xmlns:p14="http://schemas.microsoft.com/office/powerpoint/2010/main" val="186659420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cabezado de sección">
    <p:bg>
      <p:bgRef idx="1001">
        <a:schemeClr val="bg1"/>
      </p:bgRef>
    </p:bg>
    <p:spTree>
      <p:nvGrpSpPr>
        <p:cNvPr id="1" name=""/>
        <p:cNvGrpSpPr/>
        <p:nvPr/>
      </p:nvGrpSpPr>
      <p:grpSpPr>
        <a:xfrm>
          <a:off x="0" y="0"/>
          <a:ext cx="0" cy="0"/>
          <a:chOff x="0" y="0"/>
          <a:chExt cx="0" cy="0"/>
        </a:xfrm>
      </p:grpSpPr>
      <p:sp>
        <p:nvSpPr>
          <p:cNvPr id="24" name="Título 1">
            <a:extLst>
              <a:ext uri="{FF2B5EF4-FFF2-40B4-BE49-F238E27FC236}">
                <a16:creationId xmlns:a16="http://schemas.microsoft.com/office/drawing/2014/main" id="{508C51D1-E784-49FC-A10E-45DCF5412C92}"/>
              </a:ext>
            </a:extLst>
          </p:cNvPr>
          <p:cNvSpPr>
            <a:spLocks noGrp="1"/>
          </p:cNvSpPr>
          <p:nvPr>
            <p:ph type="ctrTitle"/>
          </p:nvPr>
        </p:nvSpPr>
        <p:spPr>
          <a:xfrm>
            <a:off x="2846439" y="439619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25" name="Subtítulo 2">
            <a:extLst>
              <a:ext uri="{FF2B5EF4-FFF2-40B4-BE49-F238E27FC236}">
                <a16:creationId xmlns:a16="http://schemas.microsoft.com/office/drawing/2014/main" id="{AB671F00-FA4D-44B1-BDD4-E428ECB99286}"/>
              </a:ext>
            </a:extLst>
          </p:cNvPr>
          <p:cNvSpPr>
            <a:spLocks noGrp="1"/>
          </p:cNvSpPr>
          <p:nvPr>
            <p:ph type="subTitle" idx="1"/>
          </p:nvPr>
        </p:nvSpPr>
        <p:spPr>
          <a:xfrm>
            <a:off x="2846439" y="541635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sp>
        <p:nvSpPr>
          <p:cNvPr id="27" name="Rectángulo">
            <a:extLst>
              <a:ext uri="{FF2B5EF4-FFF2-40B4-BE49-F238E27FC236}">
                <a16:creationId xmlns:a16="http://schemas.microsoft.com/office/drawing/2014/main" id="{E9C19E82-311E-4507-BFDD-6F54D9CABE2E}"/>
              </a:ext>
            </a:extLst>
          </p:cNvPr>
          <p:cNvSpPr/>
          <p:nvPr userDrawn="1"/>
        </p:nvSpPr>
        <p:spPr>
          <a:xfrm>
            <a:off x="1727199" y="4219302"/>
            <a:ext cx="8091054" cy="99881"/>
          </a:xfrm>
          <a:prstGeom prst="rect">
            <a:avLst/>
          </a:prstGeom>
          <a:gradFill>
            <a:gsLst>
              <a:gs pos="0">
                <a:srgbClr val="E1325A">
                  <a:alpha val="80000"/>
                </a:srgbClr>
              </a:gs>
              <a:gs pos="100000">
                <a:srgbClr val="A242EE">
                  <a:alpha val="80000"/>
                </a:srgbClr>
              </a:gs>
            </a:gsLst>
          </a:gradFill>
          <a:ln w="12700">
            <a:miter lim="400000"/>
          </a:ln>
        </p:spPr>
        <p:txBody>
          <a:bodyPr lIns="57573" tIns="57573" rIns="57573" bIns="57573" anchor="ctr"/>
          <a:lstStyle/>
          <a:p>
            <a:pPr defTabSz="935539">
              <a:defRPr sz="3200">
                <a:solidFill>
                  <a:srgbClr val="FFFFFF"/>
                </a:solidFill>
                <a:latin typeface="Helvetica Neue Medium"/>
                <a:ea typeface="Helvetica Neue Medium"/>
                <a:cs typeface="Helvetica Neue Medium"/>
                <a:sym typeface="Helvetica Neue Medium"/>
              </a:defRPr>
            </a:pPr>
            <a:endParaRPr sz="3627"/>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3060243"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4" name="Gráfico 18">
            <a:extLst>
              <a:ext uri="{FF2B5EF4-FFF2-40B4-BE49-F238E27FC236}">
                <a16:creationId xmlns:a16="http://schemas.microsoft.com/office/drawing/2014/main" id="{9470649C-DFE0-2CDC-522F-66DD42B49B2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198099" y="4219302"/>
            <a:ext cx="2874211" cy="1002426"/>
          </a:xfrm>
          <a:prstGeom prst="rect">
            <a:avLst/>
          </a:prstGeom>
        </p:spPr>
      </p:pic>
    </p:spTree>
    <p:extLst>
      <p:ext uri="{BB962C8B-B14F-4D97-AF65-F5344CB8AC3E}">
        <p14:creationId xmlns:p14="http://schemas.microsoft.com/office/powerpoint/2010/main" val="42677706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Encabezado de sección">
    <p:bg>
      <p:bgPr>
        <a:solidFill>
          <a:schemeClr val="bg1"/>
        </a:solidFill>
        <a:effectLst/>
      </p:bgPr>
    </p:bg>
    <p:spTree>
      <p:nvGrpSpPr>
        <p:cNvPr id="1" name=""/>
        <p:cNvGrpSpPr/>
        <p:nvPr/>
      </p:nvGrpSpPr>
      <p:grpSpPr>
        <a:xfrm>
          <a:off x="0" y="0"/>
          <a:ext cx="0" cy="0"/>
          <a:chOff x="0" y="0"/>
          <a:chExt cx="0" cy="0"/>
        </a:xfrm>
      </p:grpSpPr>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713731"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7" name="Título 1">
            <a:extLst>
              <a:ext uri="{FF2B5EF4-FFF2-40B4-BE49-F238E27FC236}">
                <a16:creationId xmlns:a16="http://schemas.microsoft.com/office/drawing/2014/main" id="{E2E90C22-0DE3-4766-A1BB-2026B8AB67A6}"/>
              </a:ext>
            </a:extLst>
          </p:cNvPr>
          <p:cNvSpPr>
            <a:spLocks noGrp="1"/>
          </p:cNvSpPr>
          <p:nvPr>
            <p:ph type="ctrTitle"/>
          </p:nvPr>
        </p:nvSpPr>
        <p:spPr>
          <a:xfrm>
            <a:off x="5975447" y="4984027"/>
            <a:ext cx="7075093" cy="972784"/>
          </a:xfrm>
        </p:spPr>
        <p:txBody>
          <a:bodyPr anchor="b">
            <a:noAutofit/>
          </a:bodyPr>
          <a:lstStyle>
            <a:lvl1pPr algn="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8" name="Subtítulo 2">
            <a:extLst>
              <a:ext uri="{FF2B5EF4-FFF2-40B4-BE49-F238E27FC236}">
                <a16:creationId xmlns:a16="http://schemas.microsoft.com/office/drawing/2014/main" id="{23A48ACA-1A1E-4EAD-ABE4-732E1554E5D5}"/>
              </a:ext>
            </a:extLst>
          </p:cNvPr>
          <p:cNvSpPr>
            <a:spLocks noGrp="1"/>
          </p:cNvSpPr>
          <p:nvPr>
            <p:ph type="subTitle" idx="1"/>
          </p:nvPr>
        </p:nvSpPr>
        <p:spPr>
          <a:xfrm>
            <a:off x="5975447" y="6004181"/>
            <a:ext cx="7075093" cy="413808"/>
          </a:xfrm>
        </p:spPr>
        <p:txBody>
          <a:bodyPr>
            <a:normAutofit/>
          </a:bodyPr>
          <a:lstStyle>
            <a:lvl1pPr marL="0" indent="0" algn="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5" name="Imagen 4">
            <a:extLst>
              <a:ext uri="{FF2B5EF4-FFF2-40B4-BE49-F238E27FC236}">
                <a16:creationId xmlns:a16="http://schemas.microsoft.com/office/drawing/2014/main" id="{C5F0CD0D-0629-8D5F-049D-91A27552BF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32782" y="2760165"/>
            <a:ext cx="3717758" cy="1907691"/>
          </a:xfrm>
          <a:prstGeom prst="rect">
            <a:avLst/>
          </a:prstGeom>
        </p:spPr>
      </p:pic>
    </p:spTree>
    <p:extLst>
      <p:ext uri="{BB962C8B-B14F-4D97-AF65-F5344CB8AC3E}">
        <p14:creationId xmlns:p14="http://schemas.microsoft.com/office/powerpoint/2010/main" val="780015317"/>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Encabezado de sección">
    <p:bg>
      <p:bgRef idx="1001">
        <a:schemeClr val="bg1"/>
      </p:bgRef>
    </p:bg>
    <p:spTree>
      <p:nvGrpSpPr>
        <p:cNvPr id="1" name=""/>
        <p:cNvGrpSpPr/>
        <p:nvPr/>
      </p:nvGrpSpPr>
      <p:grpSpPr>
        <a:xfrm>
          <a:off x="0" y="0"/>
          <a:ext cx="0" cy="0"/>
          <a:chOff x="0" y="0"/>
          <a:chExt cx="0" cy="0"/>
        </a:xfrm>
      </p:grpSpPr>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675227"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5" name="Título 1">
            <a:extLst>
              <a:ext uri="{FF2B5EF4-FFF2-40B4-BE49-F238E27FC236}">
                <a16:creationId xmlns:a16="http://schemas.microsoft.com/office/drawing/2014/main" id="{5FDF1034-9D25-488F-81BF-695C39098145}"/>
              </a:ext>
            </a:extLst>
          </p:cNvPr>
          <p:cNvSpPr>
            <a:spLocks noGrp="1"/>
          </p:cNvSpPr>
          <p:nvPr>
            <p:ph type="ctrTitle"/>
          </p:nvPr>
        </p:nvSpPr>
        <p:spPr>
          <a:xfrm>
            <a:off x="543476" y="1755935"/>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6" name="Subtítulo 2">
            <a:extLst>
              <a:ext uri="{FF2B5EF4-FFF2-40B4-BE49-F238E27FC236}">
                <a16:creationId xmlns:a16="http://schemas.microsoft.com/office/drawing/2014/main" id="{B64B71BA-AEA5-4DFC-81E8-27A3F870855C}"/>
              </a:ext>
            </a:extLst>
          </p:cNvPr>
          <p:cNvSpPr>
            <a:spLocks noGrp="1"/>
          </p:cNvSpPr>
          <p:nvPr>
            <p:ph type="subTitle" idx="1"/>
          </p:nvPr>
        </p:nvSpPr>
        <p:spPr>
          <a:xfrm>
            <a:off x="543476" y="2776089"/>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4" name="Gráfico 3">
            <a:extLst>
              <a:ext uri="{FF2B5EF4-FFF2-40B4-BE49-F238E27FC236}">
                <a16:creationId xmlns:a16="http://schemas.microsoft.com/office/drawing/2014/main" id="{B0295510-A358-0BE3-4277-9861C37A22B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3476" y="621263"/>
            <a:ext cx="2874213" cy="1002427"/>
          </a:xfrm>
          <a:prstGeom prst="rect">
            <a:avLst/>
          </a:prstGeom>
        </p:spPr>
      </p:pic>
    </p:spTree>
    <p:extLst>
      <p:ext uri="{BB962C8B-B14F-4D97-AF65-F5344CB8AC3E}">
        <p14:creationId xmlns:p14="http://schemas.microsoft.com/office/powerpoint/2010/main" val="4182306845"/>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Encabezado de sección">
    <p:bg>
      <p:bgRef idx="1001">
        <a:schemeClr val="bg1"/>
      </p:bgRef>
    </p:bg>
    <p:spTree>
      <p:nvGrpSpPr>
        <p:cNvPr id="1" name=""/>
        <p:cNvGrpSpPr/>
        <p:nvPr/>
      </p:nvGrpSpPr>
      <p:grpSpPr>
        <a:xfrm>
          <a:off x="0" y="0"/>
          <a:ext cx="0" cy="0"/>
          <a:chOff x="0" y="0"/>
          <a:chExt cx="0" cy="0"/>
        </a:xfrm>
      </p:grpSpPr>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2850721" y="7198806"/>
            <a:ext cx="716948" cy="413808"/>
          </a:xfrm>
        </p:spPr>
        <p:txBody>
          <a:bodyPr/>
          <a:lstStyle>
            <a:lvl1pPr>
              <a:defRPr sz="1133"/>
            </a:lvl1pPr>
          </a:lstStyle>
          <a:p>
            <a:fld id="{B453E7C7-8AE5-4AED-AD03-ACF7236A778A}" type="slidenum">
              <a:rPr lang="es-CO" smtClean="0"/>
              <a:pPr/>
              <a:t>‹Nº›</a:t>
            </a:fld>
            <a:endParaRPr lang="es-CO"/>
          </a:p>
        </p:txBody>
      </p:sp>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925489"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5" name="Título 1">
            <a:extLst>
              <a:ext uri="{FF2B5EF4-FFF2-40B4-BE49-F238E27FC236}">
                <a16:creationId xmlns:a16="http://schemas.microsoft.com/office/drawing/2014/main" id="{6C20B4A8-0A2A-42D9-82A5-891CA1F61199}"/>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6" name="Subtítulo 2">
            <a:extLst>
              <a:ext uri="{FF2B5EF4-FFF2-40B4-BE49-F238E27FC236}">
                <a16:creationId xmlns:a16="http://schemas.microsoft.com/office/drawing/2014/main" id="{4E197AA1-A037-44B6-892C-3F11922717A6}"/>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2" name="Imagen 1">
            <a:extLst>
              <a:ext uri="{FF2B5EF4-FFF2-40B4-BE49-F238E27FC236}">
                <a16:creationId xmlns:a16="http://schemas.microsoft.com/office/drawing/2014/main" id="{1F3CF4B6-99B0-8BA6-2CE8-B4C20482D6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1825" y="6226754"/>
            <a:ext cx="2518244" cy="1292185"/>
          </a:xfrm>
          <a:prstGeom prst="rect">
            <a:avLst/>
          </a:prstGeom>
        </p:spPr>
      </p:pic>
    </p:spTree>
    <p:extLst>
      <p:ext uri="{BB962C8B-B14F-4D97-AF65-F5344CB8AC3E}">
        <p14:creationId xmlns:p14="http://schemas.microsoft.com/office/powerpoint/2010/main" val="341258239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Encabezado de sección">
    <p:bg>
      <p:bgRef idx="1001">
        <a:schemeClr val="bg1"/>
      </p:bgRef>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0389F3C-F4C4-45B0-80F6-7973FC9E715F}"/>
              </a:ext>
            </a:extLst>
          </p:cNvPr>
          <p:cNvSpPr/>
          <p:nvPr userDrawn="1"/>
        </p:nvSpPr>
        <p:spPr>
          <a:xfrm>
            <a:off x="3727048" y="0"/>
            <a:ext cx="10090552" cy="7772400"/>
          </a:xfrm>
          <a:prstGeom prst="rect">
            <a:avLst/>
          </a:prstGeom>
          <a:gradFill>
            <a:gsLst>
              <a:gs pos="0">
                <a:schemeClr val="bg1">
                  <a:alpha val="80000"/>
                </a:schemeClr>
              </a:gs>
              <a:gs pos="50000">
                <a:schemeClr val="bg1">
                  <a:alpha val="60000"/>
                </a:schemeClr>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100" y="7210344"/>
            <a:ext cx="2790736"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7" name="Título 1">
            <a:extLst>
              <a:ext uri="{FF2B5EF4-FFF2-40B4-BE49-F238E27FC236}">
                <a16:creationId xmlns:a16="http://schemas.microsoft.com/office/drawing/2014/main" id="{E2E90C22-0DE3-4766-A1BB-2026B8AB67A6}"/>
              </a:ext>
            </a:extLst>
          </p:cNvPr>
          <p:cNvSpPr>
            <a:spLocks noGrp="1"/>
          </p:cNvSpPr>
          <p:nvPr>
            <p:ph type="ctrTitle"/>
          </p:nvPr>
        </p:nvSpPr>
        <p:spPr>
          <a:xfrm>
            <a:off x="5975447" y="4984027"/>
            <a:ext cx="7075093" cy="972784"/>
          </a:xfrm>
        </p:spPr>
        <p:txBody>
          <a:bodyPr anchor="b">
            <a:noAutofit/>
          </a:bodyPr>
          <a:lstStyle>
            <a:lvl1pPr algn="r">
              <a:lnSpc>
                <a:spcPct val="80000"/>
              </a:lnSpc>
              <a:defRPr sz="3600">
                <a:effectLst/>
                <a:latin typeface="Vice City Sans" panose="02000000000000000000" pitchFamily="50" charset="0"/>
              </a:defRPr>
            </a:lvl1pPr>
          </a:lstStyle>
          <a:p>
            <a:r>
              <a:rPr lang="es-ES"/>
              <a:t>Haga clic para modificar el estilo de título del patrón</a:t>
            </a:r>
            <a:endParaRPr lang="es-CO"/>
          </a:p>
        </p:txBody>
      </p:sp>
      <p:sp>
        <p:nvSpPr>
          <p:cNvPr id="18" name="Subtítulo 2">
            <a:extLst>
              <a:ext uri="{FF2B5EF4-FFF2-40B4-BE49-F238E27FC236}">
                <a16:creationId xmlns:a16="http://schemas.microsoft.com/office/drawing/2014/main" id="{23A48ACA-1A1E-4EAD-ABE4-732E1554E5D5}"/>
              </a:ext>
            </a:extLst>
          </p:cNvPr>
          <p:cNvSpPr>
            <a:spLocks noGrp="1"/>
          </p:cNvSpPr>
          <p:nvPr>
            <p:ph type="subTitle" idx="1"/>
          </p:nvPr>
        </p:nvSpPr>
        <p:spPr>
          <a:xfrm>
            <a:off x="5975447" y="6004181"/>
            <a:ext cx="7075093" cy="413808"/>
          </a:xfrm>
        </p:spPr>
        <p:txBody>
          <a:bodyPr>
            <a:normAutofit/>
          </a:bodyPr>
          <a:lstStyle>
            <a:lvl1pPr marL="0" indent="0" algn="r">
              <a:buNone/>
              <a:defRPr sz="2040">
                <a:effectLst/>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2" name="Imagen 1">
            <a:extLst>
              <a:ext uri="{FF2B5EF4-FFF2-40B4-BE49-F238E27FC236}">
                <a16:creationId xmlns:a16="http://schemas.microsoft.com/office/drawing/2014/main" id="{F7A156EC-7A48-8BCC-345A-509582A81A4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32782" y="2932354"/>
            <a:ext cx="3717758" cy="1907691"/>
          </a:xfrm>
          <a:prstGeom prst="rect">
            <a:avLst/>
          </a:prstGeom>
        </p:spPr>
      </p:pic>
    </p:spTree>
    <p:extLst>
      <p:ext uri="{BB962C8B-B14F-4D97-AF65-F5344CB8AC3E}">
        <p14:creationId xmlns:p14="http://schemas.microsoft.com/office/powerpoint/2010/main" val="183467660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Encabezado de sección">
    <p:bg>
      <p:bgRef idx="1001">
        <a:schemeClr val="bg1"/>
      </p:bgRef>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4BB69F40-78E6-4E7D-942E-D48A83F9B8BB}"/>
              </a:ext>
            </a:extLst>
          </p:cNvPr>
          <p:cNvSpPr/>
          <p:nvPr userDrawn="1"/>
        </p:nvSpPr>
        <p:spPr>
          <a:xfrm flipH="1">
            <a:off x="0" y="0"/>
            <a:ext cx="10090552" cy="7772400"/>
          </a:xfrm>
          <a:prstGeom prst="rect">
            <a:avLst/>
          </a:prstGeom>
          <a:gradFill>
            <a:gsLst>
              <a:gs pos="0">
                <a:schemeClr val="bg1">
                  <a:alpha val="80000"/>
                </a:schemeClr>
              </a:gs>
              <a:gs pos="50000">
                <a:schemeClr val="bg1">
                  <a:alpha val="60000"/>
                </a:schemeClr>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28" name="Conector recto 27">
            <a:extLst>
              <a:ext uri="{FF2B5EF4-FFF2-40B4-BE49-F238E27FC236}">
                <a16:creationId xmlns:a16="http://schemas.microsoft.com/office/drawing/2014/main" id="{A55A36E7-AC6E-417E-BCD1-BFF32FA9FBCD}"/>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F640C75-A05B-431E-BD3E-4FC7DC4A9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100" y="7210344"/>
            <a:ext cx="2874212"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pic>
        <p:nvPicPr>
          <p:cNvPr id="14" name="Gráfico 13">
            <a:extLst>
              <a:ext uri="{FF2B5EF4-FFF2-40B4-BE49-F238E27FC236}">
                <a16:creationId xmlns:a16="http://schemas.microsoft.com/office/drawing/2014/main" id="{7E69CF11-4305-42E0-8DC3-C2BA5DC1E66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3476" y="621263"/>
            <a:ext cx="2874213" cy="1002427"/>
          </a:xfrm>
          <a:prstGeom prst="rect">
            <a:avLst/>
          </a:prstGeom>
        </p:spPr>
      </p:pic>
      <p:sp>
        <p:nvSpPr>
          <p:cNvPr id="15" name="Título 1">
            <a:extLst>
              <a:ext uri="{FF2B5EF4-FFF2-40B4-BE49-F238E27FC236}">
                <a16:creationId xmlns:a16="http://schemas.microsoft.com/office/drawing/2014/main" id="{2478EF96-255E-4437-9F7B-C344B035409B}"/>
              </a:ext>
            </a:extLst>
          </p:cNvPr>
          <p:cNvSpPr>
            <a:spLocks noGrp="1"/>
          </p:cNvSpPr>
          <p:nvPr>
            <p:ph type="ctrTitle"/>
          </p:nvPr>
        </p:nvSpPr>
        <p:spPr>
          <a:xfrm>
            <a:off x="543476" y="1772741"/>
            <a:ext cx="7075093" cy="972784"/>
          </a:xfrm>
        </p:spPr>
        <p:txBody>
          <a:bodyPr anchor="b">
            <a:noAutofit/>
          </a:bodyPr>
          <a:lstStyle>
            <a:lvl1pPr algn="l">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7" name="Subtítulo 2">
            <a:extLst>
              <a:ext uri="{FF2B5EF4-FFF2-40B4-BE49-F238E27FC236}">
                <a16:creationId xmlns:a16="http://schemas.microsoft.com/office/drawing/2014/main" id="{7E70A27B-37BE-4E65-BB74-D433900A540A}"/>
              </a:ext>
            </a:extLst>
          </p:cNvPr>
          <p:cNvSpPr>
            <a:spLocks noGrp="1"/>
          </p:cNvSpPr>
          <p:nvPr>
            <p:ph type="subTitle" idx="1"/>
          </p:nvPr>
        </p:nvSpPr>
        <p:spPr>
          <a:xfrm>
            <a:off x="543476" y="2792895"/>
            <a:ext cx="7075093" cy="413808"/>
          </a:xfrm>
        </p:spPr>
        <p:txBody>
          <a:bodyPr>
            <a:normAutofit/>
          </a:bodyPr>
          <a:lstStyle>
            <a:lvl1pPr marL="0" indent="0" algn="l">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spTree>
    <p:extLst>
      <p:ext uri="{BB962C8B-B14F-4D97-AF65-F5344CB8AC3E}">
        <p14:creationId xmlns:p14="http://schemas.microsoft.com/office/powerpoint/2010/main" val="420941869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Encabezado de sección">
    <p:bg>
      <p:bgRef idx="1001">
        <a:schemeClr val="bg1"/>
      </p:bgRef>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37E542D-6EF4-40FC-B482-30158BD3D149}"/>
              </a:ext>
            </a:extLst>
          </p:cNvPr>
          <p:cNvSpPr/>
          <p:nvPr userDrawn="1"/>
        </p:nvSpPr>
        <p:spPr>
          <a:xfrm rot="16200000" flipH="1">
            <a:off x="4805102" y="-1240099"/>
            <a:ext cx="4207398" cy="13817601"/>
          </a:xfrm>
          <a:prstGeom prst="rect">
            <a:avLst/>
          </a:prstGeom>
          <a:gradFill>
            <a:gsLst>
              <a:gs pos="0">
                <a:schemeClr val="bg1">
                  <a:alpha val="80000"/>
                </a:schemeClr>
              </a:gs>
              <a:gs pos="50000">
                <a:schemeClr val="bg1">
                  <a:alpha val="60000"/>
                </a:schemeClr>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Marcador de número de diapositiva 5">
            <a:extLst>
              <a:ext uri="{FF2B5EF4-FFF2-40B4-BE49-F238E27FC236}">
                <a16:creationId xmlns:a16="http://schemas.microsoft.com/office/drawing/2014/main" id="{6F64F3CE-91B5-420A-9326-140142E4DF16}"/>
              </a:ext>
            </a:extLst>
          </p:cNvPr>
          <p:cNvSpPr>
            <a:spLocks noGrp="1"/>
          </p:cNvSpPr>
          <p:nvPr>
            <p:ph type="sldNum" sz="quarter" idx="12"/>
          </p:nvPr>
        </p:nvSpPr>
        <p:spPr>
          <a:xfrm>
            <a:off x="12753553" y="7210344"/>
            <a:ext cx="716948" cy="413808"/>
          </a:xfrm>
        </p:spPr>
        <p:txBody>
          <a:bodyPr/>
          <a:lstStyle>
            <a:lvl1pPr>
              <a:defRPr sz="1133"/>
            </a:lvl1pPr>
          </a:lstStyle>
          <a:p>
            <a:fld id="{B453E7C7-8AE5-4AED-AD03-ACF7236A778A}" type="slidenum">
              <a:rPr lang="es-CO" smtClean="0"/>
              <a:pPr/>
              <a:t>‹Nº›</a:t>
            </a:fld>
            <a:endParaRPr lang="es-CO"/>
          </a:p>
        </p:txBody>
      </p:sp>
      <p:sp>
        <p:nvSpPr>
          <p:cNvPr id="11" name="Subtítulo 2">
            <a:extLst>
              <a:ext uri="{FF2B5EF4-FFF2-40B4-BE49-F238E27FC236}">
                <a16:creationId xmlns:a16="http://schemas.microsoft.com/office/drawing/2014/main" id="{F5543B75-DDC9-454D-AB72-07F1FC6B7D44}"/>
              </a:ext>
            </a:extLst>
          </p:cNvPr>
          <p:cNvSpPr txBox="1">
            <a:spLocks/>
          </p:cNvSpPr>
          <p:nvPr userDrawn="1"/>
        </p:nvSpPr>
        <p:spPr>
          <a:xfrm rot="16200000">
            <a:off x="12687461" y="1039995"/>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50000"/>
                    <a:lumOff val="50000"/>
                  </a:schemeClr>
                </a:solidFill>
              </a:rPr>
              <a:t>Vigilada Mineducación</a:t>
            </a:r>
            <a:endParaRPr lang="es-CO" sz="1200">
              <a:solidFill>
                <a:schemeClr val="bg1">
                  <a:lumMod val="50000"/>
                  <a:lumOff val="50000"/>
                </a:schemeClr>
              </a:solidFill>
            </a:endParaRPr>
          </a:p>
        </p:txBody>
      </p:sp>
      <p:sp>
        <p:nvSpPr>
          <p:cNvPr id="12" name="Subtítulo 2">
            <a:extLst>
              <a:ext uri="{FF2B5EF4-FFF2-40B4-BE49-F238E27FC236}">
                <a16:creationId xmlns:a16="http://schemas.microsoft.com/office/drawing/2014/main" id="{246402F9-4D1B-4505-B576-CB1B0FBBDFF4}"/>
              </a:ext>
            </a:extLst>
          </p:cNvPr>
          <p:cNvSpPr txBox="1">
            <a:spLocks/>
          </p:cNvSpPr>
          <p:nvPr userDrawn="1"/>
        </p:nvSpPr>
        <p:spPr>
          <a:xfrm>
            <a:off x="347099" y="7210344"/>
            <a:ext cx="2646351"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tx1"/>
                </a:solidFill>
                <a:latin typeface="Avenir Next Medium" panose="020B0603020202020204" pitchFamily="34" charset="0"/>
              </a:rPr>
              <a:t>UPB #</a:t>
            </a:r>
            <a:r>
              <a:rPr lang="es-ES" b="1" i="0" err="1">
                <a:solidFill>
                  <a:schemeClr val="tx1"/>
                </a:solidFill>
                <a:latin typeface="Avenir Next Medium" panose="020B0603020202020204" pitchFamily="34" charset="0"/>
              </a:rPr>
              <a:t>SinLímites</a:t>
            </a:r>
            <a:endParaRPr lang="es-CO" b="1" i="0">
              <a:solidFill>
                <a:schemeClr val="tx1"/>
              </a:solidFill>
              <a:latin typeface="Avenir Next Medium" panose="020B0603020202020204" pitchFamily="34" charset="0"/>
            </a:endParaRPr>
          </a:p>
        </p:txBody>
      </p:sp>
      <p:sp>
        <p:nvSpPr>
          <p:cNvPr id="15" name="Título 1">
            <a:extLst>
              <a:ext uri="{FF2B5EF4-FFF2-40B4-BE49-F238E27FC236}">
                <a16:creationId xmlns:a16="http://schemas.microsoft.com/office/drawing/2014/main" id="{6C20B4A8-0A2A-42D9-82A5-891CA1F61199}"/>
              </a:ext>
            </a:extLst>
          </p:cNvPr>
          <p:cNvSpPr>
            <a:spLocks noGrp="1"/>
          </p:cNvSpPr>
          <p:nvPr>
            <p:ph type="ctrTitle"/>
          </p:nvPr>
        </p:nvSpPr>
        <p:spPr>
          <a:xfrm>
            <a:off x="3371253" y="4690110"/>
            <a:ext cx="7075093" cy="972784"/>
          </a:xfrm>
        </p:spPr>
        <p:txBody>
          <a:bodyPr anchor="b">
            <a:noAutofit/>
          </a:bodyPr>
          <a:lstStyle>
            <a:lvl1pPr algn="ctr">
              <a:lnSpc>
                <a:spcPct val="80000"/>
              </a:lnSpc>
              <a:defRPr sz="3600">
                <a:latin typeface="Vice City Sans" panose="02000000000000000000" pitchFamily="50" charset="0"/>
              </a:defRPr>
            </a:lvl1pPr>
          </a:lstStyle>
          <a:p>
            <a:r>
              <a:rPr lang="es-ES"/>
              <a:t>Haga clic para modificar el estilo de título del patrón</a:t>
            </a:r>
            <a:endParaRPr lang="es-CO"/>
          </a:p>
        </p:txBody>
      </p:sp>
      <p:sp>
        <p:nvSpPr>
          <p:cNvPr id="16" name="Subtítulo 2">
            <a:extLst>
              <a:ext uri="{FF2B5EF4-FFF2-40B4-BE49-F238E27FC236}">
                <a16:creationId xmlns:a16="http://schemas.microsoft.com/office/drawing/2014/main" id="{4E197AA1-A037-44B6-892C-3F11922717A6}"/>
              </a:ext>
            </a:extLst>
          </p:cNvPr>
          <p:cNvSpPr>
            <a:spLocks noGrp="1"/>
          </p:cNvSpPr>
          <p:nvPr>
            <p:ph type="subTitle" idx="1"/>
          </p:nvPr>
        </p:nvSpPr>
        <p:spPr>
          <a:xfrm>
            <a:off x="3371253" y="5710264"/>
            <a:ext cx="7075093" cy="413808"/>
          </a:xfrm>
        </p:spPr>
        <p:txBody>
          <a:bodyPr>
            <a:normAutofit/>
          </a:bodyPr>
          <a:lstStyle>
            <a:lvl1pPr marL="0" indent="0" algn="ctr">
              <a:buNone/>
              <a:defRPr sz="2040">
                <a:latin typeface="Avenir Next" panose="020B0503020202020204" pitchFamily="34" charset="0"/>
              </a:defRPr>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r>
              <a:rPr lang="es-ES"/>
              <a:t>Haga clic para modificar el estilo de subtítulo del patrón</a:t>
            </a:r>
            <a:endParaRPr lang="es-CO"/>
          </a:p>
        </p:txBody>
      </p:sp>
      <p:pic>
        <p:nvPicPr>
          <p:cNvPr id="2" name="Imagen 1">
            <a:extLst>
              <a:ext uri="{FF2B5EF4-FFF2-40B4-BE49-F238E27FC236}">
                <a16:creationId xmlns:a16="http://schemas.microsoft.com/office/drawing/2014/main" id="{994FDEDB-BB6E-D6B8-335A-CBDC2ACEBB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1825" y="6226754"/>
            <a:ext cx="2518244" cy="1292185"/>
          </a:xfrm>
          <a:prstGeom prst="rect">
            <a:avLst/>
          </a:prstGeom>
        </p:spPr>
      </p:pic>
    </p:spTree>
    <p:extLst>
      <p:ext uri="{BB962C8B-B14F-4D97-AF65-F5344CB8AC3E}">
        <p14:creationId xmlns:p14="http://schemas.microsoft.com/office/powerpoint/2010/main" val="2383128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10BBB9-CACB-4062-BDD5-89B6ED03E0F1}"/>
              </a:ext>
            </a:extLst>
          </p:cNvPr>
          <p:cNvSpPr>
            <a:spLocks noGrp="1"/>
          </p:cNvSpPr>
          <p:nvPr>
            <p:ph idx="1"/>
          </p:nvPr>
        </p:nvSpPr>
        <p:spPr>
          <a:xfrm>
            <a:off x="414621" y="1450848"/>
            <a:ext cx="13057536" cy="534445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13" name="Conector recto 12">
            <a:extLst>
              <a:ext uri="{FF2B5EF4-FFF2-40B4-BE49-F238E27FC236}">
                <a16:creationId xmlns:a16="http://schemas.microsoft.com/office/drawing/2014/main" id="{E519DCCA-0C8E-406B-8A6A-4A12DE06F0A2}"/>
              </a:ext>
            </a:extLst>
          </p:cNvPr>
          <p:cNvCxnSpPr>
            <a:cxnSpLocks/>
          </p:cNvCxnSpPr>
          <p:nvPr/>
        </p:nvCxnSpPr>
        <p:spPr>
          <a:xfrm>
            <a:off x="11046889" y="338244"/>
            <a:ext cx="0" cy="709080"/>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5" name="Título 1">
            <a:extLst>
              <a:ext uri="{FF2B5EF4-FFF2-40B4-BE49-F238E27FC236}">
                <a16:creationId xmlns:a16="http://schemas.microsoft.com/office/drawing/2014/main" id="{114232E0-A0B8-414F-BFBD-6335781D559D}"/>
              </a:ext>
            </a:extLst>
          </p:cNvPr>
          <p:cNvSpPr>
            <a:spLocks noGrp="1"/>
          </p:cNvSpPr>
          <p:nvPr>
            <p:ph type="ctrTitle"/>
          </p:nvPr>
        </p:nvSpPr>
        <p:spPr>
          <a:xfrm>
            <a:off x="420643" y="265821"/>
            <a:ext cx="8398892" cy="972784"/>
          </a:xfrm>
        </p:spPr>
        <p:txBody>
          <a:bodyPr anchor="b">
            <a:noAutofit/>
          </a:bodyPr>
          <a:lstStyle>
            <a:lvl1pPr algn="l">
              <a:defRPr sz="3600">
                <a:latin typeface="Vice City Sans" panose="02000000000000000000" pitchFamily="50" charset="0"/>
              </a:defRPr>
            </a:lvl1pPr>
          </a:lstStyle>
          <a:p>
            <a:r>
              <a:rPr lang="es-ES"/>
              <a:t>Haga clic para modificar el estilo de título del patrón</a:t>
            </a:r>
            <a:endParaRPr lang="es-CO"/>
          </a:p>
        </p:txBody>
      </p:sp>
      <p:sp>
        <p:nvSpPr>
          <p:cNvPr id="9" name="Marcador de número de diapositiva 5">
            <a:extLst>
              <a:ext uri="{FF2B5EF4-FFF2-40B4-BE49-F238E27FC236}">
                <a16:creationId xmlns:a16="http://schemas.microsoft.com/office/drawing/2014/main" id="{F3E9FCD0-3A2B-4931-A57C-8450B37EBA5A}"/>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C89B81A4-05C9-46D7-8812-6C902272D490}"/>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10" name="Gráfico 9">
            <a:extLst>
              <a:ext uri="{FF2B5EF4-FFF2-40B4-BE49-F238E27FC236}">
                <a16:creationId xmlns:a16="http://schemas.microsoft.com/office/drawing/2014/main" id="{3D59DB55-2BA0-48E4-99AD-A990B456B7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7" name="Subtítulo 2">
            <a:extLst>
              <a:ext uri="{FF2B5EF4-FFF2-40B4-BE49-F238E27FC236}">
                <a16:creationId xmlns:a16="http://schemas.microsoft.com/office/drawing/2014/main" id="{B17B070F-9108-4391-AD07-36FE81B3F768}"/>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6" name="Subtítulo 2">
            <a:extLst>
              <a:ext uri="{FF2B5EF4-FFF2-40B4-BE49-F238E27FC236}">
                <a16:creationId xmlns:a16="http://schemas.microsoft.com/office/drawing/2014/main" id="{8F7950BE-34DE-4B47-9298-7F02465D90A0}"/>
              </a:ext>
            </a:extLst>
          </p:cNvPr>
          <p:cNvSpPr txBox="1">
            <a:spLocks/>
          </p:cNvSpPr>
          <p:nvPr userDrawn="1"/>
        </p:nvSpPr>
        <p:spPr>
          <a:xfrm>
            <a:off x="347099" y="7210344"/>
            <a:ext cx="270410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2" name="Imagen 1" descr="Logotipo, Icono&#10;&#10;Descripción generada automáticamente">
            <a:extLst>
              <a:ext uri="{FF2B5EF4-FFF2-40B4-BE49-F238E27FC236}">
                <a16:creationId xmlns:a16="http://schemas.microsoft.com/office/drawing/2014/main" id="{C60F3F6A-D901-B88A-301C-783EA0EAB84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2010977377"/>
      </p:ext>
    </p:extLst>
  </p:cSld>
  <p:clrMapOvr>
    <a:masterClrMapping/>
  </p:clrMapOvr>
  <p:hf hdr="0" ftr="0" dt="0"/>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5_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10BBB9-CACB-4062-BDD5-89B6ED03E0F1}"/>
              </a:ext>
            </a:extLst>
          </p:cNvPr>
          <p:cNvSpPr>
            <a:spLocks noGrp="1"/>
          </p:cNvSpPr>
          <p:nvPr>
            <p:ph idx="1"/>
          </p:nvPr>
        </p:nvSpPr>
        <p:spPr>
          <a:xfrm>
            <a:off x="414621" y="1450848"/>
            <a:ext cx="13057536" cy="534445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13" name="Conector recto 12">
            <a:extLst>
              <a:ext uri="{FF2B5EF4-FFF2-40B4-BE49-F238E27FC236}">
                <a16:creationId xmlns:a16="http://schemas.microsoft.com/office/drawing/2014/main" id="{E519DCCA-0C8E-406B-8A6A-4A12DE06F0A2}"/>
              </a:ext>
            </a:extLst>
          </p:cNvPr>
          <p:cNvCxnSpPr>
            <a:cxnSpLocks/>
          </p:cNvCxnSpPr>
          <p:nvPr/>
        </p:nvCxnSpPr>
        <p:spPr>
          <a:xfrm>
            <a:off x="11046889" y="338244"/>
            <a:ext cx="0" cy="709080"/>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5" name="Título 1">
            <a:extLst>
              <a:ext uri="{FF2B5EF4-FFF2-40B4-BE49-F238E27FC236}">
                <a16:creationId xmlns:a16="http://schemas.microsoft.com/office/drawing/2014/main" id="{114232E0-A0B8-414F-BFBD-6335781D559D}"/>
              </a:ext>
            </a:extLst>
          </p:cNvPr>
          <p:cNvSpPr>
            <a:spLocks noGrp="1"/>
          </p:cNvSpPr>
          <p:nvPr>
            <p:ph type="ctrTitle"/>
          </p:nvPr>
        </p:nvSpPr>
        <p:spPr>
          <a:xfrm>
            <a:off x="420643" y="265821"/>
            <a:ext cx="8398892" cy="972784"/>
          </a:xfrm>
        </p:spPr>
        <p:txBody>
          <a:bodyPr anchor="b">
            <a:noAutofit/>
          </a:bodyPr>
          <a:lstStyle>
            <a:lvl1pPr algn="l">
              <a:defRPr sz="3600">
                <a:latin typeface="Vice City Sans" panose="02000000000000000000" pitchFamily="50" charset="0"/>
              </a:defRPr>
            </a:lvl1pPr>
          </a:lstStyle>
          <a:p>
            <a:r>
              <a:rPr lang="es-ES"/>
              <a:t>Haga clic para modificar el estilo de título del patrón</a:t>
            </a:r>
            <a:endParaRPr lang="es-CO"/>
          </a:p>
        </p:txBody>
      </p:sp>
      <p:sp>
        <p:nvSpPr>
          <p:cNvPr id="9" name="Marcador de número de diapositiva 5">
            <a:extLst>
              <a:ext uri="{FF2B5EF4-FFF2-40B4-BE49-F238E27FC236}">
                <a16:creationId xmlns:a16="http://schemas.microsoft.com/office/drawing/2014/main" id="{F3E9FCD0-3A2B-4931-A57C-8450B37EBA5A}"/>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1" name="Conector recto 10">
            <a:extLst>
              <a:ext uri="{FF2B5EF4-FFF2-40B4-BE49-F238E27FC236}">
                <a16:creationId xmlns:a16="http://schemas.microsoft.com/office/drawing/2014/main" id="{C89B81A4-05C9-46D7-8812-6C902272D490}"/>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10" name="Gráfico 9">
            <a:extLst>
              <a:ext uri="{FF2B5EF4-FFF2-40B4-BE49-F238E27FC236}">
                <a16:creationId xmlns:a16="http://schemas.microsoft.com/office/drawing/2014/main" id="{3D59DB55-2BA0-48E4-99AD-A990B456B7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17" name="Subtítulo 2">
            <a:extLst>
              <a:ext uri="{FF2B5EF4-FFF2-40B4-BE49-F238E27FC236}">
                <a16:creationId xmlns:a16="http://schemas.microsoft.com/office/drawing/2014/main" id="{B17B070F-9108-4391-AD07-36FE81B3F768}"/>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6" name="Subtítulo 2">
            <a:extLst>
              <a:ext uri="{FF2B5EF4-FFF2-40B4-BE49-F238E27FC236}">
                <a16:creationId xmlns:a16="http://schemas.microsoft.com/office/drawing/2014/main" id="{8F7950BE-34DE-4B47-9298-7F02465D90A0}"/>
              </a:ext>
            </a:extLst>
          </p:cNvPr>
          <p:cNvSpPr txBox="1">
            <a:spLocks/>
          </p:cNvSpPr>
          <p:nvPr userDrawn="1"/>
        </p:nvSpPr>
        <p:spPr>
          <a:xfrm>
            <a:off x="347099" y="7210344"/>
            <a:ext cx="2704105"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2" name="Imagen 1" descr="Logotipo, Icono&#10;&#10;Descripción generada automáticamente">
            <a:extLst>
              <a:ext uri="{FF2B5EF4-FFF2-40B4-BE49-F238E27FC236}">
                <a16:creationId xmlns:a16="http://schemas.microsoft.com/office/drawing/2014/main" id="{9CA6321D-7B01-7334-BBF5-BE2DA5FD1D6F}"/>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1718759123"/>
      </p:ext>
    </p:extLst>
  </p:cSld>
  <p:clrMapOvr>
    <a:masterClrMapping/>
  </p:clrMapOvr>
  <p:hf hdr="0" ftr="0" dt="0"/>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y objetos">
    <p:bg>
      <p:bgPr>
        <a:solidFill>
          <a:schemeClr val="tx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10BBB9-CACB-4062-BDD5-89B6ED03E0F1}"/>
              </a:ext>
            </a:extLst>
          </p:cNvPr>
          <p:cNvSpPr>
            <a:spLocks noGrp="1"/>
          </p:cNvSpPr>
          <p:nvPr>
            <p:ph idx="1"/>
          </p:nvPr>
        </p:nvSpPr>
        <p:spPr>
          <a:xfrm>
            <a:off x="414621" y="1450848"/>
            <a:ext cx="13057536" cy="53444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13" name="Conector recto 12">
            <a:extLst>
              <a:ext uri="{FF2B5EF4-FFF2-40B4-BE49-F238E27FC236}">
                <a16:creationId xmlns:a16="http://schemas.microsoft.com/office/drawing/2014/main" id="{E519DCCA-0C8E-406B-8A6A-4A12DE06F0A2}"/>
              </a:ext>
            </a:extLst>
          </p:cNvPr>
          <p:cNvCxnSpPr>
            <a:cxnSpLocks/>
          </p:cNvCxnSpPr>
          <p:nvPr/>
        </p:nvCxnSpPr>
        <p:spPr>
          <a:xfrm>
            <a:off x="11046889" y="338244"/>
            <a:ext cx="0" cy="709080"/>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2" name="Marcador de número de diapositiva 5">
            <a:extLst>
              <a:ext uri="{FF2B5EF4-FFF2-40B4-BE49-F238E27FC236}">
                <a16:creationId xmlns:a16="http://schemas.microsoft.com/office/drawing/2014/main" id="{20956670-5A7F-49D4-8722-176461DFDC7B}"/>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14" name="Conector recto 13">
            <a:extLst>
              <a:ext uri="{FF2B5EF4-FFF2-40B4-BE49-F238E27FC236}">
                <a16:creationId xmlns:a16="http://schemas.microsoft.com/office/drawing/2014/main" id="{F98C3BA5-13A6-4C67-9E38-A11D21214C24}"/>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sp>
        <p:nvSpPr>
          <p:cNvPr id="17" name="Título 1">
            <a:extLst>
              <a:ext uri="{FF2B5EF4-FFF2-40B4-BE49-F238E27FC236}">
                <a16:creationId xmlns:a16="http://schemas.microsoft.com/office/drawing/2014/main" id="{EF6EAF07-730A-4E35-915E-D653A320287B}"/>
              </a:ext>
            </a:extLst>
          </p:cNvPr>
          <p:cNvSpPr>
            <a:spLocks noGrp="1"/>
          </p:cNvSpPr>
          <p:nvPr>
            <p:ph type="ctrTitle"/>
          </p:nvPr>
        </p:nvSpPr>
        <p:spPr>
          <a:xfrm>
            <a:off x="420643" y="265821"/>
            <a:ext cx="8398892" cy="972784"/>
          </a:xfrm>
        </p:spPr>
        <p:txBody>
          <a:bodyPr anchor="b">
            <a:noAutofit/>
          </a:bodyPr>
          <a:lstStyle>
            <a:lvl1pPr algn="l">
              <a:defRPr sz="3600">
                <a:solidFill>
                  <a:schemeClr val="bg1"/>
                </a:solidFill>
                <a:latin typeface="Vice City Sans" panose="02000000000000000000" pitchFamily="50" charset="0"/>
              </a:defRPr>
            </a:lvl1pPr>
          </a:lstStyle>
          <a:p>
            <a:r>
              <a:rPr lang="es-ES"/>
              <a:t>Haga clic para modificar el estilo de título del patrón</a:t>
            </a:r>
            <a:endParaRPr lang="es-CO"/>
          </a:p>
        </p:txBody>
      </p:sp>
      <p:pic>
        <p:nvPicPr>
          <p:cNvPr id="9" name="Gráfico 8">
            <a:extLst>
              <a:ext uri="{FF2B5EF4-FFF2-40B4-BE49-F238E27FC236}">
                <a16:creationId xmlns:a16="http://schemas.microsoft.com/office/drawing/2014/main" id="{3FFF5260-7128-4E59-A75B-BB53F0308A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10" name="Subtítulo 2">
            <a:extLst>
              <a:ext uri="{FF2B5EF4-FFF2-40B4-BE49-F238E27FC236}">
                <a16:creationId xmlns:a16="http://schemas.microsoft.com/office/drawing/2014/main" id="{78A9F594-838A-45CA-B7A3-101BEA134EAF}"/>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tx1">
                    <a:lumMod val="50000"/>
                    <a:lumOff val="50000"/>
                  </a:schemeClr>
                </a:solidFill>
              </a:rPr>
              <a:t>Vigilada Mineducación</a:t>
            </a:r>
            <a:endParaRPr lang="es-CO" sz="1200">
              <a:solidFill>
                <a:schemeClr val="tx1">
                  <a:lumMod val="50000"/>
                  <a:lumOff val="50000"/>
                </a:schemeClr>
              </a:solidFill>
            </a:endParaRPr>
          </a:p>
        </p:txBody>
      </p:sp>
      <p:sp>
        <p:nvSpPr>
          <p:cNvPr id="15" name="Subtítulo 2">
            <a:extLst>
              <a:ext uri="{FF2B5EF4-FFF2-40B4-BE49-F238E27FC236}">
                <a16:creationId xmlns:a16="http://schemas.microsoft.com/office/drawing/2014/main" id="{73271241-B6E9-4D53-B2D0-9A222A7A6E45}"/>
              </a:ext>
            </a:extLst>
          </p:cNvPr>
          <p:cNvSpPr txBox="1">
            <a:spLocks/>
          </p:cNvSpPr>
          <p:nvPr userDrawn="1"/>
        </p:nvSpPr>
        <p:spPr>
          <a:xfrm>
            <a:off x="347099" y="7210344"/>
            <a:ext cx="2521227"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solidFill>
                <a:latin typeface="Avenir Next Medium" panose="020B0603020202020204" pitchFamily="34" charset="0"/>
              </a:rPr>
              <a:t>UPB #</a:t>
            </a:r>
            <a:r>
              <a:rPr lang="es-ES" b="1" i="0" err="1">
                <a:solidFill>
                  <a:schemeClr val="bg1"/>
                </a:solidFill>
                <a:latin typeface="Avenir Next Medium" panose="020B0603020202020204" pitchFamily="34" charset="0"/>
              </a:rPr>
              <a:t>SinLímites</a:t>
            </a:r>
            <a:endParaRPr lang="es-CO" b="1" i="0">
              <a:solidFill>
                <a:schemeClr val="bg1"/>
              </a:solidFill>
              <a:latin typeface="Avenir Next Medium" panose="020B0603020202020204" pitchFamily="34" charset="0"/>
            </a:endParaRPr>
          </a:p>
        </p:txBody>
      </p:sp>
      <p:pic>
        <p:nvPicPr>
          <p:cNvPr id="6" name="Gráfico 18">
            <a:extLst>
              <a:ext uri="{FF2B5EF4-FFF2-40B4-BE49-F238E27FC236}">
                <a16:creationId xmlns:a16="http://schemas.microsoft.com/office/drawing/2014/main" id="{D62B7823-71B9-BE40-1CA4-29D22B6DFF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425237" y="326070"/>
            <a:ext cx="2068019" cy="721254"/>
          </a:xfrm>
          <a:prstGeom prst="rect">
            <a:avLst/>
          </a:prstGeom>
        </p:spPr>
      </p:pic>
    </p:spTree>
    <p:extLst>
      <p:ext uri="{BB962C8B-B14F-4D97-AF65-F5344CB8AC3E}">
        <p14:creationId xmlns:p14="http://schemas.microsoft.com/office/powerpoint/2010/main" val="1330897569"/>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ítulo y objetos">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4499A559-37E2-4DD1-8571-ED901D41D031}"/>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9" name="Conector recto 8">
            <a:extLst>
              <a:ext uri="{FF2B5EF4-FFF2-40B4-BE49-F238E27FC236}">
                <a16:creationId xmlns:a16="http://schemas.microsoft.com/office/drawing/2014/main" id="{C60A3E07-8463-4576-BFB8-4FCC231AB247}"/>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38FC236E-013F-4060-A771-D9388B784A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8" name="Subtítulo 2">
            <a:extLst>
              <a:ext uri="{FF2B5EF4-FFF2-40B4-BE49-F238E27FC236}">
                <a16:creationId xmlns:a16="http://schemas.microsoft.com/office/drawing/2014/main" id="{DEB6E044-0575-49EB-A31A-12D37D1AD0A6}"/>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0" name="Subtítulo 2">
            <a:extLst>
              <a:ext uri="{FF2B5EF4-FFF2-40B4-BE49-F238E27FC236}">
                <a16:creationId xmlns:a16="http://schemas.microsoft.com/office/drawing/2014/main" id="{4D562F97-6E97-43D4-994D-0A52AA131563}"/>
              </a:ext>
            </a:extLst>
          </p:cNvPr>
          <p:cNvSpPr txBox="1">
            <a:spLocks/>
          </p:cNvSpPr>
          <p:nvPr userDrawn="1"/>
        </p:nvSpPr>
        <p:spPr>
          <a:xfrm>
            <a:off x="347100" y="7210344"/>
            <a:ext cx="2578980"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4" name="Imagen 3" descr="Logotipo, Icono&#10;&#10;Descripción generada automáticamente">
            <a:extLst>
              <a:ext uri="{FF2B5EF4-FFF2-40B4-BE49-F238E27FC236}">
                <a16:creationId xmlns:a16="http://schemas.microsoft.com/office/drawing/2014/main" id="{D5A8754D-504A-E544-663B-C75A77B34E2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528932358"/>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4_Título y objetos">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4499A559-37E2-4DD1-8571-ED901D41D031}"/>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9" name="Conector recto 8">
            <a:extLst>
              <a:ext uri="{FF2B5EF4-FFF2-40B4-BE49-F238E27FC236}">
                <a16:creationId xmlns:a16="http://schemas.microsoft.com/office/drawing/2014/main" id="{C60A3E07-8463-4576-BFB8-4FCC231AB247}"/>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38FC236E-013F-4060-A771-D9388B784A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48400" y="7140250"/>
            <a:ext cx="1397480" cy="501858"/>
          </a:xfrm>
          <a:prstGeom prst="rect">
            <a:avLst/>
          </a:prstGeom>
        </p:spPr>
      </p:pic>
      <p:sp>
        <p:nvSpPr>
          <p:cNvPr id="8" name="Subtítulo 2">
            <a:extLst>
              <a:ext uri="{FF2B5EF4-FFF2-40B4-BE49-F238E27FC236}">
                <a16:creationId xmlns:a16="http://schemas.microsoft.com/office/drawing/2014/main" id="{DEB6E044-0575-49EB-A31A-12D37D1AD0A6}"/>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bg1">
                    <a:lumMod val="75000"/>
                  </a:schemeClr>
                </a:solidFill>
              </a:rPr>
              <a:t>Vigilada Mineducación</a:t>
            </a:r>
            <a:endParaRPr lang="es-CO" sz="1200">
              <a:solidFill>
                <a:schemeClr val="bg1">
                  <a:lumMod val="75000"/>
                </a:schemeClr>
              </a:solidFill>
            </a:endParaRPr>
          </a:p>
        </p:txBody>
      </p:sp>
      <p:sp>
        <p:nvSpPr>
          <p:cNvPr id="10" name="Subtítulo 2">
            <a:extLst>
              <a:ext uri="{FF2B5EF4-FFF2-40B4-BE49-F238E27FC236}">
                <a16:creationId xmlns:a16="http://schemas.microsoft.com/office/drawing/2014/main" id="{4D562F97-6E97-43D4-994D-0A52AA131563}"/>
              </a:ext>
            </a:extLst>
          </p:cNvPr>
          <p:cNvSpPr txBox="1">
            <a:spLocks/>
          </p:cNvSpPr>
          <p:nvPr userDrawn="1"/>
        </p:nvSpPr>
        <p:spPr>
          <a:xfrm>
            <a:off x="347100" y="7210344"/>
            <a:ext cx="2578980"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lumMod val="65000"/>
                  </a:schemeClr>
                </a:solidFill>
                <a:latin typeface="Avenir Next Medium" panose="020B0603020202020204" pitchFamily="34" charset="0"/>
              </a:rPr>
              <a:t>UPB #</a:t>
            </a:r>
            <a:r>
              <a:rPr lang="es-ES" b="1" i="0" err="1">
                <a:solidFill>
                  <a:schemeClr val="bg1">
                    <a:lumMod val="65000"/>
                  </a:schemeClr>
                </a:solidFill>
                <a:latin typeface="Avenir Next Medium" panose="020B0603020202020204" pitchFamily="34" charset="0"/>
              </a:rPr>
              <a:t>SinLímites</a:t>
            </a:r>
            <a:endParaRPr lang="es-CO" b="1" i="0">
              <a:solidFill>
                <a:schemeClr val="bg1">
                  <a:lumMod val="65000"/>
                </a:schemeClr>
              </a:solidFill>
              <a:latin typeface="Avenir Next Medium" panose="020B0603020202020204" pitchFamily="34" charset="0"/>
            </a:endParaRPr>
          </a:p>
        </p:txBody>
      </p:sp>
      <p:pic>
        <p:nvPicPr>
          <p:cNvPr id="4" name="Imagen 3" descr="Logotipo, Icono&#10;&#10;Descripción generada automáticamente">
            <a:extLst>
              <a:ext uri="{FF2B5EF4-FFF2-40B4-BE49-F238E27FC236}">
                <a16:creationId xmlns:a16="http://schemas.microsoft.com/office/drawing/2014/main" id="{D5A8754D-504A-E544-663B-C75A77B34E2B}"/>
              </a:ext>
            </a:extLst>
          </p:cNvPr>
          <p:cNvPicPr>
            <a:picLocks noChangeAspect="1"/>
          </p:cNvPicPr>
          <p:nvPr userDrawn="1"/>
        </p:nvPicPr>
        <p:blipFill>
          <a:blip r:embed="rId4">
            <a:duotone>
              <a:prstClr val="black"/>
              <a:schemeClr val="tx1">
                <a:tint val="45000"/>
                <a:satMod val="400000"/>
              </a:schemeClr>
            </a:duotone>
            <a:extLst>
              <a:ext uri="{28A0092B-C50C-407E-A947-70E740481C1C}">
                <a14:useLocalDpi xmlns:a14="http://schemas.microsoft.com/office/drawing/2010/main" val="0"/>
              </a:ext>
            </a:extLst>
          </a:blip>
          <a:stretch>
            <a:fillRect/>
          </a:stretch>
        </p:blipFill>
        <p:spPr>
          <a:xfrm>
            <a:off x="11308071" y="255792"/>
            <a:ext cx="2197711" cy="859057"/>
          </a:xfrm>
          <a:prstGeom prst="rect">
            <a:avLst/>
          </a:prstGeom>
        </p:spPr>
      </p:pic>
    </p:spTree>
    <p:extLst>
      <p:ext uri="{BB962C8B-B14F-4D97-AF65-F5344CB8AC3E}">
        <p14:creationId xmlns:p14="http://schemas.microsoft.com/office/powerpoint/2010/main" val="2977382676"/>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Título y objetos">
    <p:bg>
      <p:bgPr>
        <a:solidFill>
          <a:schemeClr val="tx1"/>
        </a:solidFill>
        <a:effectLst/>
      </p:bgPr>
    </p:bg>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FE23B0B8-AF4E-4772-B211-71B3D1DDCC71}"/>
              </a:ext>
            </a:extLst>
          </p:cNvPr>
          <p:cNvSpPr>
            <a:spLocks noGrp="1"/>
          </p:cNvSpPr>
          <p:nvPr>
            <p:ph type="sldNum" sz="quarter" idx="12"/>
          </p:nvPr>
        </p:nvSpPr>
        <p:spPr>
          <a:xfrm>
            <a:off x="11134078" y="7182948"/>
            <a:ext cx="716948" cy="413808"/>
          </a:xfrm>
        </p:spPr>
        <p:txBody>
          <a:bodyPr/>
          <a:lstStyle>
            <a:lvl1pPr>
              <a:defRPr sz="1133"/>
            </a:lvl1pPr>
          </a:lstStyle>
          <a:p>
            <a:fld id="{B453E7C7-8AE5-4AED-AD03-ACF7236A778A}" type="slidenum">
              <a:rPr lang="es-CO" smtClean="0"/>
              <a:pPr/>
              <a:t>‹Nº›</a:t>
            </a:fld>
            <a:endParaRPr lang="es-CO"/>
          </a:p>
        </p:txBody>
      </p:sp>
      <p:cxnSp>
        <p:nvCxnSpPr>
          <p:cNvPr id="9" name="Conector recto 8">
            <a:extLst>
              <a:ext uri="{FF2B5EF4-FFF2-40B4-BE49-F238E27FC236}">
                <a16:creationId xmlns:a16="http://schemas.microsoft.com/office/drawing/2014/main" id="{4C1AF250-82BD-4487-AE36-B7878660DB59}"/>
              </a:ext>
            </a:extLst>
          </p:cNvPr>
          <p:cNvCxnSpPr>
            <a:cxnSpLocks/>
          </p:cNvCxnSpPr>
          <p:nvPr userDrawn="1"/>
        </p:nvCxnSpPr>
        <p:spPr>
          <a:xfrm>
            <a:off x="11999712" y="7155553"/>
            <a:ext cx="0" cy="468599"/>
          </a:xfrm>
          <a:prstGeom prst="line">
            <a:avLst/>
          </a:prstGeom>
          <a:ln>
            <a:solidFill>
              <a:srgbClr val="CA28BB"/>
            </a:solidFill>
          </a:ln>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F375EB8E-3BCB-4783-BA02-63B6BC4F41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89686" y="7144087"/>
            <a:ext cx="1336796" cy="480065"/>
          </a:xfrm>
          <a:prstGeom prst="rect">
            <a:avLst/>
          </a:prstGeom>
        </p:spPr>
      </p:pic>
      <p:sp>
        <p:nvSpPr>
          <p:cNvPr id="8" name="Subtítulo 2">
            <a:extLst>
              <a:ext uri="{FF2B5EF4-FFF2-40B4-BE49-F238E27FC236}">
                <a16:creationId xmlns:a16="http://schemas.microsoft.com/office/drawing/2014/main" id="{CD95C39D-1678-4144-854F-6707ACA0A64E}"/>
              </a:ext>
            </a:extLst>
          </p:cNvPr>
          <p:cNvSpPr txBox="1">
            <a:spLocks/>
          </p:cNvSpPr>
          <p:nvPr userDrawn="1"/>
        </p:nvSpPr>
        <p:spPr>
          <a:xfrm rot="16200000">
            <a:off x="12687461" y="5806867"/>
            <a:ext cx="2010348" cy="249931"/>
          </a:xfrm>
          <a:prstGeom prst="rect">
            <a:avLst/>
          </a:prstGeom>
        </p:spPr>
        <p:txBody>
          <a:bodyPr>
            <a:normAutofit lnSpcReduction="10000"/>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venir Next" panose="020B0503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ctr"/>
            <a:r>
              <a:rPr lang="es-ES" sz="1200">
                <a:solidFill>
                  <a:schemeClr val="tx1">
                    <a:lumMod val="50000"/>
                    <a:lumOff val="50000"/>
                  </a:schemeClr>
                </a:solidFill>
              </a:rPr>
              <a:t>Vigilada Mineducación</a:t>
            </a:r>
            <a:endParaRPr lang="es-CO" sz="1200">
              <a:solidFill>
                <a:schemeClr val="tx1">
                  <a:lumMod val="50000"/>
                  <a:lumOff val="50000"/>
                </a:schemeClr>
              </a:solidFill>
            </a:endParaRPr>
          </a:p>
        </p:txBody>
      </p:sp>
      <p:sp>
        <p:nvSpPr>
          <p:cNvPr id="12" name="Subtítulo 2">
            <a:extLst>
              <a:ext uri="{FF2B5EF4-FFF2-40B4-BE49-F238E27FC236}">
                <a16:creationId xmlns:a16="http://schemas.microsoft.com/office/drawing/2014/main" id="{BCA5982C-58D0-42AB-B818-0FBB3CCA2734}"/>
              </a:ext>
            </a:extLst>
          </p:cNvPr>
          <p:cNvSpPr txBox="1">
            <a:spLocks/>
          </p:cNvSpPr>
          <p:nvPr userDrawn="1"/>
        </p:nvSpPr>
        <p:spPr>
          <a:xfrm>
            <a:off x="347099" y="7210344"/>
            <a:ext cx="2511601" cy="413808"/>
          </a:xfrm>
          <a:prstGeom prst="rect">
            <a:avLst/>
          </a:prstGeom>
        </p:spPr>
        <p:txBody>
          <a:bodyPr vert="horz" lIns="91440" tIns="45720" rIns="91440" bIns="45720" rtlCol="0">
            <a:normAutofit/>
          </a:bodyPr>
          <a:lstStyle>
            <a:lvl1pPr marL="0" indent="0" algn="r" defTabSz="1036290" rtl="0" eaLnBrk="1" latinLnBrk="0" hangingPunct="1">
              <a:lnSpc>
                <a:spcPct val="90000"/>
              </a:lnSpc>
              <a:spcBef>
                <a:spcPts val="1133"/>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1pPr>
            <a:lvl2pPr marL="518145" indent="0" algn="ctr" defTabSz="1036290" rtl="0" eaLnBrk="1" latinLnBrk="0" hangingPunct="1">
              <a:lnSpc>
                <a:spcPct val="90000"/>
              </a:lnSpc>
              <a:spcBef>
                <a:spcPts val="567"/>
              </a:spcBef>
              <a:buFont typeface="Arial" panose="020B0604020202020204" pitchFamily="34" charset="0"/>
              <a:buNone/>
              <a:defRPr sz="2267" kern="1200">
                <a:solidFill>
                  <a:schemeClr val="tx1">
                    <a:lumMod val="65000"/>
                    <a:lumOff val="35000"/>
                  </a:schemeClr>
                </a:solidFill>
                <a:latin typeface="Arial Nova Light" panose="020B0304020202020204" pitchFamily="34" charset="0"/>
                <a:ea typeface="+mn-ea"/>
                <a:cs typeface="+mn-cs"/>
              </a:defRPr>
            </a:lvl2pPr>
            <a:lvl3pPr marL="1036290" indent="0" algn="ctr" defTabSz="1036290" rtl="0" eaLnBrk="1" latinLnBrk="0" hangingPunct="1">
              <a:lnSpc>
                <a:spcPct val="90000"/>
              </a:lnSpc>
              <a:spcBef>
                <a:spcPts val="567"/>
              </a:spcBef>
              <a:buFont typeface="Arial" panose="020B0604020202020204" pitchFamily="34" charset="0"/>
              <a:buNone/>
              <a:defRPr sz="2040" kern="1200">
                <a:solidFill>
                  <a:schemeClr val="tx1">
                    <a:lumMod val="65000"/>
                    <a:lumOff val="35000"/>
                  </a:schemeClr>
                </a:solidFill>
                <a:latin typeface="Arial Nova Light" panose="020B0304020202020204" pitchFamily="34" charset="0"/>
                <a:ea typeface="+mn-ea"/>
                <a:cs typeface="+mn-cs"/>
              </a:defRPr>
            </a:lvl3pPr>
            <a:lvl4pPr marL="1554434"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4pPr>
            <a:lvl5pPr marL="2072579" indent="0" algn="ctr" defTabSz="1036290" rtl="0" eaLnBrk="1" latinLnBrk="0" hangingPunct="1">
              <a:lnSpc>
                <a:spcPct val="90000"/>
              </a:lnSpc>
              <a:spcBef>
                <a:spcPts val="567"/>
              </a:spcBef>
              <a:buFont typeface="Arial" panose="020B0604020202020204" pitchFamily="34" charset="0"/>
              <a:buNone/>
              <a:defRPr sz="1813" kern="1200">
                <a:solidFill>
                  <a:schemeClr val="tx1">
                    <a:lumMod val="65000"/>
                    <a:lumOff val="35000"/>
                  </a:schemeClr>
                </a:solidFill>
                <a:latin typeface="Arial Nova Light" panose="020B0304020202020204" pitchFamily="34" charset="0"/>
                <a:ea typeface="+mn-ea"/>
                <a:cs typeface="+mn-cs"/>
              </a:defRPr>
            </a:lvl5pPr>
            <a:lvl6pPr marL="2590724"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6pPr>
            <a:lvl7pPr marL="3108869"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7pPr>
            <a:lvl8pPr marL="3627013"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8pPr>
            <a:lvl9pPr marL="4145158" indent="0" algn="ctr" defTabSz="1036290" rtl="0" eaLnBrk="1" latinLnBrk="0" hangingPunct="1">
              <a:lnSpc>
                <a:spcPct val="90000"/>
              </a:lnSpc>
              <a:spcBef>
                <a:spcPts val="567"/>
              </a:spcBef>
              <a:buFont typeface="Arial" panose="020B0604020202020204" pitchFamily="34" charset="0"/>
              <a:buNone/>
              <a:defRPr sz="1813" kern="1200">
                <a:solidFill>
                  <a:schemeClr val="tx1"/>
                </a:solidFill>
                <a:latin typeface="+mn-lt"/>
                <a:ea typeface="+mn-ea"/>
                <a:cs typeface="+mn-cs"/>
              </a:defRPr>
            </a:lvl9pPr>
          </a:lstStyle>
          <a:p>
            <a:pPr algn="l"/>
            <a:r>
              <a:rPr lang="es-ES" b="1" i="0">
                <a:solidFill>
                  <a:schemeClr val="bg1"/>
                </a:solidFill>
                <a:latin typeface="Avenir Next Medium" panose="020B0603020202020204" pitchFamily="34" charset="0"/>
              </a:rPr>
              <a:t>UPB #</a:t>
            </a:r>
            <a:r>
              <a:rPr lang="es-ES" b="1" i="0" err="1">
                <a:solidFill>
                  <a:schemeClr val="bg1"/>
                </a:solidFill>
                <a:latin typeface="Avenir Next Medium" panose="020B0603020202020204" pitchFamily="34" charset="0"/>
              </a:rPr>
              <a:t>SinLímites</a:t>
            </a:r>
            <a:endParaRPr lang="es-CO" b="1" i="0">
              <a:solidFill>
                <a:schemeClr val="bg1"/>
              </a:solidFill>
              <a:latin typeface="Avenir Next Medium" panose="020B0603020202020204" pitchFamily="34" charset="0"/>
            </a:endParaRPr>
          </a:p>
        </p:txBody>
      </p:sp>
      <p:pic>
        <p:nvPicPr>
          <p:cNvPr id="2" name="Gráfico 18">
            <a:extLst>
              <a:ext uri="{FF2B5EF4-FFF2-40B4-BE49-F238E27FC236}">
                <a16:creationId xmlns:a16="http://schemas.microsoft.com/office/drawing/2014/main" id="{9AD03423-7102-F2AF-160D-8E286C0581D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425237" y="326070"/>
            <a:ext cx="2068019" cy="721254"/>
          </a:xfrm>
          <a:prstGeom prst="rect">
            <a:avLst/>
          </a:prstGeom>
        </p:spPr>
      </p:pic>
    </p:spTree>
    <p:extLst>
      <p:ext uri="{BB962C8B-B14F-4D97-AF65-F5344CB8AC3E}">
        <p14:creationId xmlns:p14="http://schemas.microsoft.com/office/powerpoint/2010/main" val="1763540794"/>
      </p:ext>
    </p:extLst>
  </p:cSld>
  <p:clrMapOvr>
    <a:masterClrMapping/>
  </p:clrMapOvr>
  <p:hf hdr="0" ftr="0" dt="0"/>
  <p:extLst>
    <p:ext uri="{DCECCB84-F9BA-43D5-87BE-67443E8EF086}">
      <p15:sldGuideLst xmlns:p15="http://schemas.microsoft.com/office/powerpoint/2012/main">
        <p15:guide id="1" orient="horz" pos="2448" userDrawn="1">
          <p15:clr>
            <a:srgbClr val="FBAE40"/>
          </p15:clr>
        </p15:guide>
        <p15:guide id="2" pos="43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0325FA-493F-414B-9F4D-48D79DCDAAFA}"/>
              </a:ext>
            </a:extLst>
          </p:cNvPr>
          <p:cNvSpPr>
            <a:spLocks noGrp="1"/>
          </p:cNvSpPr>
          <p:nvPr>
            <p:ph type="title"/>
          </p:nvPr>
        </p:nvSpPr>
        <p:spPr>
          <a:xfrm>
            <a:off x="949960" y="413809"/>
            <a:ext cx="11917680" cy="1502305"/>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5EA7632-4E47-4D76-AD2A-A7BB28E482CE}"/>
              </a:ext>
            </a:extLst>
          </p:cNvPr>
          <p:cNvSpPr>
            <a:spLocks noGrp="1"/>
          </p:cNvSpPr>
          <p:nvPr>
            <p:ph type="body" idx="1"/>
          </p:nvPr>
        </p:nvSpPr>
        <p:spPr>
          <a:xfrm>
            <a:off x="949960" y="2069042"/>
            <a:ext cx="11917680" cy="4931516"/>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D7D1B44-BC11-48C4-A76E-BB9406089D94}"/>
              </a:ext>
            </a:extLst>
          </p:cNvPr>
          <p:cNvSpPr>
            <a:spLocks noGrp="1"/>
          </p:cNvSpPr>
          <p:nvPr>
            <p:ph type="dt" sz="half" idx="2"/>
          </p:nvPr>
        </p:nvSpPr>
        <p:spPr>
          <a:xfrm>
            <a:off x="949960" y="7203864"/>
            <a:ext cx="3108960" cy="413808"/>
          </a:xfrm>
          <a:prstGeom prst="rect">
            <a:avLst/>
          </a:prstGeom>
        </p:spPr>
        <p:txBody>
          <a:bodyPr vert="horz" lIns="91440" tIns="45720" rIns="91440" bIns="45720" rtlCol="0" anchor="ctr"/>
          <a:lstStyle>
            <a:lvl1pPr algn="l">
              <a:defRPr sz="1360">
                <a:solidFill>
                  <a:schemeClr val="tx1">
                    <a:tint val="75000"/>
                  </a:schemeClr>
                </a:solidFill>
                <a:latin typeface="Arial Nova Light" panose="020B0304020202020204" pitchFamily="34" charset="0"/>
              </a:defRPr>
            </a:lvl1pPr>
          </a:lstStyle>
          <a:p>
            <a:fld id="{57B0B941-4A50-40E2-B280-513CE8BFB539}" type="datetimeFigureOut">
              <a:rPr lang="es-CO" smtClean="0"/>
              <a:pPr/>
              <a:t>28/10/2026</a:t>
            </a:fld>
            <a:endParaRPr lang="es-CO"/>
          </a:p>
        </p:txBody>
      </p:sp>
      <p:sp>
        <p:nvSpPr>
          <p:cNvPr id="6" name="Marcador de número de diapositiva 5">
            <a:extLst>
              <a:ext uri="{FF2B5EF4-FFF2-40B4-BE49-F238E27FC236}">
                <a16:creationId xmlns:a16="http://schemas.microsoft.com/office/drawing/2014/main" id="{E825E32E-CB67-48D4-B523-EA4227A21C63}"/>
              </a:ext>
            </a:extLst>
          </p:cNvPr>
          <p:cNvSpPr>
            <a:spLocks noGrp="1"/>
          </p:cNvSpPr>
          <p:nvPr>
            <p:ph type="sldNum" sz="quarter" idx="4"/>
          </p:nvPr>
        </p:nvSpPr>
        <p:spPr>
          <a:xfrm>
            <a:off x="8529901" y="7203864"/>
            <a:ext cx="3108960" cy="413808"/>
          </a:xfrm>
          <a:prstGeom prst="rect">
            <a:avLst/>
          </a:prstGeom>
        </p:spPr>
        <p:txBody>
          <a:bodyPr vert="horz" lIns="91440" tIns="45720" rIns="91440" bIns="45720" rtlCol="0" anchor="ctr"/>
          <a:lstStyle>
            <a:lvl1pPr algn="r">
              <a:defRPr sz="1360">
                <a:solidFill>
                  <a:schemeClr val="tx1">
                    <a:tint val="75000"/>
                  </a:schemeClr>
                </a:solidFill>
                <a:latin typeface="Arial Nova Light" panose="020B0304020202020204" pitchFamily="34" charset="0"/>
              </a:defRPr>
            </a:lvl1pPr>
          </a:lstStyle>
          <a:p>
            <a:fld id="{B453E7C7-8AE5-4AED-AD03-ACF7236A778A}" type="slidenum">
              <a:rPr lang="es-CO" smtClean="0"/>
              <a:pPr/>
              <a:t>‹Nº›</a:t>
            </a:fld>
            <a:endParaRPr lang="es-CO"/>
          </a:p>
        </p:txBody>
      </p:sp>
    </p:spTree>
    <p:extLst>
      <p:ext uri="{BB962C8B-B14F-4D97-AF65-F5344CB8AC3E}">
        <p14:creationId xmlns:p14="http://schemas.microsoft.com/office/powerpoint/2010/main" val="59313520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5" r:id="rId3"/>
    <p:sldLayoutId id="2147483726" r:id="rId4"/>
    <p:sldLayoutId id="2147483724" r:id="rId5"/>
    <p:sldLayoutId id="2147483696" r:id="rId6"/>
    <p:sldLayoutId id="2147483715" r:id="rId7"/>
    <p:sldLayoutId id="2147483702" r:id="rId8"/>
    <p:sldLayoutId id="2147483721" r:id="rId9"/>
    <p:sldLayoutId id="2147483703" r:id="rId10"/>
    <p:sldLayoutId id="2147483720" r:id="rId11"/>
    <p:sldLayoutId id="2147483704" r:id="rId12"/>
    <p:sldLayoutId id="2147483719" r:id="rId13"/>
    <p:sldLayoutId id="2147483697" r:id="rId14"/>
    <p:sldLayoutId id="2147483705" r:id="rId15"/>
    <p:sldLayoutId id="2147483706" r:id="rId16"/>
    <p:sldLayoutId id="2147483707" r:id="rId17"/>
    <p:sldLayoutId id="2147483709" r:id="rId18"/>
    <p:sldLayoutId id="2147483710" r:id="rId19"/>
    <p:sldLayoutId id="2147483711" r:id="rId20"/>
    <p:sldLayoutId id="2147483698" r:id="rId21"/>
    <p:sldLayoutId id="2147483717" r:id="rId22"/>
    <p:sldLayoutId id="2147483699" r:id="rId23"/>
    <p:sldLayoutId id="2147483700" r:id="rId24"/>
    <p:sldLayoutId id="2147483718" r:id="rId25"/>
    <p:sldLayoutId id="2147483701" r:id="rId26"/>
  </p:sldLayoutIdLst>
  <p:hf hdr="0" ftr="0" dt="0"/>
  <p:txStyles>
    <p:titleStyle>
      <a:lvl1pPr algn="l" defTabSz="1036290" rtl="0" eaLnBrk="1" latinLnBrk="0" hangingPunct="1">
        <a:lnSpc>
          <a:spcPct val="90000"/>
        </a:lnSpc>
        <a:spcBef>
          <a:spcPct val="0"/>
        </a:spcBef>
        <a:buNone/>
        <a:defRPr sz="4080" b="1" kern="1200">
          <a:solidFill>
            <a:schemeClr val="tx1">
              <a:lumMod val="75000"/>
              <a:lumOff val="25000"/>
            </a:schemeClr>
          </a:solidFill>
          <a:latin typeface="Arial Nova Light" panose="020B0304020202020204" pitchFamily="34" charset="0"/>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2720" kern="1200">
          <a:solidFill>
            <a:schemeClr val="tx1">
              <a:lumMod val="65000"/>
              <a:lumOff val="35000"/>
            </a:schemeClr>
          </a:solidFill>
          <a:latin typeface="Arial Nova Light" panose="020B0304020202020204" pitchFamily="34" charset="0"/>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267" kern="1200">
          <a:solidFill>
            <a:schemeClr val="tx1">
              <a:lumMod val="65000"/>
              <a:lumOff val="35000"/>
            </a:schemeClr>
          </a:solidFill>
          <a:latin typeface="Arial Nova Light" panose="020B0304020202020204" pitchFamily="34" charset="0"/>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040" kern="1200">
          <a:solidFill>
            <a:schemeClr val="tx1">
              <a:lumMod val="65000"/>
              <a:lumOff val="35000"/>
            </a:schemeClr>
          </a:solidFill>
          <a:latin typeface="Arial Nova Light" panose="020B0304020202020204" pitchFamily="34" charset="0"/>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1813" kern="1200">
          <a:solidFill>
            <a:schemeClr val="tx1">
              <a:lumMod val="65000"/>
              <a:lumOff val="35000"/>
            </a:schemeClr>
          </a:solidFill>
          <a:latin typeface="Arial Nova Light" panose="020B0304020202020204" pitchFamily="34" charset="0"/>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s-CO"/>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2.xm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17B0883-44B8-E353-6069-3C422133CD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78699B-B3DF-32EC-B8B3-86255836237E}"/>
              </a:ext>
            </a:extLst>
          </p:cNvPr>
          <p:cNvSpPr>
            <a:spLocks noGrp="1"/>
          </p:cNvSpPr>
          <p:nvPr>
            <p:ph type="ctrTitle"/>
          </p:nvPr>
        </p:nvSpPr>
        <p:spPr/>
        <p:txBody>
          <a:bodyPr/>
          <a:lstStyle/>
          <a:p>
            <a:r>
              <a:rPr lang="es-ES" dirty="0">
                <a:solidFill>
                  <a:schemeClr val="bg1"/>
                </a:solidFill>
              </a:rPr>
              <a:t>Evaluación Nota Final Arquitectura de Software</a:t>
            </a:r>
          </a:p>
        </p:txBody>
      </p:sp>
      <p:sp>
        <p:nvSpPr>
          <p:cNvPr id="3" name="Subtítulo 2">
            <a:extLst>
              <a:ext uri="{FF2B5EF4-FFF2-40B4-BE49-F238E27FC236}">
                <a16:creationId xmlns:a16="http://schemas.microsoft.com/office/drawing/2014/main" id="{8867F1FA-898D-B8D9-0693-F6FA48B4DC17}"/>
              </a:ext>
            </a:extLst>
          </p:cNvPr>
          <p:cNvSpPr>
            <a:spLocks noGrp="1"/>
          </p:cNvSpPr>
          <p:nvPr>
            <p:ph type="subTitle" idx="1"/>
          </p:nvPr>
        </p:nvSpPr>
        <p:spPr/>
        <p:txBody>
          <a:bodyPr/>
          <a:lstStyle/>
          <a:p>
            <a:endParaRPr lang="es-ES">
              <a:solidFill>
                <a:schemeClr val="bg1"/>
              </a:solidFill>
            </a:endParaRPr>
          </a:p>
        </p:txBody>
      </p:sp>
    </p:spTree>
    <p:extLst>
      <p:ext uri="{BB962C8B-B14F-4D97-AF65-F5344CB8AC3E}">
        <p14:creationId xmlns:p14="http://schemas.microsoft.com/office/powerpoint/2010/main" val="2346394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B9CD092C-626E-D733-C25A-1AADD3A30544}"/>
              </a:ext>
            </a:extLst>
          </p:cNvPr>
          <p:cNvSpPr>
            <a:spLocks noGrp="1"/>
          </p:cNvSpPr>
          <p:nvPr>
            <p:ph type="ctrTitle"/>
          </p:nvPr>
        </p:nvSpPr>
        <p:spPr/>
        <p:txBody>
          <a:bodyPr/>
          <a:lstStyle/>
          <a:p>
            <a:r>
              <a:rPr lang="es-ES" dirty="0"/>
              <a:t>4 Opciones</a:t>
            </a:r>
          </a:p>
        </p:txBody>
      </p:sp>
      <p:sp>
        <p:nvSpPr>
          <p:cNvPr id="4" name="Marcador de número de diapositiva 3">
            <a:extLst>
              <a:ext uri="{FF2B5EF4-FFF2-40B4-BE49-F238E27FC236}">
                <a16:creationId xmlns:a16="http://schemas.microsoft.com/office/drawing/2014/main" id="{9960DAEF-FD73-4B5B-3C78-ACD04FFD7690}"/>
              </a:ext>
            </a:extLst>
          </p:cNvPr>
          <p:cNvSpPr>
            <a:spLocks noGrp="1"/>
          </p:cNvSpPr>
          <p:nvPr>
            <p:ph type="sldNum" sz="quarter" idx="12"/>
          </p:nvPr>
        </p:nvSpPr>
        <p:spPr/>
        <p:txBody>
          <a:bodyPr/>
          <a:lstStyle/>
          <a:p>
            <a:fld id="{B453E7C7-8AE5-4AED-AD03-ACF7236A778A}" type="slidenum">
              <a:rPr lang="es-CO" smtClean="0"/>
              <a:pPr/>
              <a:t>2</a:t>
            </a:fld>
            <a:endParaRPr lang="es-CO"/>
          </a:p>
        </p:txBody>
      </p:sp>
      <p:pic>
        <p:nvPicPr>
          <p:cNvPr id="6" name="Imagen 5">
            <a:extLst>
              <a:ext uri="{FF2B5EF4-FFF2-40B4-BE49-F238E27FC236}">
                <a16:creationId xmlns:a16="http://schemas.microsoft.com/office/drawing/2014/main" id="{93A45F65-4B12-4FDA-ACF1-8BFB747E991F}"/>
              </a:ext>
            </a:extLst>
          </p:cNvPr>
          <p:cNvPicPr>
            <a:picLocks noChangeAspect="1"/>
          </p:cNvPicPr>
          <p:nvPr/>
        </p:nvPicPr>
        <p:blipFill>
          <a:blip r:embed="rId2"/>
          <a:stretch>
            <a:fillRect/>
          </a:stretch>
        </p:blipFill>
        <p:spPr>
          <a:xfrm>
            <a:off x="1481207" y="2061881"/>
            <a:ext cx="4450774" cy="1127798"/>
          </a:xfrm>
          <a:prstGeom prst="rect">
            <a:avLst/>
          </a:prstGeom>
        </p:spPr>
      </p:pic>
      <p:pic>
        <p:nvPicPr>
          <p:cNvPr id="8" name="Imagen 7">
            <a:extLst>
              <a:ext uri="{FF2B5EF4-FFF2-40B4-BE49-F238E27FC236}">
                <a16:creationId xmlns:a16="http://schemas.microsoft.com/office/drawing/2014/main" id="{5A09D592-4034-4E54-8B8B-FE35F73B61E1}"/>
              </a:ext>
            </a:extLst>
          </p:cNvPr>
          <p:cNvPicPr>
            <a:picLocks noChangeAspect="1"/>
          </p:cNvPicPr>
          <p:nvPr/>
        </p:nvPicPr>
        <p:blipFill>
          <a:blip r:embed="rId3"/>
          <a:stretch>
            <a:fillRect/>
          </a:stretch>
        </p:blipFill>
        <p:spPr>
          <a:xfrm>
            <a:off x="7098375" y="2061881"/>
            <a:ext cx="4144658" cy="1127798"/>
          </a:xfrm>
          <a:prstGeom prst="rect">
            <a:avLst/>
          </a:prstGeom>
        </p:spPr>
      </p:pic>
      <p:pic>
        <p:nvPicPr>
          <p:cNvPr id="10" name="Imagen 9">
            <a:extLst>
              <a:ext uri="{FF2B5EF4-FFF2-40B4-BE49-F238E27FC236}">
                <a16:creationId xmlns:a16="http://schemas.microsoft.com/office/drawing/2014/main" id="{E16695EE-B398-4A41-8B3B-1E273FF121D2}"/>
              </a:ext>
            </a:extLst>
          </p:cNvPr>
          <p:cNvPicPr>
            <a:picLocks noChangeAspect="1"/>
          </p:cNvPicPr>
          <p:nvPr/>
        </p:nvPicPr>
        <p:blipFill>
          <a:blip r:embed="rId4"/>
          <a:stretch>
            <a:fillRect/>
          </a:stretch>
        </p:blipFill>
        <p:spPr>
          <a:xfrm>
            <a:off x="1688155" y="3564992"/>
            <a:ext cx="4082442" cy="1127798"/>
          </a:xfrm>
          <a:prstGeom prst="rect">
            <a:avLst/>
          </a:prstGeom>
        </p:spPr>
      </p:pic>
      <p:pic>
        <p:nvPicPr>
          <p:cNvPr id="12" name="Imagen 11">
            <a:extLst>
              <a:ext uri="{FF2B5EF4-FFF2-40B4-BE49-F238E27FC236}">
                <a16:creationId xmlns:a16="http://schemas.microsoft.com/office/drawing/2014/main" id="{BCAFFDA6-6D8D-4661-9A90-7CF0BFAA4EF1}"/>
              </a:ext>
            </a:extLst>
          </p:cNvPr>
          <p:cNvPicPr>
            <a:picLocks noChangeAspect="1"/>
          </p:cNvPicPr>
          <p:nvPr/>
        </p:nvPicPr>
        <p:blipFill>
          <a:blip r:embed="rId5"/>
          <a:stretch>
            <a:fillRect/>
          </a:stretch>
        </p:blipFill>
        <p:spPr>
          <a:xfrm>
            <a:off x="7214958" y="3564992"/>
            <a:ext cx="3911491" cy="1127798"/>
          </a:xfrm>
          <a:prstGeom prst="rect">
            <a:avLst/>
          </a:prstGeom>
        </p:spPr>
      </p:pic>
      <p:sp>
        <p:nvSpPr>
          <p:cNvPr id="14" name="CuadroTexto 13">
            <a:extLst>
              <a:ext uri="{FF2B5EF4-FFF2-40B4-BE49-F238E27FC236}">
                <a16:creationId xmlns:a16="http://schemas.microsoft.com/office/drawing/2014/main" id="{36BD43ED-DE19-42A9-9C43-DF557B136859}"/>
              </a:ext>
            </a:extLst>
          </p:cNvPr>
          <p:cNvSpPr txBox="1"/>
          <p:nvPr/>
        </p:nvSpPr>
        <p:spPr>
          <a:xfrm>
            <a:off x="982133" y="5231874"/>
            <a:ext cx="11446934" cy="1600182"/>
          </a:xfrm>
          <a:prstGeom prst="rect">
            <a:avLst/>
          </a:prstGeom>
          <a:noFill/>
        </p:spPr>
        <p:txBody>
          <a:bodyPr wrap="square">
            <a:spAutoFit/>
          </a:bodyPr>
          <a:lstStyle/>
          <a:p>
            <a:pPr algn="ctr">
              <a:lnSpc>
                <a:spcPct val="107000"/>
              </a:lnSpc>
              <a:spcAft>
                <a:spcPts val="800"/>
              </a:spcAft>
            </a:pPr>
            <a:r>
              <a:rPr lang="es-419" sz="2000" dirty="0">
                <a:effectLst/>
                <a:latin typeface="Calibri" panose="020F0502020204030204" pitchFamily="34" charset="0"/>
                <a:ea typeface="Calibri" panose="020F0502020204030204" pitchFamily="34" charset="0"/>
                <a:cs typeface="Arial" panose="020B0604020202020204" pitchFamily="34" charset="0"/>
              </a:rPr>
              <a:t>Lo que se escoge hoy ya es un COMPROMISO de entrega</a:t>
            </a:r>
          </a:p>
          <a:p>
            <a:pPr algn="ctr">
              <a:lnSpc>
                <a:spcPct val="107000"/>
              </a:lnSpc>
              <a:spcAft>
                <a:spcPts val="800"/>
              </a:spcAft>
            </a:pPr>
            <a:r>
              <a:rPr lang="es-419" sz="2000" dirty="0">
                <a:effectLst/>
                <a:latin typeface="Calibri" panose="020F0502020204030204" pitchFamily="34" charset="0"/>
                <a:ea typeface="Calibri" panose="020F0502020204030204" pitchFamily="34" charset="0"/>
                <a:cs typeface="Arial" panose="020B0604020202020204" pitchFamily="34" charset="0"/>
              </a:rPr>
              <a:t>Fecha máxima de entrega: Viernes 13 de Noviembre por </a:t>
            </a:r>
            <a:r>
              <a:rPr lang="es-419" sz="2000" dirty="0" err="1">
                <a:effectLst/>
                <a:latin typeface="Calibri" panose="020F0502020204030204" pitchFamily="34" charset="0"/>
                <a:ea typeface="Calibri" panose="020F0502020204030204" pitchFamily="34" charset="0"/>
                <a:cs typeface="Arial" panose="020B0604020202020204" pitchFamily="34" charset="0"/>
              </a:rPr>
              <a:t>teams</a:t>
            </a:r>
            <a:r>
              <a:rPr lang="es-419" sz="2000" dirty="0">
                <a:effectLst/>
                <a:latin typeface="Calibri" panose="020F0502020204030204" pitchFamily="34" charset="0"/>
                <a:ea typeface="Calibri" panose="020F0502020204030204" pitchFamily="34" charset="0"/>
                <a:cs typeface="Arial" panose="020B0604020202020204" pitchFamily="34" charset="0"/>
              </a:rPr>
              <a:t> o presencial.</a:t>
            </a:r>
          </a:p>
          <a:p>
            <a:pPr algn="ctr">
              <a:lnSpc>
                <a:spcPct val="107000"/>
              </a:lnSpc>
              <a:spcAft>
                <a:spcPts val="800"/>
              </a:spcAft>
            </a:pPr>
            <a:r>
              <a:rPr lang="es-419" sz="2000" dirty="0">
                <a:latin typeface="Calibri" panose="020F0502020204030204" pitchFamily="34" charset="0"/>
                <a:ea typeface="Calibri" panose="020F0502020204030204" pitchFamily="34" charset="0"/>
                <a:cs typeface="Arial" panose="020B0604020202020204" pitchFamily="34" charset="0"/>
              </a:rPr>
              <a:t>Deben enviarme en un mensaje de </a:t>
            </a:r>
            <a:r>
              <a:rPr lang="es-419" sz="2000" dirty="0" err="1">
                <a:latin typeface="Calibri" panose="020F0502020204030204" pitchFamily="34" charset="0"/>
                <a:ea typeface="Calibri" panose="020F0502020204030204" pitchFamily="34" charset="0"/>
                <a:cs typeface="Arial" panose="020B0604020202020204" pitchFamily="34" charset="0"/>
              </a:rPr>
              <a:t>teams</a:t>
            </a:r>
            <a:r>
              <a:rPr lang="es-419" sz="2000" dirty="0">
                <a:latin typeface="Calibri" panose="020F0502020204030204" pitchFamily="34" charset="0"/>
                <a:ea typeface="Calibri" panose="020F0502020204030204" pitchFamily="34" charset="0"/>
                <a:cs typeface="Arial" panose="020B0604020202020204" pitchFamily="34" charset="0"/>
              </a:rPr>
              <a:t>, </a:t>
            </a:r>
            <a:r>
              <a:rPr lang="es-419" sz="2000" dirty="0">
                <a:effectLst/>
                <a:latin typeface="Calibri" panose="020F0502020204030204" pitchFamily="34" charset="0"/>
                <a:ea typeface="Calibri" panose="020F0502020204030204" pitchFamily="34" charset="0"/>
                <a:cs typeface="Arial" panose="020B0604020202020204" pitchFamily="34" charset="0"/>
              </a:rPr>
              <a:t> donde estén todos los miembros del grupo, con la elección tomada. TODOS deben estar de acuerdo</a:t>
            </a:r>
          </a:p>
        </p:txBody>
      </p:sp>
    </p:spTree>
    <p:extLst>
      <p:ext uri="{BB962C8B-B14F-4D97-AF65-F5344CB8AC3E}">
        <p14:creationId xmlns:p14="http://schemas.microsoft.com/office/powerpoint/2010/main" val="1563560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8E8F5FA-BE7A-41AA-B4C3-A1F18B233AB1}"/>
              </a:ext>
            </a:extLst>
          </p:cNvPr>
          <p:cNvSpPr>
            <a:spLocks noGrp="1"/>
          </p:cNvSpPr>
          <p:nvPr>
            <p:ph type="sldNum" sz="quarter" idx="12"/>
          </p:nvPr>
        </p:nvSpPr>
        <p:spPr/>
        <p:txBody>
          <a:bodyPr/>
          <a:lstStyle/>
          <a:p>
            <a:fld id="{B453E7C7-8AE5-4AED-AD03-ACF7236A778A}" type="slidenum">
              <a:rPr lang="es-CO" smtClean="0"/>
              <a:pPr/>
              <a:t>3</a:t>
            </a:fld>
            <a:endParaRPr lang="es-CO"/>
          </a:p>
        </p:txBody>
      </p:sp>
      <p:pic>
        <p:nvPicPr>
          <p:cNvPr id="5" name="Imagen 4">
            <a:extLst>
              <a:ext uri="{FF2B5EF4-FFF2-40B4-BE49-F238E27FC236}">
                <a16:creationId xmlns:a16="http://schemas.microsoft.com/office/drawing/2014/main" id="{79A922CE-33B0-40F1-9D3B-CDF52097B35B}"/>
              </a:ext>
            </a:extLst>
          </p:cNvPr>
          <p:cNvPicPr>
            <a:picLocks noChangeAspect="1"/>
          </p:cNvPicPr>
          <p:nvPr/>
        </p:nvPicPr>
        <p:blipFill>
          <a:blip r:embed="rId2"/>
          <a:stretch>
            <a:fillRect/>
          </a:stretch>
        </p:blipFill>
        <p:spPr>
          <a:xfrm>
            <a:off x="871607" y="447570"/>
            <a:ext cx="4450774" cy="1127798"/>
          </a:xfrm>
          <a:prstGeom prst="rect">
            <a:avLst/>
          </a:prstGeom>
        </p:spPr>
      </p:pic>
      <p:sp>
        <p:nvSpPr>
          <p:cNvPr id="8" name="Rectangle 4">
            <a:extLst>
              <a:ext uri="{FF2B5EF4-FFF2-40B4-BE49-F238E27FC236}">
                <a16:creationId xmlns:a16="http://schemas.microsoft.com/office/drawing/2014/main" id="{2087349B-8713-4897-9317-B8833592C1D0}"/>
              </a:ext>
            </a:extLst>
          </p:cNvPr>
          <p:cNvSpPr>
            <a:spLocks noChangeArrowheads="1"/>
          </p:cNvSpPr>
          <p:nvPr/>
        </p:nvSpPr>
        <p:spPr bwMode="auto">
          <a:xfrm>
            <a:off x="984261" y="2629986"/>
            <a:ext cx="1169316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Express </a:t>
            </a:r>
            <a:r>
              <a:rPr kumimoji="0" lang="es-419" altLang="es-419"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Way</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(Con lo que aprendimos fue suficiente)</a:t>
            </a:r>
            <a:endParaRPr kumimoji="0" lang="es-419" altLang="es-419"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Dejamos todo como está. No presenta nada. Se olvida de arquitectura.</a:t>
            </a:r>
            <a:endParaRPr kumimoji="0" lang="es-419" altLang="es-419"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En las ciudades desarrolladas tomar los </a:t>
            </a:r>
            <a:r>
              <a:rPr kumimoji="0" lang="es-419" altLang="es-419"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express</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kumimoji="0" lang="es-419" altLang="es-419"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way</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tiene un costo, acá también: </a:t>
            </a:r>
            <a:endParaRPr kumimoji="0" lang="es-419" altLang="es-419"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No se tienen en cuenta las bonificaciones. -</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sym typeface="Segoe UI Emoji" panose="020B0502040204020203" pitchFamily="34" charset="0"/>
              </a:rPr>
              <a:t>😢</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kumimoji="0" lang="es-419" altLang="es-419"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ó</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sym typeface="Segoe UI Emoji" panose="020B0502040204020203" pitchFamily="34" charset="0"/>
              </a:rPr>
              <a:t>😀</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endParaRPr kumimoji="0" lang="es-419" altLang="es-419"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La nota 4 equivale a:</a:t>
            </a:r>
            <a:endParaRPr kumimoji="0" lang="es-419" altLang="es-419" sz="1400" b="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Promedio de las entregas sin los </a:t>
            </a:r>
            <a:r>
              <a:rPr kumimoji="0" lang="es-419" altLang="es-419"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quices</a:t>
            </a: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(n2 + n4 + n6)/3</a:t>
            </a:r>
            <a:endParaRPr kumimoji="0" lang="es-419" altLang="es-419" sz="1400" b="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Menos el valor del peaje que equivale a un descuento del 10% en esa nota.</a:t>
            </a:r>
            <a:endParaRPr kumimoji="0" lang="es-419" altLang="es-419"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419" altLang="es-419"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Ejemplo: </a:t>
            </a:r>
            <a:endParaRPr kumimoji="0" lang="es-419" altLang="es-419" sz="1400" b="0" i="0" u="none" strike="noStrike" cap="none" normalizeH="0" baseline="0" dirty="0">
              <a:ln>
                <a:noFill/>
              </a:ln>
              <a:solidFill>
                <a:schemeClr val="tx1"/>
              </a:solidFill>
              <a:effectLst/>
            </a:endParaRPr>
          </a:p>
        </p:txBody>
      </p:sp>
      <p:pic>
        <p:nvPicPr>
          <p:cNvPr id="1027" name="Imagen 1">
            <a:extLst>
              <a:ext uri="{FF2B5EF4-FFF2-40B4-BE49-F238E27FC236}">
                <a16:creationId xmlns:a16="http://schemas.microsoft.com/office/drawing/2014/main" id="{CA3A9647-04F0-4FA3-A015-E28F07126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61" y="5523086"/>
            <a:ext cx="11023884" cy="1182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16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6FFABD2-4F66-4F40-BBFD-1E1DE804A551}"/>
              </a:ext>
            </a:extLst>
          </p:cNvPr>
          <p:cNvSpPr>
            <a:spLocks noGrp="1"/>
          </p:cNvSpPr>
          <p:nvPr>
            <p:ph type="sldNum" sz="quarter" idx="12"/>
          </p:nvPr>
        </p:nvSpPr>
        <p:spPr/>
        <p:txBody>
          <a:bodyPr/>
          <a:lstStyle/>
          <a:p>
            <a:fld id="{B453E7C7-8AE5-4AED-AD03-ACF7236A778A}" type="slidenum">
              <a:rPr lang="es-CO" smtClean="0"/>
              <a:pPr/>
              <a:t>4</a:t>
            </a:fld>
            <a:endParaRPr lang="es-CO"/>
          </a:p>
        </p:txBody>
      </p:sp>
      <p:pic>
        <p:nvPicPr>
          <p:cNvPr id="5" name="Imagen 4">
            <a:extLst>
              <a:ext uri="{FF2B5EF4-FFF2-40B4-BE49-F238E27FC236}">
                <a16:creationId xmlns:a16="http://schemas.microsoft.com/office/drawing/2014/main" id="{FD370CF7-40E1-4B69-B7C4-428088EB1ED7}"/>
              </a:ext>
            </a:extLst>
          </p:cNvPr>
          <p:cNvPicPr>
            <a:picLocks noChangeAspect="1"/>
          </p:cNvPicPr>
          <p:nvPr/>
        </p:nvPicPr>
        <p:blipFill>
          <a:blip r:embed="rId2"/>
          <a:stretch>
            <a:fillRect/>
          </a:stretch>
        </p:blipFill>
        <p:spPr>
          <a:xfrm>
            <a:off x="889486" y="526592"/>
            <a:ext cx="4144658" cy="1127798"/>
          </a:xfrm>
          <a:prstGeom prst="rect">
            <a:avLst/>
          </a:prstGeom>
        </p:spPr>
      </p:pic>
      <p:sp>
        <p:nvSpPr>
          <p:cNvPr id="7" name="CuadroTexto 6">
            <a:extLst>
              <a:ext uri="{FF2B5EF4-FFF2-40B4-BE49-F238E27FC236}">
                <a16:creationId xmlns:a16="http://schemas.microsoft.com/office/drawing/2014/main" id="{81FC5202-F10B-49C8-A4E2-A9C0C5B8855E}"/>
              </a:ext>
            </a:extLst>
          </p:cNvPr>
          <p:cNvSpPr txBox="1"/>
          <p:nvPr/>
        </p:nvSpPr>
        <p:spPr>
          <a:xfrm>
            <a:off x="1264355" y="1969629"/>
            <a:ext cx="11288889" cy="4688206"/>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2 dominios con todos los elementos</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Los dominios restantes se simula la interoperabilidad</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Cada dominio implementado en lenguajes diferentes (Python java y C#)</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Mezclar arquitecturas: microservicios y hexagonales y argumentar porqué una y porqué otra</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Elegir BD (SQL o NoSQL) argumentar</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Cada aplicación debe contener los patrones arquitectónicos argumentados</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En las capas que corresponda, cada aplicación debe manejar caché, estados(mementos), cifrado simple, despliegue</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Si la evaluación del diseño fue entre 4.5 y 5 La implementación debe ser en un 90% acorde  con el diseño presentado, los cambios en el 10% </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Si la evaluación fue inferior a 4.5, debe presentar un diseño </a:t>
            </a:r>
            <a:r>
              <a:rPr lang="es-419" sz="2000" dirty="0" err="1">
                <a:effectLst/>
                <a:latin typeface="Calibri" panose="020F0502020204030204" pitchFamily="34" charset="0"/>
                <a:ea typeface="Calibri" panose="020F0502020204030204" pitchFamily="34" charset="0"/>
                <a:cs typeface="Arial" panose="020B0604020202020204" pitchFamily="34" charset="0"/>
              </a:rPr>
              <a:t>archimate</a:t>
            </a:r>
            <a:r>
              <a:rPr lang="es-419" sz="2000" dirty="0">
                <a:effectLst/>
                <a:latin typeface="Calibri" panose="020F0502020204030204" pitchFamily="34" charset="0"/>
                <a:ea typeface="Calibri" panose="020F0502020204030204" pitchFamily="34" charset="0"/>
                <a:cs typeface="Arial" panose="020B0604020202020204" pitchFamily="34" charset="0"/>
              </a:rPr>
              <a:t> corregido (</a:t>
            </a:r>
            <a:r>
              <a:rPr lang="es-419" sz="2000" dirty="0" err="1">
                <a:effectLst/>
                <a:latin typeface="Calibri" panose="020F0502020204030204" pitchFamily="34" charset="0"/>
                <a:ea typeface="Calibri" panose="020F0502020204030204" pitchFamily="34" charset="0"/>
                <a:cs typeface="Arial" panose="020B0604020202020204" pitchFamily="34" charset="0"/>
              </a:rPr>
              <a:t>to</a:t>
            </a:r>
            <a:r>
              <a:rPr lang="es-419" sz="2000" dirty="0">
                <a:effectLst/>
                <a:latin typeface="Calibri" panose="020F0502020204030204" pitchFamily="34" charset="0"/>
                <a:ea typeface="Calibri" panose="020F0502020204030204" pitchFamily="34" charset="0"/>
                <a:cs typeface="Arial" panose="020B0604020202020204" pitchFamily="34" charset="0"/>
              </a:rPr>
              <a:t> be) con la implementación en un 90% ajustada a ese nuevo </a:t>
            </a:r>
            <a:r>
              <a:rPr lang="es-419" sz="2000" dirty="0" err="1">
                <a:effectLst/>
                <a:latin typeface="Calibri" panose="020F0502020204030204" pitchFamily="34" charset="0"/>
                <a:ea typeface="Calibri" panose="020F0502020204030204" pitchFamily="34" charset="0"/>
                <a:cs typeface="Arial" panose="020B0604020202020204" pitchFamily="34" charset="0"/>
              </a:rPr>
              <a:t>to</a:t>
            </a:r>
            <a:r>
              <a:rPr lang="es-419" sz="2000" dirty="0">
                <a:effectLst/>
                <a:latin typeface="Calibri" panose="020F0502020204030204" pitchFamily="34" charset="0"/>
                <a:ea typeface="Calibri" panose="020F0502020204030204" pitchFamily="34" charset="0"/>
                <a:cs typeface="Arial" panose="020B0604020202020204" pitchFamily="34" charset="0"/>
              </a:rPr>
              <a:t> be </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Cliente Consola o web tradicional: Se evalúa la 4ta entrega</a:t>
            </a:r>
          </a:p>
          <a:p>
            <a:pPr marL="742950" lvl="1" indent="-285750">
              <a:lnSpc>
                <a:spcPct val="107000"/>
              </a:lnSpc>
              <a:spcAft>
                <a:spcPts val="800"/>
              </a:spcAft>
              <a:buFont typeface="Courier New" panose="02070309020205020404" pitchFamily="49" charset="0"/>
              <a:buChar char="o"/>
            </a:pPr>
            <a:r>
              <a:rPr lang="es-419" sz="2000" dirty="0">
                <a:effectLst/>
                <a:latin typeface="Calibri" panose="020F0502020204030204" pitchFamily="34" charset="0"/>
                <a:ea typeface="Calibri" panose="020F0502020204030204" pitchFamily="34" charset="0"/>
                <a:cs typeface="Arial" panose="020B0604020202020204" pitchFamily="34" charset="0"/>
              </a:rPr>
              <a:t>Para esta entrega se ponen en práctica las bonificaciones (negativas y positivas)</a:t>
            </a:r>
          </a:p>
        </p:txBody>
      </p:sp>
    </p:spTree>
    <p:extLst>
      <p:ext uri="{BB962C8B-B14F-4D97-AF65-F5344CB8AC3E}">
        <p14:creationId xmlns:p14="http://schemas.microsoft.com/office/powerpoint/2010/main" val="33692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6FFABD2-4F66-4F40-BBFD-1E1DE804A551}"/>
              </a:ext>
            </a:extLst>
          </p:cNvPr>
          <p:cNvSpPr>
            <a:spLocks noGrp="1"/>
          </p:cNvSpPr>
          <p:nvPr>
            <p:ph type="sldNum" sz="quarter" idx="12"/>
          </p:nvPr>
        </p:nvSpPr>
        <p:spPr/>
        <p:txBody>
          <a:bodyPr/>
          <a:lstStyle/>
          <a:p>
            <a:fld id="{B453E7C7-8AE5-4AED-AD03-ACF7236A778A}" type="slidenum">
              <a:rPr lang="es-CO" smtClean="0"/>
              <a:pPr/>
              <a:t>5</a:t>
            </a:fld>
            <a:endParaRPr lang="es-CO"/>
          </a:p>
        </p:txBody>
      </p:sp>
      <p:pic>
        <p:nvPicPr>
          <p:cNvPr id="6" name="Imagen 5">
            <a:extLst>
              <a:ext uri="{FF2B5EF4-FFF2-40B4-BE49-F238E27FC236}">
                <a16:creationId xmlns:a16="http://schemas.microsoft.com/office/drawing/2014/main" id="{96C0C54F-792D-4DE3-BB2B-1F4A7D5A0890}"/>
              </a:ext>
            </a:extLst>
          </p:cNvPr>
          <p:cNvPicPr>
            <a:picLocks noChangeAspect="1"/>
          </p:cNvPicPr>
          <p:nvPr/>
        </p:nvPicPr>
        <p:blipFill>
          <a:blip r:embed="rId2"/>
          <a:stretch>
            <a:fillRect/>
          </a:stretch>
        </p:blipFill>
        <p:spPr>
          <a:xfrm>
            <a:off x="965667" y="731481"/>
            <a:ext cx="4082442" cy="1127798"/>
          </a:xfrm>
          <a:prstGeom prst="rect">
            <a:avLst/>
          </a:prstGeom>
        </p:spPr>
      </p:pic>
      <p:sp>
        <p:nvSpPr>
          <p:cNvPr id="8" name="CuadroTexto 7">
            <a:extLst>
              <a:ext uri="{FF2B5EF4-FFF2-40B4-BE49-F238E27FC236}">
                <a16:creationId xmlns:a16="http://schemas.microsoft.com/office/drawing/2014/main" id="{45D7C04F-D671-4D72-A471-4036DEFA994A}"/>
              </a:ext>
            </a:extLst>
          </p:cNvPr>
          <p:cNvSpPr txBox="1"/>
          <p:nvPr/>
        </p:nvSpPr>
        <p:spPr>
          <a:xfrm>
            <a:off x="1049867" y="2535543"/>
            <a:ext cx="11130844" cy="3041602"/>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s-419" sz="2000" dirty="0" err="1">
                <a:effectLst/>
                <a:latin typeface="Calibri" panose="020F0502020204030204" pitchFamily="34" charset="0"/>
                <a:ea typeface="Calibri" panose="020F0502020204030204" pitchFamily="34" charset="0"/>
                <a:cs typeface="Arial" panose="020B0604020202020204" pitchFamily="34" charset="0"/>
              </a:rPr>
              <a:t>Ud</a:t>
            </a:r>
            <a:r>
              <a:rPr lang="es-419" sz="2000" dirty="0">
                <a:effectLst/>
                <a:latin typeface="Calibri" panose="020F0502020204030204" pitchFamily="34" charset="0"/>
                <a:ea typeface="Calibri" panose="020F0502020204030204" pitchFamily="34" charset="0"/>
                <a:cs typeface="Arial" panose="020B0604020202020204" pitchFamily="34" charset="0"/>
              </a:rPr>
              <a:t> acaba de diseñar unos componentes en </a:t>
            </a:r>
            <a:r>
              <a:rPr lang="es-419" sz="2000" dirty="0" err="1">
                <a:effectLst/>
                <a:latin typeface="Calibri" panose="020F0502020204030204" pitchFamily="34" charset="0"/>
                <a:ea typeface="Calibri" panose="020F0502020204030204" pitchFamily="34" charset="0"/>
                <a:cs typeface="Arial" panose="020B0604020202020204" pitchFamily="34" charset="0"/>
              </a:rPr>
              <a:t>archimate</a:t>
            </a:r>
            <a:r>
              <a:rPr lang="es-419" sz="2000" dirty="0">
                <a:effectLst/>
                <a:latin typeface="Calibri" panose="020F0502020204030204" pitchFamily="34" charset="0"/>
                <a:ea typeface="Calibri" panose="020F0502020204030204" pitchFamily="34" charset="0"/>
                <a:cs typeface="Arial" panose="020B0604020202020204" pitchFamily="34" charset="0"/>
              </a:rPr>
              <a:t>, la herramienta es más potente de lo que aparentemente vieron. </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La investigación consiste en crear una automatización que permita a partir del diagrama, y especificaciones complementarias como las que hicieron en el documento de la 3ª entrega, construya la primera versión del proyecto de las aplicaciones con todos los elementos diagramados. Si todo está bien: </a:t>
            </a:r>
          </a:p>
          <a:p>
            <a:pPr marL="742950" lvl="1" indent="-285750">
              <a:lnSpc>
                <a:spcPct val="107000"/>
              </a:lnSpc>
              <a:buFont typeface="Courier New" panose="02070309020205020404" pitchFamily="49" charset="0"/>
              <a:buChar char="o"/>
            </a:pPr>
            <a:r>
              <a:rPr lang="es-419" sz="2000" dirty="0">
                <a:effectLst/>
                <a:latin typeface="Calibri" panose="020F0502020204030204" pitchFamily="34" charset="0"/>
                <a:ea typeface="Calibri" panose="020F0502020204030204" pitchFamily="34" charset="0"/>
                <a:cs typeface="Arial" panose="020B0604020202020204" pitchFamily="34" charset="0"/>
              </a:rPr>
              <a:t>4ta entrega queda en 5 y se aplican solo las bonificaciones positivas, las negativas no se tienen en cuenta.</a:t>
            </a:r>
          </a:p>
          <a:p>
            <a:pPr marL="742950" lvl="1" indent="-285750">
              <a:lnSpc>
                <a:spcPct val="107000"/>
              </a:lnSpc>
              <a:spcAft>
                <a:spcPts val="800"/>
              </a:spcAft>
              <a:buFont typeface="Courier New" panose="02070309020205020404" pitchFamily="49" charset="0"/>
              <a:buChar char="o"/>
            </a:pPr>
            <a:r>
              <a:rPr lang="es-419" sz="2000" dirty="0">
                <a:effectLst/>
                <a:latin typeface="Calibri" panose="020F0502020204030204" pitchFamily="34" charset="0"/>
                <a:ea typeface="Calibri" panose="020F0502020204030204" pitchFamily="34" charset="0"/>
                <a:cs typeface="Arial" panose="020B0604020202020204" pitchFamily="34" charset="0"/>
              </a:rPr>
              <a:t>Y pueden cambiar cualquier otra nota a 5</a:t>
            </a:r>
          </a:p>
        </p:txBody>
      </p:sp>
    </p:spTree>
    <p:extLst>
      <p:ext uri="{BB962C8B-B14F-4D97-AF65-F5344CB8AC3E}">
        <p14:creationId xmlns:p14="http://schemas.microsoft.com/office/powerpoint/2010/main" val="1778416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DEF2921-C93B-49B1-A5F9-77A131BACDF5}"/>
              </a:ext>
            </a:extLst>
          </p:cNvPr>
          <p:cNvSpPr>
            <a:spLocks noGrp="1"/>
          </p:cNvSpPr>
          <p:nvPr>
            <p:ph type="sldNum" sz="quarter" idx="12"/>
          </p:nvPr>
        </p:nvSpPr>
        <p:spPr/>
        <p:txBody>
          <a:bodyPr/>
          <a:lstStyle/>
          <a:p>
            <a:fld id="{B453E7C7-8AE5-4AED-AD03-ACF7236A778A}" type="slidenum">
              <a:rPr lang="es-CO" smtClean="0"/>
              <a:pPr/>
              <a:t>6</a:t>
            </a:fld>
            <a:endParaRPr lang="es-CO"/>
          </a:p>
        </p:txBody>
      </p:sp>
      <p:pic>
        <p:nvPicPr>
          <p:cNvPr id="5" name="Imagen 4">
            <a:extLst>
              <a:ext uri="{FF2B5EF4-FFF2-40B4-BE49-F238E27FC236}">
                <a16:creationId xmlns:a16="http://schemas.microsoft.com/office/drawing/2014/main" id="{4DBCB8BA-4503-4ABB-A158-CBA5B1DE997D}"/>
              </a:ext>
            </a:extLst>
          </p:cNvPr>
          <p:cNvPicPr>
            <a:picLocks noChangeAspect="1"/>
          </p:cNvPicPr>
          <p:nvPr/>
        </p:nvPicPr>
        <p:blipFill>
          <a:blip r:embed="rId2"/>
          <a:stretch>
            <a:fillRect/>
          </a:stretch>
        </p:blipFill>
        <p:spPr>
          <a:xfrm>
            <a:off x="757714" y="325080"/>
            <a:ext cx="3911491" cy="1127798"/>
          </a:xfrm>
          <a:prstGeom prst="rect">
            <a:avLst/>
          </a:prstGeom>
        </p:spPr>
      </p:pic>
      <p:sp>
        <p:nvSpPr>
          <p:cNvPr id="7" name="CuadroTexto 6">
            <a:extLst>
              <a:ext uri="{FF2B5EF4-FFF2-40B4-BE49-F238E27FC236}">
                <a16:creationId xmlns:a16="http://schemas.microsoft.com/office/drawing/2014/main" id="{FB0AB230-11E2-403A-A0D3-8748DE521053}"/>
              </a:ext>
            </a:extLst>
          </p:cNvPr>
          <p:cNvSpPr txBox="1"/>
          <p:nvPr/>
        </p:nvSpPr>
        <p:spPr>
          <a:xfrm>
            <a:off x="2077156" y="3005493"/>
            <a:ext cx="8794044" cy="1394997"/>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Desarrollan la V2, automatizando la creación del proyecto desde el diagrama</a:t>
            </a:r>
          </a:p>
          <a:p>
            <a:pPr marL="342900" lvl="0" indent="-342900">
              <a:lnSpc>
                <a:spcPct val="107000"/>
              </a:lnSpc>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Complementan las capas externas al dominio como se </a:t>
            </a:r>
            <a:r>
              <a:rPr lang="es-419" sz="2000" dirty="0" err="1">
                <a:effectLst/>
                <a:latin typeface="Calibri" panose="020F0502020204030204" pitchFamily="34" charset="0"/>
                <a:ea typeface="Calibri" panose="020F0502020204030204" pitchFamily="34" charset="0"/>
                <a:cs typeface="Arial" panose="020B0604020202020204" pitchFamily="34" charset="0"/>
              </a:rPr>
              <a:t>solcitó</a:t>
            </a:r>
            <a:r>
              <a:rPr lang="es-419" sz="2000" dirty="0">
                <a:effectLst/>
                <a:latin typeface="Calibri" panose="020F0502020204030204" pitchFamily="34" charset="0"/>
                <a:ea typeface="Calibri" panose="020F0502020204030204" pitchFamily="34" charset="0"/>
                <a:cs typeface="Arial" panose="020B0604020202020204" pitchFamily="34" charset="0"/>
              </a:rPr>
              <a:t> en la V1</a:t>
            </a:r>
          </a:p>
          <a:p>
            <a:pPr marL="342900" lvl="0" indent="-342900">
              <a:lnSpc>
                <a:spcPct val="107000"/>
              </a:lnSpc>
              <a:spcAft>
                <a:spcPts val="800"/>
              </a:spcAft>
              <a:buFont typeface="Symbol" panose="05050102010706020507" pitchFamily="18" charset="2"/>
              <a:buChar char=""/>
            </a:pPr>
            <a:r>
              <a:rPr lang="es-419" sz="2000" dirty="0">
                <a:effectLst/>
                <a:latin typeface="Calibri" panose="020F0502020204030204" pitchFamily="34" charset="0"/>
                <a:ea typeface="Calibri" panose="020F0502020204030204" pitchFamily="34" charset="0"/>
                <a:cs typeface="Arial" panose="020B0604020202020204" pitchFamily="34" charset="0"/>
              </a:rPr>
              <a:t>Cliente Web con </a:t>
            </a:r>
            <a:r>
              <a:rPr lang="es-419" sz="2000" dirty="0" err="1">
                <a:effectLst/>
                <a:latin typeface="Calibri" panose="020F0502020204030204" pitchFamily="34" charset="0"/>
                <a:ea typeface="Calibri" panose="020F0502020204030204" pitchFamily="34" charset="0"/>
                <a:cs typeface="Arial" panose="020B0604020202020204" pitchFamily="34" charset="0"/>
              </a:rPr>
              <a:t>microfronts</a:t>
            </a:r>
            <a:r>
              <a:rPr lang="es-419" sz="2000" dirty="0">
                <a:effectLst/>
                <a:latin typeface="Calibri" panose="020F0502020204030204" pitchFamily="34" charset="0"/>
                <a:ea typeface="Calibri" panose="020F0502020204030204" pitchFamily="34" charset="0"/>
                <a:cs typeface="Arial" panose="020B0604020202020204" pitchFamily="34" charset="0"/>
              </a:rPr>
              <a:t> (investigación): Toda la materia queda en 5.0, independiente de la nota que tengan.</a:t>
            </a:r>
          </a:p>
        </p:txBody>
      </p:sp>
    </p:spTree>
    <p:extLst>
      <p:ext uri="{BB962C8B-B14F-4D97-AF65-F5344CB8AC3E}">
        <p14:creationId xmlns:p14="http://schemas.microsoft.com/office/powerpoint/2010/main" val="260203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2DD914-6F1E-A763-66F5-0253B3F3F721}"/>
              </a:ext>
            </a:extLst>
          </p:cNvPr>
          <p:cNvSpPr>
            <a:spLocks noGrp="1"/>
          </p:cNvSpPr>
          <p:nvPr>
            <p:ph type="sldNum" sz="quarter" idx="12"/>
          </p:nvPr>
        </p:nvSpPr>
        <p:spPr/>
        <p:txBody>
          <a:bodyPr/>
          <a:lstStyle/>
          <a:p>
            <a:fld id="{B453E7C7-8AE5-4AED-AD03-ACF7236A778A}" type="slidenum">
              <a:rPr lang="es-CO" smtClean="0"/>
              <a:pPr/>
              <a:t>7</a:t>
            </a:fld>
            <a:endParaRPr lang="es-CO"/>
          </a:p>
        </p:txBody>
      </p:sp>
      <p:sp>
        <p:nvSpPr>
          <p:cNvPr id="3" name="Title 2">
            <a:extLst>
              <a:ext uri="{FF2B5EF4-FFF2-40B4-BE49-F238E27FC236}">
                <a16:creationId xmlns:a16="http://schemas.microsoft.com/office/drawing/2014/main" id="{081C3881-3F12-9FA8-EFFC-8110F1DFE3D2}"/>
              </a:ext>
            </a:extLst>
          </p:cNvPr>
          <p:cNvSpPr>
            <a:spLocks noGrp="1"/>
          </p:cNvSpPr>
          <p:nvPr>
            <p:ph type="ctrTitle"/>
          </p:nvPr>
        </p:nvSpPr>
        <p:spPr/>
        <p:txBody>
          <a:bodyPr/>
          <a:lstStyle/>
          <a:p>
            <a:r>
              <a:rPr lang="es-ES"/>
              <a:t>Sede Central - Medellín</a:t>
            </a:r>
            <a:endParaRPr lang="en-CO"/>
          </a:p>
        </p:txBody>
      </p:sp>
      <p:sp>
        <p:nvSpPr>
          <p:cNvPr id="6" name="Subtitle 5">
            <a:extLst>
              <a:ext uri="{FF2B5EF4-FFF2-40B4-BE49-F238E27FC236}">
                <a16:creationId xmlns:a16="http://schemas.microsoft.com/office/drawing/2014/main" id="{A3E728B4-3C77-F230-3C31-152CA31A83CA}"/>
              </a:ext>
            </a:extLst>
          </p:cNvPr>
          <p:cNvSpPr>
            <a:spLocks noGrp="1"/>
          </p:cNvSpPr>
          <p:nvPr>
            <p:ph type="subTitle" idx="1"/>
          </p:nvPr>
        </p:nvSpPr>
        <p:spPr/>
        <p:txBody>
          <a:bodyPr/>
          <a:lstStyle/>
          <a:p>
            <a:endParaRPr lang="en-CO"/>
          </a:p>
        </p:txBody>
      </p:sp>
    </p:spTree>
    <p:extLst>
      <p:ext uri="{BB962C8B-B14F-4D97-AF65-F5344CB8AC3E}">
        <p14:creationId xmlns:p14="http://schemas.microsoft.com/office/powerpoint/2010/main" val="2411903384"/>
      </p:ext>
    </p:extLst>
  </p:cSld>
  <p:clrMapOvr>
    <a:masterClrMapping/>
  </p:clrMapOvr>
</p:sld>
</file>

<file path=ppt/theme/theme1.xml><?xml version="1.0" encoding="utf-8"?>
<a:theme xmlns:a="http://schemas.openxmlformats.org/drawingml/2006/main" name="UPB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Powerpoint UPB 2024" id="{CEBC3956-D0C8-4A58-ADF8-31B9AB3F6717}" vid="{43DB4CCB-4183-4A1B-933C-13FC8EFB2C1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024cb1a-ba53-470f-899e-356ed509f76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6F2581794CE44D89D7E904F613FD60" ma:contentTypeVersion="18" ma:contentTypeDescription="Create a new document." ma:contentTypeScope="" ma:versionID="1231b5541b114e259ab92af752f06325">
  <xsd:schema xmlns:xsd="http://www.w3.org/2001/XMLSchema" xmlns:xs="http://www.w3.org/2001/XMLSchema" xmlns:p="http://schemas.microsoft.com/office/2006/metadata/properties" xmlns:ns3="42094f19-271b-4894-8897-e96b5fab37da" xmlns:ns4="f024cb1a-ba53-470f-899e-356ed509f76a" targetNamespace="http://schemas.microsoft.com/office/2006/metadata/properties" ma:root="true" ma:fieldsID="a916913c84d8a76f1d744804699368a9" ns3:_="" ns4:_="">
    <xsd:import namespace="42094f19-271b-4894-8897-e96b5fab37da"/>
    <xsd:import namespace="f024cb1a-ba53-470f-899e-356ed509f76a"/>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LengthInSeconds" minOccurs="0"/>
                <xsd:element ref="ns4:_activity" minOccurs="0"/>
                <xsd:element ref="ns4:MediaServiceSearchProperties"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094f19-271b-4894-8897-e96b5fab37d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24cb1a-ba53-470f-899e-356ed509f76a"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0AF5DC-3D9A-4C79-A939-8DF42ABC6576}">
  <ds:schemaRefs>
    <ds:schemaRef ds:uri="http://schemas.microsoft.com/office/2006/documentManagement/types"/>
    <ds:schemaRef ds:uri="42094f19-271b-4894-8897-e96b5fab37da"/>
    <ds:schemaRef ds:uri="http://schemas.microsoft.com/office/infopath/2007/PartnerControls"/>
    <ds:schemaRef ds:uri="http://purl.org/dc/dcmitype/"/>
    <ds:schemaRef ds:uri="http://schemas.openxmlformats.org/package/2006/metadata/core-properties"/>
    <ds:schemaRef ds:uri="f024cb1a-ba53-470f-899e-356ed509f76a"/>
    <ds:schemaRef ds:uri="http://purl.org/dc/terms/"/>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C12A15B8-0F49-4CE2-8471-9499697F0B19}">
  <ds:schemaRefs>
    <ds:schemaRef ds:uri="http://schemas.microsoft.com/sharepoint/v3/contenttype/forms"/>
  </ds:schemaRefs>
</ds:datastoreItem>
</file>

<file path=customXml/itemProps3.xml><?xml version="1.0" encoding="utf-8"?>
<ds:datastoreItem xmlns:ds="http://schemas.openxmlformats.org/officeDocument/2006/customXml" ds:itemID="{25A7FD1E-8322-4D65-85CA-45493FED000E}">
  <ds:schemaRefs>
    <ds:schemaRef ds:uri="42094f19-271b-4894-8897-e96b5fab37da"/>
    <ds:schemaRef ds:uri="f024cb1a-ba53-470f-899e-356ed509f76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18bab0f-20a4-4de3-a10c-e20cee96bb35}" enabled="0" method="" siteId="{618bab0f-20a4-4de3-a10c-e20cee96bb35}" removed="1"/>
</clbl:labelList>
</file>

<file path=docProps/app.xml><?xml version="1.0" encoding="utf-8"?>
<Properties xmlns="http://schemas.openxmlformats.org/officeDocument/2006/extended-properties" xmlns:vt="http://schemas.openxmlformats.org/officeDocument/2006/docPropsVTypes">
  <Template>Plantilla Powerpoint UPB 2024</Template>
  <TotalTime>13</TotalTime>
  <Words>463</Words>
  <Application>Microsoft Office PowerPoint</Application>
  <PresentationFormat>Personalizado</PresentationFormat>
  <Paragraphs>38</Paragraphs>
  <Slides>7</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7</vt:i4>
      </vt:variant>
    </vt:vector>
  </HeadingPairs>
  <TitlesOfParts>
    <vt:vector size="17" baseType="lpstr">
      <vt:lpstr>Arial</vt:lpstr>
      <vt:lpstr>Arial Nova Light</vt:lpstr>
      <vt:lpstr>Avenir Next</vt:lpstr>
      <vt:lpstr>Avenir Next Medium</vt:lpstr>
      <vt:lpstr>Calibri</vt:lpstr>
      <vt:lpstr>Courier New</vt:lpstr>
      <vt:lpstr>Helvetica Neue Medium</vt:lpstr>
      <vt:lpstr>Symbol</vt:lpstr>
      <vt:lpstr>Vice City Sans</vt:lpstr>
      <vt:lpstr>UPB 2022</vt:lpstr>
      <vt:lpstr>Evaluación Nota Final Arquitectura de Software</vt:lpstr>
      <vt:lpstr>4 Opciones</vt:lpstr>
      <vt:lpstr>Presentación de PowerPoint</vt:lpstr>
      <vt:lpstr>Presentación de PowerPoint</vt:lpstr>
      <vt:lpstr>Presentación de PowerPoint</vt:lpstr>
      <vt:lpstr>Presentación de PowerPoint</vt:lpstr>
      <vt:lpstr>Sede Central - Medellín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 Límites Creer, imaginar y crear</dc:title>
  <dc:creator>Juan Carlos López Patiño</dc:creator>
  <cp:lastModifiedBy>Cesar Augusto Lopez Gallego</cp:lastModifiedBy>
  <cp:revision>3</cp:revision>
  <cp:lastPrinted>1601-01-01T00:00:00Z</cp:lastPrinted>
  <dcterms:created xsi:type="dcterms:W3CDTF">2024-04-05T13:27:53Z</dcterms:created>
  <dcterms:modified xsi:type="dcterms:W3CDTF">2026-10-28T14:11:12Z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0x010100BD6F2581794CE44D89D7E904F613FD60</vt:lpwstr>
  </property>
</Properties>
</file>